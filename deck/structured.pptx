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17.xml"/>
  <Override ContentType="application/vnd.openxmlformats-officedocument.presentationml.notesSlide+xml" PartName="/ppt/notesSlides/notesSlide21.xml"/>
  <Override ContentType="application/vnd.openxmlformats-officedocument.presentationml.notesSlide+xml" PartName="/ppt/notesSlides/notesSlide25.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1.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5.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6" r:id="rId4"/>
    <p:sldMasterId id="2147483717" r:id="rId5"/>
  </p:sldMasterIdLst>
  <p:notesMasterIdLst>
    <p:notesMasterId r:id="rId6"/>
  </p:notesMasterIdLst>
  <p:sldIdLst>
    <p:sldId id="256" r:id="rId7"/>
    <p:sldId id="257" r:id="rId8"/>
    <p:sldId id="268" r:id="rId19"/>
    <p:sldId id="258" r:id="rId9"/>
    <p:sldId id="261" r:id="rId12"/>
    <p:sldId id="280" r:id="rId31"/>
    <p:sldId id="266" r:id="rId17"/>
    <p:sldId id="272" r:id="rId23"/>
    <p:sldId id="269" r:id="rId20"/>
    <p:sldId id="270" r:id="rId21"/>
    <p:sldId id="276" r:id="rId27"/>
    <p:sldId id="282" r:id="rId33"/>
    <p:sldId id="264" r:id="rId15"/>
  </p:sldIdLst>
  <p:sldSz cy="10287000" cx="18288000"/>
  <p:notesSz cx="6858000" cy="9144000"/>
  <p:embeddedFontLst>
    <p:embeddedFont>
      <p:font typeface="Lato"/>
      <p:regular r:id="rId35"/>
      <p:bold r:id="rId36"/>
      <p:italic r:id="rId37"/>
      <p:boldItalic r:id="rId38"/>
    </p:embeddedFont>
    <p:embeddedFont>
      <p:font typeface="Montserrat"/>
      <p:regular r:id="rId39"/>
      <p:bold r:id="rId40"/>
      <p:italic r:id="rId41"/>
      <p:boldItalic r:id="rId42"/>
    </p:embeddedFont>
    <p:embeddedFont>
      <p:font typeface="Arial Black"/>
      <p:regular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5760">
          <p15:clr>
            <a:srgbClr val="747775"/>
          </p15:clr>
        </p15:guide>
        <p15:guide id="2" orient="horz" pos="2664">
          <p15:clr>
            <a:srgbClr val="747775"/>
          </p15:clr>
        </p15:guide>
        <p15:guide id="3" orient="horz" pos="2232">
          <p15:clr>
            <a:srgbClr val="747775"/>
          </p15:clr>
        </p15:guide>
        <p15:guide id="4" orient="horz" pos="2160">
          <p15:clr>
            <a:srgbClr val="747775"/>
          </p15:clr>
        </p15:guide>
        <p15:guide id="5" orient="horz" pos="219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0"/>
        <p:guide pos="2664" orient="horz"/>
        <p:guide pos="2232" orient="horz"/>
        <p:guide pos="2160" orient="horz"/>
        <p:guide pos="2196" orient="horz"/>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Montserrat-bold.fntdata"/><Relationship Id="rId20" Type="http://schemas.openxmlformats.org/officeDocument/2006/relationships/slide" Target="slides/slide14.xml"/><Relationship Id="rId42" Type="http://schemas.openxmlformats.org/officeDocument/2006/relationships/font" Target="fonts/Montserrat-boldItalic.fntdata"/><Relationship Id="rId41" Type="http://schemas.openxmlformats.org/officeDocument/2006/relationships/font" Target="fonts/Montserrat-italic.fntdata"/><Relationship Id="rId21" Type="http://schemas.openxmlformats.org/officeDocument/2006/relationships/slide" Target="slides/slide15.xml"/><Relationship Id="rId43" Type="http://schemas.openxmlformats.org/officeDocument/2006/relationships/font" Target="fonts/ArialBlack-regular.fntdata"/><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3" Type="http://schemas.openxmlformats.org/officeDocument/2006/relationships/slide" Target="slides/slide27.xml"/><Relationship Id="rId35" Type="http://schemas.openxmlformats.org/officeDocument/2006/relationships/font" Target="fonts/Lato-regular.fntdata"/><Relationship Id="rId12" Type="http://schemas.openxmlformats.org/officeDocument/2006/relationships/slide" Target="slides/slide6.xml"/><Relationship Id="rId15" Type="http://schemas.openxmlformats.org/officeDocument/2006/relationships/slide" Target="slides/slide9.xml"/><Relationship Id="rId37" Type="http://schemas.openxmlformats.org/officeDocument/2006/relationships/font" Target="fonts/Lato-italic.fntdata"/><Relationship Id="rId36" Type="http://schemas.openxmlformats.org/officeDocument/2006/relationships/font" Target="fonts/Lato-bold.fntdata"/><Relationship Id="rId17" Type="http://schemas.openxmlformats.org/officeDocument/2006/relationships/slide" Target="slides/slide11.xml"/><Relationship Id="rId39" Type="http://schemas.openxmlformats.org/officeDocument/2006/relationships/font" Target="fonts/Montserrat-regular.fntdata"/><Relationship Id="rId38" Type="http://schemas.openxmlformats.org/officeDocument/2006/relationships/font" Target="fonts/Lato-boldItalic.fntdata"/><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5B5B5B"/>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5B5B5B"/>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5B5B5B"/>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rgbClr val="5B5B5B"/>
                </a:solidFill>
                <a:latin typeface="Arial"/>
                <a:ea typeface="Arial"/>
                <a:cs typeface="Arial"/>
                <a:sym typeface="Arial"/>
              </a:rPr>
              <a:t>‹#›</a:t>
            </a:fld>
            <a:endParaRPr b="0" i="0" sz="1200" u="none" cap="none" strike="noStrike">
              <a:solidFill>
                <a:srgbClr val="5B5B5B"/>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eb915bac97_3_2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eb915bac97_3_2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g3eb915bac97_3_2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e582f1a706_8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0" name="Google Shape;620;g3e582f1a706_8_10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23850" lvl="0" marL="457200" rtl="0" algn="l">
              <a:spcBef>
                <a:spcPts val="1000"/>
              </a:spcBef>
              <a:spcAft>
                <a:spcPts val="0"/>
              </a:spcAft>
              <a:buClr>
                <a:schemeClr val="dk1"/>
              </a:buClr>
              <a:buSzPts val="1500"/>
              <a:buChar char="●"/>
            </a:pPr>
            <a:r>
              <a:rPr lang="en-US" sz="1500">
                <a:solidFill>
                  <a:srgbClr val="222222"/>
                </a:solidFill>
              </a:rPr>
              <a:t>If you are planning to share these slides externally (customers, partners, prospects, events, etc.):</a:t>
            </a:r>
            <a:endParaRPr sz="1500">
              <a:solidFill>
                <a:srgbClr val="222222"/>
              </a:solidFill>
            </a:endParaRPr>
          </a:p>
          <a:p>
            <a:pPr indent="-323850" lvl="1" marL="914400" rtl="0" algn="l">
              <a:spcBef>
                <a:spcPts val="1000"/>
              </a:spcBef>
              <a:spcAft>
                <a:spcPts val="0"/>
              </a:spcAft>
              <a:buClr>
                <a:srgbClr val="222222"/>
              </a:buClr>
              <a:buSzPts val="1500"/>
              <a:buChar char="○"/>
            </a:pPr>
            <a:r>
              <a:rPr lang="en-US" sz="1500">
                <a:solidFill>
                  <a:srgbClr val="222222"/>
                </a:solidFill>
              </a:rPr>
              <a:t>You must include this Safe Harbor and Disclaimers slide as the first or second slide of your presentation.</a:t>
            </a:r>
            <a:endParaRPr sz="1500">
              <a:solidFill>
                <a:srgbClr val="222222"/>
              </a:solidFill>
            </a:endParaRPr>
          </a:p>
          <a:p>
            <a:pPr indent="-323850" lvl="1" marL="914400" rtl="0" algn="l">
              <a:spcBef>
                <a:spcPts val="1000"/>
              </a:spcBef>
              <a:spcAft>
                <a:spcPts val="0"/>
              </a:spcAft>
              <a:buClr>
                <a:srgbClr val="222222"/>
              </a:buClr>
              <a:buSzPts val="1500"/>
              <a:buChar char="○"/>
            </a:pPr>
            <a:r>
              <a:rPr lang="en-US" sz="1500">
                <a:solidFill>
                  <a:srgbClr val="222222"/>
                </a:solidFill>
              </a:rPr>
              <a:t>You must ensure that the “© 2026 Snowflake Inc. All Rights Reserved” footer is at the bottom of each slide.</a:t>
            </a:r>
            <a:endParaRPr sz="1500">
              <a:solidFill>
                <a:srgbClr val="222222"/>
              </a:solidFill>
            </a:endParaRPr>
          </a:p>
          <a:p>
            <a:pPr indent="-323850" lvl="1" marL="914400" rtl="0" algn="l">
              <a:spcBef>
                <a:spcPts val="1000"/>
              </a:spcBef>
              <a:spcAft>
                <a:spcPts val="0"/>
              </a:spcAft>
              <a:buClr>
                <a:srgbClr val="222222"/>
              </a:buClr>
              <a:buSzPts val="1500"/>
              <a:buChar char="○"/>
            </a:pPr>
            <a:r>
              <a:rPr lang="en-US" sz="1500">
                <a:solidFill>
                  <a:srgbClr val="222222"/>
                </a:solidFill>
              </a:rPr>
              <a:t>You must ensure that all references to products and features that are not generally available are appropriately tagged as in development, in public preview, or in private preview within the slides.</a:t>
            </a:r>
            <a:endParaRPr sz="21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d3ca88f96b_0_38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g3d3ca88f96b_0_38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Abhinav</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f850c9283b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f850c9283b_0_3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Show your architecture for Snowflake Intelligence: What data sources are you pulling on, how you are you transforming them and making them available in Snowflake Intelligence? What use cases or business teams are making use of Snowflake Intelligence?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850c9283b_0_86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800"/>
              <a:buFont typeface="Arial"/>
              <a:buNone/>
            </a:pPr>
            <a:r>
              <a:t/>
            </a:r>
            <a:endParaRPr/>
          </a:p>
        </p:txBody>
      </p:sp>
      <p:sp>
        <p:nvSpPr>
          <p:cNvPr id="880" name="Google Shape;880;g3f850c9283b_0_8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f75b63bb71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3f75b63bb71_0_4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f75b63bb71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3f75b63bb71_0_4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f75b63bb71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3f75b63bb71_0_4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f75b63bb71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3f75b63bb71_0_4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f75b63bb71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3f75b63bb71_0_4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3f75b63bb71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3f75b63bb71_0_5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f75b63bb71_0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3f75b63bb71_0_11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f75b63bb71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3f75b63bb71_0_11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image" Target="../media/image1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image" Target="../media/image1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47.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2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3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7.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4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2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ent">
  <p:cSld name="CUSTOM">
    <p:bg>
      <p:bgPr>
        <a:solidFill>
          <a:schemeClr val="accent1"/>
        </a:solidFill>
      </p:bgPr>
    </p:bg>
    <p:spTree>
      <p:nvGrpSpPr>
        <p:cNvPr id="13" name="Shape 13"/>
        <p:cNvGrpSpPr/>
        <p:nvPr/>
      </p:nvGrpSpPr>
      <p:grpSpPr>
        <a:xfrm>
          <a:off x="0" y="0"/>
          <a:ext cx="0" cy="0"/>
          <a:chOff x="0" y="0"/>
          <a:chExt cx="0" cy="0"/>
        </a:xfrm>
      </p:grpSpPr>
      <p:pic>
        <p:nvPicPr>
          <p:cNvPr id="14" name="Google Shape;14;p2" title="swt25-cloud-06.png"/>
          <p:cNvPicPr preferRelativeResize="0"/>
          <p:nvPr/>
        </p:nvPicPr>
        <p:blipFill>
          <a:blip r:embed="rId2">
            <a:alphaModFix/>
          </a:blip>
          <a:stretch>
            <a:fillRect/>
          </a:stretch>
        </p:blipFill>
        <p:spPr>
          <a:xfrm>
            <a:off x="13622299" y="4959600"/>
            <a:ext cx="4458895" cy="2547301"/>
          </a:xfrm>
          <a:prstGeom prst="rect">
            <a:avLst/>
          </a:prstGeom>
          <a:noFill/>
          <a:ln>
            <a:noFill/>
          </a:ln>
        </p:spPr>
      </p:pic>
      <p:pic>
        <p:nvPicPr>
          <p:cNvPr id="15" name="Google Shape;15;p2" title="swt25-cloud-06.png"/>
          <p:cNvPicPr preferRelativeResize="0"/>
          <p:nvPr/>
        </p:nvPicPr>
        <p:blipFill>
          <a:blip r:embed="rId2">
            <a:alphaModFix/>
          </a:blip>
          <a:stretch>
            <a:fillRect/>
          </a:stretch>
        </p:blipFill>
        <p:spPr>
          <a:xfrm>
            <a:off x="8576849" y="6312210"/>
            <a:ext cx="3440302" cy="1965389"/>
          </a:xfrm>
          <a:prstGeom prst="rect">
            <a:avLst/>
          </a:prstGeom>
          <a:noFill/>
          <a:ln>
            <a:noFill/>
          </a:ln>
        </p:spPr>
      </p:pic>
      <p:pic>
        <p:nvPicPr>
          <p:cNvPr id="16" name="Google Shape;16;p2" title="swt25-cloud-06.png"/>
          <p:cNvPicPr preferRelativeResize="0"/>
          <p:nvPr/>
        </p:nvPicPr>
        <p:blipFill>
          <a:blip r:embed="rId2">
            <a:alphaModFix/>
          </a:blip>
          <a:stretch>
            <a:fillRect/>
          </a:stretch>
        </p:blipFill>
        <p:spPr>
          <a:xfrm>
            <a:off x="11510600" y="4659875"/>
            <a:ext cx="2495498" cy="1425651"/>
          </a:xfrm>
          <a:prstGeom prst="rect">
            <a:avLst/>
          </a:prstGeom>
          <a:noFill/>
          <a:ln>
            <a:noFill/>
          </a:ln>
        </p:spPr>
      </p:pic>
      <p:pic>
        <p:nvPicPr>
          <p:cNvPr id="17" name="Google Shape;17;p2" title="sno25-swt-vignettes-r7-rgb_right-corner-2.png"/>
          <p:cNvPicPr preferRelativeResize="0"/>
          <p:nvPr/>
        </p:nvPicPr>
        <p:blipFill rotWithShape="1">
          <a:blip r:embed="rId3">
            <a:alphaModFix/>
          </a:blip>
          <a:srcRect b="0" l="4271" r="4271" t="0"/>
          <a:stretch/>
        </p:blipFill>
        <p:spPr>
          <a:xfrm>
            <a:off x="6310350" y="3361650"/>
            <a:ext cx="11977646" cy="6925352"/>
          </a:xfrm>
          <a:prstGeom prst="rect">
            <a:avLst/>
          </a:prstGeom>
          <a:noFill/>
          <a:ln>
            <a:noFill/>
          </a:ln>
        </p:spPr>
      </p:pic>
      <p:grpSp>
        <p:nvGrpSpPr>
          <p:cNvPr id="18" name="Google Shape;18;p2"/>
          <p:cNvGrpSpPr/>
          <p:nvPr/>
        </p:nvGrpSpPr>
        <p:grpSpPr>
          <a:xfrm>
            <a:off x="917760" y="2280745"/>
            <a:ext cx="9428685" cy="1795958"/>
            <a:chOff x="4714874" y="4067495"/>
            <a:chExt cx="8797056" cy="1675647"/>
          </a:xfrm>
        </p:grpSpPr>
        <p:sp>
          <p:nvSpPr>
            <p:cNvPr id="19" name="Google Shape;19;p2"/>
            <p:cNvSpPr/>
            <p:nvPr/>
          </p:nvSpPr>
          <p:spPr>
            <a:xfrm>
              <a:off x="4714874" y="4067495"/>
              <a:ext cx="1652517" cy="1607906"/>
            </a:xfrm>
            <a:custGeom>
              <a:rect b="b" l="l" r="r" t="t"/>
              <a:pathLst>
                <a:path extrusionOk="0" h="1071937" w="1101678">
                  <a:moveTo>
                    <a:pt x="367917" y="555563"/>
                  </a:moveTo>
                  <a:cubicBezTo>
                    <a:pt x="370248" y="548445"/>
                    <a:pt x="371218" y="541120"/>
                    <a:pt x="371043" y="533879"/>
                  </a:cubicBezTo>
                  <a:cubicBezTo>
                    <a:pt x="370773" y="528640"/>
                    <a:pt x="370073" y="523402"/>
                    <a:pt x="368538" y="518164"/>
                  </a:cubicBezTo>
                  <a:cubicBezTo>
                    <a:pt x="363917" y="501887"/>
                    <a:pt x="352964" y="487360"/>
                    <a:pt x="336555" y="478200"/>
                  </a:cubicBezTo>
                  <a:lnTo>
                    <a:pt x="103160" y="347680"/>
                  </a:lnTo>
                  <a:cubicBezTo>
                    <a:pt x="70214" y="329315"/>
                    <a:pt x="28209" y="340231"/>
                    <a:pt x="9294" y="372091"/>
                  </a:cubicBezTo>
                  <a:cubicBezTo>
                    <a:pt x="-9796" y="403912"/>
                    <a:pt x="1467" y="444546"/>
                    <a:pt x="34413" y="462957"/>
                  </a:cubicBezTo>
                  <a:lnTo>
                    <a:pt x="164836" y="536012"/>
                  </a:lnTo>
                  <a:lnTo>
                    <a:pt x="34413" y="608853"/>
                  </a:lnTo>
                  <a:cubicBezTo>
                    <a:pt x="1467" y="627302"/>
                    <a:pt x="-9756" y="667935"/>
                    <a:pt x="9294" y="699888"/>
                  </a:cubicBezTo>
                  <a:cubicBezTo>
                    <a:pt x="28209" y="731663"/>
                    <a:pt x="70214" y="742532"/>
                    <a:pt x="103160" y="724168"/>
                  </a:cubicBezTo>
                  <a:lnTo>
                    <a:pt x="336555" y="593562"/>
                  </a:lnTo>
                  <a:cubicBezTo>
                    <a:pt x="352304" y="584788"/>
                    <a:pt x="362994" y="571023"/>
                    <a:pt x="367917" y="555563"/>
                  </a:cubicBezTo>
                  <a:close/>
                  <a:moveTo>
                    <a:pt x="431256" y="677859"/>
                  </a:moveTo>
                  <a:cubicBezTo>
                    <a:pt x="417845" y="676750"/>
                    <a:pt x="403902" y="679477"/>
                    <a:pt x="391366" y="686548"/>
                  </a:cubicBezTo>
                  <a:lnTo>
                    <a:pt x="157796" y="816984"/>
                  </a:lnTo>
                  <a:cubicBezTo>
                    <a:pt x="124938" y="835388"/>
                    <a:pt x="113715" y="876236"/>
                    <a:pt x="132677" y="908105"/>
                  </a:cubicBezTo>
                  <a:cubicBezTo>
                    <a:pt x="151728" y="939888"/>
                    <a:pt x="193693" y="950837"/>
                    <a:pt x="226503" y="932346"/>
                  </a:cubicBezTo>
                  <a:lnTo>
                    <a:pt x="357363" y="859244"/>
                  </a:lnTo>
                  <a:lnTo>
                    <a:pt x="357363" y="1005315"/>
                  </a:lnTo>
                  <a:cubicBezTo>
                    <a:pt x="357363" y="1042127"/>
                    <a:pt x="388105" y="1071937"/>
                    <a:pt x="426157" y="1071937"/>
                  </a:cubicBezTo>
                  <a:cubicBezTo>
                    <a:pt x="464027" y="1071937"/>
                    <a:pt x="494865" y="1042127"/>
                    <a:pt x="494865" y="1005315"/>
                  </a:cubicBezTo>
                  <a:lnTo>
                    <a:pt x="494865" y="744183"/>
                  </a:lnTo>
                  <a:cubicBezTo>
                    <a:pt x="494865" y="709126"/>
                    <a:pt x="466803" y="680324"/>
                    <a:pt x="431256" y="677859"/>
                  </a:cubicBezTo>
                  <a:close/>
                  <a:moveTo>
                    <a:pt x="670463" y="394074"/>
                  </a:moveTo>
                  <a:cubicBezTo>
                    <a:pt x="683833" y="395137"/>
                    <a:pt x="697736" y="392371"/>
                    <a:pt x="710272" y="385385"/>
                  </a:cubicBezTo>
                  <a:lnTo>
                    <a:pt x="943795" y="254825"/>
                  </a:lnTo>
                  <a:cubicBezTo>
                    <a:pt x="976699" y="236415"/>
                    <a:pt x="987864" y="195735"/>
                    <a:pt x="968949" y="163790"/>
                  </a:cubicBezTo>
                  <a:cubicBezTo>
                    <a:pt x="949999" y="131970"/>
                    <a:pt x="907994" y="121062"/>
                    <a:pt x="875128" y="139464"/>
                  </a:cubicBezTo>
                  <a:lnTo>
                    <a:pt x="744363" y="212652"/>
                  </a:lnTo>
                  <a:lnTo>
                    <a:pt x="744363" y="66531"/>
                  </a:lnTo>
                  <a:cubicBezTo>
                    <a:pt x="744363" y="29819"/>
                    <a:pt x="713613" y="0"/>
                    <a:pt x="675568" y="0"/>
                  </a:cubicBezTo>
                  <a:cubicBezTo>
                    <a:pt x="637516" y="0"/>
                    <a:pt x="606853" y="29819"/>
                    <a:pt x="606853" y="66531"/>
                  </a:cubicBezTo>
                  <a:lnTo>
                    <a:pt x="606853" y="327666"/>
                  </a:lnTo>
                  <a:cubicBezTo>
                    <a:pt x="606853" y="362684"/>
                    <a:pt x="634837" y="391524"/>
                    <a:pt x="670463" y="394074"/>
                  </a:cubicBezTo>
                  <a:close/>
                  <a:moveTo>
                    <a:pt x="157796" y="254825"/>
                  </a:moveTo>
                  <a:lnTo>
                    <a:pt x="391366" y="385385"/>
                  </a:lnTo>
                  <a:cubicBezTo>
                    <a:pt x="403902" y="392371"/>
                    <a:pt x="417845" y="395137"/>
                    <a:pt x="431256" y="394074"/>
                  </a:cubicBezTo>
                  <a:cubicBezTo>
                    <a:pt x="466803" y="391524"/>
                    <a:pt x="494865" y="362684"/>
                    <a:pt x="494865" y="327666"/>
                  </a:cubicBezTo>
                  <a:lnTo>
                    <a:pt x="494865" y="66531"/>
                  </a:lnTo>
                  <a:cubicBezTo>
                    <a:pt x="494865" y="29819"/>
                    <a:pt x="464027" y="0"/>
                    <a:pt x="426157" y="0"/>
                  </a:cubicBezTo>
                  <a:cubicBezTo>
                    <a:pt x="388105" y="0"/>
                    <a:pt x="357363" y="29819"/>
                    <a:pt x="357363" y="66531"/>
                  </a:cubicBezTo>
                  <a:lnTo>
                    <a:pt x="357363" y="212652"/>
                  </a:lnTo>
                  <a:lnTo>
                    <a:pt x="226503" y="139464"/>
                  </a:lnTo>
                  <a:cubicBezTo>
                    <a:pt x="193693" y="121062"/>
                    <a:pt x="151728" y="131970"/>
                    <a:pt x="132677" y="163790"/>
                  </a:cubicBezTo>
                  <a:cubicBezTo>
                    <a:pt x="113715" y="195735"/>
                    <a:pt x="124938" y="236415"/>
                    <a:pt x="157796" y="254825"/>
                  </a:cubicBezTo>
                  <a:close/>
                  <a:moveTo>
                    <a:pt x="596728" y="535467"/>
                  </a:moveTo>
                  <a:cubicBezTo>
                    <a:pt x="596728" y="531677"/>
                    <a:pt x="594357" y="526392"/>
                    <a:pt x="591589" y="523581"/>
                  </a:cubicBezTo>
                  <a:lnTo>
                    <a:pt x="563480" y="496489"/>
                  </a:lnTo>
                  <a:cubicBezTo>
                    <a:pt x="560712" y="493809"/>
                    <a:pt x="555255" y="491589"/>
                    <a:pt x="551334" y="491589"/>
                  </a:cubicBezTo>
                  <a:lnTo>
                    <a:pt x="550236" y="491589"/>
                  </a:lnTo>
                  <a:cubicBezTo>
                    <a:pt x="546322" y="491589"/>
                    <a:pt x="540874" y="493809"/>
                    <a:pt x="538146" y="496489"/>
                  </a:cubicBezTo>
                  <a:lnTo>
                    <a:pt x="510036" y="523581"/>
                  </a:lnTo>
                  <a:cubicBezTo>
                    <a:pt x="507221" y="526392"/>
                    <a:pt x="505065" y="531677"/>
                    <a:pt x="505065" y="535467"/>
                  </a:cubicBezTo>
                  <a:lnTo>
                    <a:pt x="505065" y="536530"/>
                  </a:lnTo>
                  <a:cubicBezTo>
                    <a:pt x="505065" y="540281"/>
                    <a:pt x="507221" y="545519"/>
                    <a:pt x="510036" y="548246"/>
                  </a:cubicBezTo>
                  <a:lnTo>
                    <a:pt x="538146" y="575422"/>
                  </a:lnTo>
                  <a:cubicBezTo>
                    <a:pt x="540914" y="578103"/>
                    <a:pt x="546322" y="580322"/>
                    <a:pt x="550236" y="580322"/>
                  </a:cubicBezTo>
                  <a:lnTo>
                    <a:pt x="551334" y="580322"/>
                  </a:lnTo>
                  <a:cubicBezTo>
                    <a:pt x="555255" y="580322"/>
                    <a:pt x="560712" y="578103"/>
                    <a:pt x="563480" y="575422"/>
                  </a:cubicBezTo>
                  <a:lnTo>
                    <a:pt x="591589" y="548246"/>
                  </a:lnTo>
                  <a:cubicBezTo>
                    <a:pt x="594357" y="545519"/>
                    <a:pt x="596728" y="540281"/>
                    <a:pt x="596728" y="536530"/>
                  </a:cubicBezTo>
                  <a:lnTo>
                    <a:pt x="596728" y="535467"/>
                  </a:lnTo>
                  <a:close/>
                  <a:moveTo>
                    <a:pt x="674333" y="561526"/>
                  </a:moveTo>
                  <a:lnTo>
                    <a:pt x="577254" y="655418"/>
                  </a:lnTo>
                  <a:cubicBezTo>
                    <a:pt x="574478" y="658184"/>
                    <a:pt x="569117" y="660441"/>
                    <a:pt x="565069" y="660441"/>
                  </a:cubicBezTo>
                  <a:lnTo>
                    <a:pt x="558029" y="660441"/>
                  </a:lnTo>
                  <a:lnTo>
                    <a:pt x="543688" y="660441"/>
                  </a:lnTo>
                  <a:lnTo>
                    <a:pt x="536522" y="660441"/>
                  </a:lnTo>
                  <a:cubicBezTo>
                    <a:pt x="532600" y="660441"/>
                    <a:pt x="527152" y="658184"/>
                    <a:pt x="524336" y="655418"/>
                  </a:cubicBezTo>
                  <a:lnTo>
                    <a:pt x="427304" y="561526"/>
                  </a:lnTo>
                  <a:cubicBezTo>
                    <a:pt x="424528" y="558883"/>
                    <a:pt x="422286" y="553561"/>
                    <a:pt x="422286" y="549817"/>
                  </a:cubicBezTo>
                  <a:lnTo>
                    <a:pt x="422286" y="542869"/>
                  </a:lnTo>
                  <a:lnTo>
                    <a:pt x="422286" y="528980"/>
                  </a:lnTo>
                  <a:lnTo>
                    <a:pt x="422286" y="522124"/>
                  </a:lnTo>
                  <a:cubicBezTo>
                    <a:pt x="422286" y="518289"/>
                    <a:pt x="424528" y="512965"/>
                    <a:pt x="427304" y="510285"/>
                  </a:cubicBezTo>
                  <a:lnTo>
                    <a:pt x="524336" y="416392"/>
                  </a:lnTo>
                  <a:cubicBezTo>
                    <a:pt x="527152" y="413627"/>
                    <a:pt x="532600" y="411454"/>
                    <a:pt x="536522" y="411454"/>
                  </a:cubicBezTo>
                  <a:lnTo>
                    <a:pt x="543688" y="411454"/>
                  </a:lnTo>
                  <a:lnTo>
                    <a:pt x="558029" y="411454"/>
                  </a:lnTo>
                  <a:lnTo>
                    <a:pt x="565069" y="411454"/>
                  </a:lnTo>
                  <a:cubicBezTo>
                    <a:pt x="569030" y="411454"/>
                    <a:pt x="574478" y="413627"/>
                    <a:pt x="577254" y="416392"/>
                  </a:cubicBezTo>
                  <a:lnTo>
                    <a:pt x="674333" y="510285"/>
                  </a:lnTo>
                  <a:cubicBezTo>
                    <a:pt x="677101" y="512965"/>
                    <a:pt x="679345" y="518289"/>
                    <a:pt x="679345" y="522124"/>
                  </a:cubicBezTo>
                  <a:lnTo>
                    <a:pt x="679345" y="528980"/>
                  </a:lnTo>
                  <a:lnTo>
                    <a:pt x="679345" y="542869"/>
                  </a:lnTo>
                  <a:lnTo>
                    <a:pt x="679345" y="549817"/>
                  </a:lnTo>
                  <a:cubicBezTo>
                    <a:pt x="679345" y="553561"/>
                    <a:pt x="677101" y="558883"/>
                    <a:pt x="674333" y="561526"/>
                  </a:cubicBezTo>
                  <a:close/>
                  <a:moveTo>
                    <a:pt x="943795" y="816984"/>
                  </a:moveTo>
                  <a:lnTo>
                    <a:pt x="710272" y="686548"/>
                  </a:lnTo>
                  <a:cubicBezTo>
                    <a:pt x="697736" y="679477"/>
                    <a:pt x="683833" y="676750"/>
                    <a:pt x="670463" y="677859"/>
                  </a:cubicBezTo>
                  <a:cubicBezTo>
                    <a:pt x="634837" y="680324"/>
                    <a:pt x="606853" y="709126"/>
                    <a:pt x="606853" y="744183"/>
                  </a:cubicBezTo>
                  <a:lnTo>
                    <a:pt x="606853" y="1005315"/>
                  </a:lnTo>
                  <a:cubicBezTo>
                    <a:pt x="606853" y="1042127"/>
                    <a:pt x="637516" y="1071937"/>
                    <a:pt x="675568" y="1071937"/>
                  </a:cubicBezTo>
                  <a:cubicBezTo>
                    <a:pt x="713613" y="1071937"/>
                    <a:pt x="744363" y="1042127"/>
                    <a:pt x="744363" y="1005315"/>
                  </a:cubicBezTo>
                  <a:lnTo>
                    <a:pt x="744363" y="859244"/>
                  </a:lnTo>
                  <a:lnTo>
                    <a:pt x="875128" y="932346"/>
                  </a:lnTo>
                  <a:cubicBezTo>
                    <a:pt x="907985" y="950837"/>
                    <a:pt x="949999" y="939888"/>
                    <a:pt x="968949" y="908105"/>
                  </a:cubicBezTo>
                  <a:cubicBezTo>
                    <a:pt x="987864" y="876236"/>
                    <a:pt x="976699" y="835388"/>
                    <a:pt x="943795" y="816984"/>
                  </a:cubicBezTo>
                  <a:close/>
                  <a:moveTo>
                    <a:pt x="1067260" y="462957"/>
                  </a:moveTo>
                  <a:lnTo>
                    <a:pt x="936834" y="536012"/>
                  </a:lnTo>
                  <a:lnTo>
                    <a:pt x="1067260" y="608853"/>
                  </a:lnTo>
                  <a:cubicBezTo>
                    <a:pt x="1100201" y="627302"/>
                    <a:pt x="1111461" y="667935"/>
                    <a:pt x="1092413" y="699888"/>
                  </a:cubicBezTo>
                  <a:cubicBezTo>
                    <a:pt x="1073413" y="731663"/>
                    <a:pt x="1031370" y="742532"/>
                    <a:pt x="998553" y="724168"/>
                  </a:cubicBezTo>
                  <a:lnTo>
                    <a:pt x="764979" y="593562"/>
                  </a:lnTo>
                  <a:cubicBezTo>
                    <a:pt x="749404" y="584788"/>
                    <a:pt x="738587" y="571023"/>
                    <a:pt x="733791" y="555563"/>
                  </a:cubicBezTo>
                  <a:cubicBezTo>
                    <a:pt x="731508" y="548445"/>
                    <a:pt x="730450" y="541120"/>
                    <a:pt x="730713" y="533879"/>
                  </a:cubicBezTo>
                  <a:cubicBezTo>
                    <a:pt x="730848" y="528640"/>
                    <a:pt x="731635" y="523402"/>
                    <a:pt x="733130" y="518164"/>
                  </a:cubicBezTo>
                  <a:cubicBezTo>
                    <a:pt x="737800" y="501887"/>
                    <a:pt x="748753" y="487367"/>
                    <a:pt x="764979" y="478200"/>
                  </a:cubicBezTo>
                  <a:lnTo>
                    <a:pt x="998553" y="347680"/>
                  </a:lnTo>
                  <a:cubicBezTo>
                    <a:pt x="1031370" y="329315"/>
                    <a:pt x="1073413" y="340231"/>
                    <a:pt x="1092413" y="372091"/>
                  </a:cubicBezTo>
                  <a:cubicBezTo>
                    <a:pt x="1111461" y="403912"/>
                    <a:pt x="1100201" y="444546"/>
                    <a:pt x="1067260" y="462957"/>
                  </a:cubicBezTo>
                  <a:close/>
                </a:path>
              </a:pathLst>
            </a:custGeom>
            <a:solidFill>
              <a:srgbClr val="FFFFFF"/>
            </a:solidFill>
            <a:ln>
              <a:noFill/>
            </a:ln>
          </p:spPr>
          <p:txBody>
            <a:bodyPr anchorCtr="0" anchor="t" bIns="73425" lIns="146900" spcFirstLastPara="1" rIns="146900" wrap="square" tIns="73425">
              <a:noAutofit/>
            </a:bodyPr>
            <a:lstStyle/>
            <a:p>
              <a:pPr indent="0" lvl="0" marL="0" marR="0" rtl="0" algn="l">
                <a:spcBef>
                  <a:spcPts val="0"/>
                </a:spcBef>
                <a:spcAft>
                  <a:spcPts val="0"/>
                </a:spcAft>
                <a:buNone/>
              </a:pPr>
              <a:r>
                <a:t/>
              </a:r>
              <a:endParaRPr sz="2894">
                <a:solidFill>
                  <a:srgbClr val="252525"/>
                </a:solidFill>
                <a:latin typeface="Arial"/>
                <a:ea typeface="Arial"/>
                <a:cs typeface="Arial"/>
                <a:sym typeface="Arial"/>
              </a:endParaRPr>
            </a:p>
          </p:txBody>
        </p:sp>
        <p:sp>
          <p:nvSpPr>
            <p:cNvPr id="20" name="Google Shape;20;p2"/>
            <p:cNvSpPr/>
            <p:nvPr/>
          </p:nvSpPr>
          <p:spPr>
            <a:xfrm>
              <a:off x="6865060" y="4094534"/>
              <a:ext cx="6227805" cy="723565"/>
            </a:xfrm>
            <a:custGeom>
              <a:rect b="b" l="l" r="r" t="t"/>
              <a:pathLst>
                <a:path extrusionOk="0" h="482377" w="4151870">
                  <a:moveTo>
                    <a:pt x="0" y="420061"/>
                  </a:moveTo>
                  <a:lnTo>
                    <a:pt x="60919" y="334664"/>
                  </a:lnTo>
                  <a:cubicBezTo>
                    <a:pt x="60919" y="334664"/>
                    <a:pt x="127239" y="379286"/>
                    <a:pt x="189699" y="379286"/>
                  </a:cubicBezTo>
                  <a:cubicBezTo>
                    <a:pt x="224399" y="379286"/>
                    <a:pt x="240594" y="363900"/>
                    <a:pt x="240594" y="340819"/>
                  </a:cubicBezTo>
                  <a:cubicBezTo>
                    <a:pt x="240594" y="316969"/>
                    <a:pt x="225940" y="304660"/>
                    <a:pt x="161170" y="285426"/>
                  </a:cubicBezTo>
                  <a:cubicBezTo>
                    <a:pt x="64010" y="256961"/>
                    <a:pt x="8483" y="219263"/>
                    <a:pt x="8483" y="143098"/>
                  </a:cubicBezTo>
                  <a:cubicBezTo>
                    <a:pt x="8483" y="59240"/>
                    <a:pt x="65550" y="0"/>
                    <a:pt x="187388" y="0"/>
                  </a:cubicBezTo>
                  <a:cubicBezTo>
                    <a:pt x="313077" y="0"/>
                    <a:pt x="361662" y="49238"/>
                    <a:pt x="361662" y="49238"/>
                  </a:cubicBezTo>
                  <a:lnTo>
                    <a:pt x="301513" y="140021"/>
                  </a:lnTo>
                  <a:cubicBezTo>
                    <a:pt x="301513" y="140021"/>
                    <a:pt x="252928" y="101554"/>
                    <a:pt x="187388" y="101554"/>
                  </a:cubicBezTo>
                  <a:cubicBezTo>
                    <a:pt x="149597" y="101554"/>
                    <a:pt x="137263" y="116172"/>
                    <a:pt x="137263" y="135405"/>
                  </a:cubicBezTo>
                  <a:cubicBezTo>
                    <a:pt x="137263" y="158485"/>
                    <a:pt x="157309" y="167717"/>
                    <a:pt x="210515" y="183104"/>
                  </a:cubicBezTo>
                  <a:cubicBezTo>
                    <a:pt x="313077" y="211570"/>
                    <a:pt x="371685" y="251575"/>
                    <a:pt x="371685" y="328510"/>
                  </a:cubicBezTo>
                  <a:cubicBezTo>
                    <a:pt x="371685" y="412368"/>
                    <a:pt x="315388" y="481609"/>
                    <a:pt x="193550" y="481609"/>
                  </a:cubicBezTo>
                  <a:cubicBezTo>
                    <a:pt x="65550" y="481609"/>
                    <a:pt x="0" y="420061"/>
                    <a:pt x="0" y="420061"/>
                  </a:cubicBezTo>
                  <a:close/>
                  <a:moveTo>
                    <a:pt x="859968" y="10002"/>
                  </a:moveTo>
                  <a:lnTo>
                    <a:pt x="859968" y="471607"/>
                  </a:lnTo>
                  <a:lnTo>
                    <a:pt x="773602" y="471607"/>
                  </a:lnTo>
                  <a:lnTo>
                    <a:pt x="551513" y="202337"/>
                  </a:lnTo>
                  <a:lnTo>
                    <a:pt x="551513" y="471607"/>
                  </a:lnTo>
                  <a:lnTo>
                    <a:pt x="440468" y="471607"/>
                  </a:lnTo>
                  <a:lnTo>
                    <a:pt x="440468" y="10002"/>
                  </a:lnTo>
                  <a:lnTo>
                    <a:pt x="526835" y="10002"/>
                  </a:lnTo>
                  <a:lnTo>
                    <a:pt x="748924" y="274656"/>
                  </a:lnTo>
                  <a:lnTo>
                    <a:pt x="748924" y="10002"/>
                  </a:lnTo>
                  <a:lnTo>
                    <a:pt x="859968" y="10002"/>
                  </a:lnTo>
                  <a:close/>
                  <a:moveTo>
                    <a:pt x="1166075" y="482378"/>
                  </a:moveTo>
                  <a:cubicBezTo>
                    <a:pt x="1026501" y="482378"/>
                    <a:pt x="929341" y="373131"/>
                    <a:pt x="929341" y="240805"/>
                  </a:cubicBezTo>
                  <a:cubicBezTo>
                    <a:pt x="929341" y="108478"/>
                    <a:pt x="1026501" y="0"/>
                    <a:pt x="1166075" y="0"/>
                  </a:cubicBezTo>
                  <a:cubicBezTo>
                    <a:pt x="1307198" y="0"/>
                    <a:pt x="1404358" y="108478"/>
                    <a:pt x="1404358" y="240805"/>
                  </a:cubicBezTo>
                  <a:cubicBezTo>
                    <a:pt x="1404358" y="373131"/>
                    <a:pt x="1307198" y="482378"/>
                    <a:pt x="1166075" y="482378"/>
                  </a:cubicBezTo>
                  <a:close/>
                  <a:moveTo>
                    <a:pt x="1166075" y="373901"/>
                  </a:moveTo>
                  <a:cubicBezTo>
                    <a:pt x="1234706" y="373901"/>
                    <a:pt x="1288692" y="320816"/>
                    <a:pt x="1288692" y="240805"/>
                  </a:cubicBezTo>
                  <a:cubicBezTo>
                    <a:pt x="1288692" y="160793"/>
                    <a:pt x="1234706" y="107709"/>
                    <a:pt x="1166075" y="107709"/>
                  </a:cubicBezTo>
                  <a:cubicBezTo>
                    <a:pt x="1098994" y="107709"/>
                    <a:pt x="1045007" y="160793"/>
                    <a:pt x="1045007" y="240805"/>
                  </a:cubicBezTo>
                  <a:cubicBezTo>
                    <a:pt x="1045007" y="320816"/>
                    <a:pt x="1098994" y="373901"/>
                    <a:pt x="1166075" y="373901"/>
                  </a:cubicBezTo>
                  <a:close/>
                  <a:moveTo>
                    <a:pt x="1801662" y="471607"/>
                  </a:moveTo>
                  <a:lnTo>
                    <a:pt x="1720697" y="212339"/>
                  </a:lnTo>
                  <a:lnTo>
                    <a:pt x="1643584" y="471607"/>
                  </a:lnTo>
                  <a:lnTo>
                    <a:pt x="1557217" y="471607"/>
                  </a:lnTo>
                  <a:lnTo>
                    <a:pt x="1422265" y="10002"/>
                  </a:lnTo>
                  <a:lnTo>
                    <a:pt x="1544873" y="10002"/>
                  </a:lnTo>
                  <a:lnTo>
                    <a:pt x="1603481" y="254653"/>
                  </a:lnTo>
                  <a:lnTo>
                    <a:pt x="1679054" y="10002"/>
                  </a:lnTo>
                  <a:lnTo>
                    <a:pt x="1762331" y="10002"/>
                  </a:lnTo>
                  <a:lnTo>
                    <a:pt x="1839444" y="256191"/>
                  </a:lnTo>
                  <a:lnTo>
                    <a:pt x="1899593" y="10002"/>
                  </a:lnTo>
                  <a:lnTo>
                    <a:pt x="2022971" y="10002"/>
                  </a:lnTo>
                  <a:lnTo>
                    <a:pt x="1888029" y="471607"/>
                  </a:lnTo>
                  <a:lnTo>
                    <a:pt x="1801662" y="471607"/>
                  </a:lnTo>
                  <a:close/>
                  <a:moveTo>
                    <a:pt x="2378329" y="194644"/>
                  </a:moveTo>
                  <a:lnTo>
                    <a:pt x="2378329" y="282349"/>
                  </a:lnTo>
                  <a:lnTo>
                    <a:pt x="2190180" y="282349"/>
                  </a:lnTo>
                  <a:lnTo>
                    <a:pt x="2190180" y="471607"/>
                  </a:lnTo>
                  <a:lnTo>
                    <a:pt x="2078365" y="471607"/>
                  </a:lnTo>
                  <a:lnTo>
                    <a:pt x="2078365" y="10002"/>
                  </a:lnTo>
                  <a:lnTo>
                    <a:pt x="2417660" y="10002"/>
                  </a:lnTo>
                  <a:lnTo>
                    <a:pt x="2417660" y="106170"/>
                  </a:lnTo>
                  <a:lnTo>
                    <a:pt x="2190180" y="106170"/>
                  </a:lnTo>
                  <a:lnTo>
                    <a:pt x="2190180" y="194644"/>
                  </a:lnTo>
                  <a:lnTo>
                    <a:pt x="2378329" y="194644"/>
                  </a:lnTo>
                  <a:close/>
                  <a:moveTo>
                    <a:pt x="2811018" y="471607"/>
                  </a:moveTo>
                  <a:lnTo>
                    <a:pt x="2492539" y="471607"/>
                  </a:lnTo>
                  <a:lnTo>
                    <a:pt x="2492539" y="10002"/>
                  </a:lnTo>
                  <a:lnTo>
                    <a:pt x="2604354" y="10002"/>
                  </a:lnTo>
                  <a:lnTo>
                    <a:pt x="2604354" y="375439"/>
                  </a:lnTo>
                  <a:lnTo>
                    <a:pt x="2811018" y="375439"/>
                  </a:lnTo>
                  <a:lnTo>
                    <a:pt x="2811018" y="471607"/>
                  </a:lnTo>
                  <a:close/>
                  <a:moveTo>
                    <a:pt x="3123287" y="10002"/>
                  </a:moveTo>
                  <a:lnTo>
                    <a:pt x="3299881" y="471607"/>
                  </a:lnTo>
                  <a:lnTo>
                    <a:pt x="3179584" y="471607"/>
                  </a:lnTo>
                  <a:lnTo>
                    <a:pt x="3151055" y="388518"/>
                  </a:lnTo>
                  <a:lnTo>
                    <a:pt x="2973690" y="388518"/>
                  </a:lnTo>
                  <a:lnTo>
                    <a:pt x="2945161" y="471607"/>
                  </a:lnTo>
                  <a:lnTo>
                    <a:pt x="2824864" y="471607"/>
                  </a:lnTo>
                  <a:lnTo>
                    <a:pt x="3001449" y="10002"/>
                  </a:lnTo>
                  <a:lnTo>
                    <a:pt x="3123287" y="10002"/>
                  </a:lnTo>
                  <a:close/>
                  <a:moveTo>
                    <a:pt x="3062368" y="130020"/>
                  </a:moveTo>
                  <a:lnTo>
                    <a:pt x="3003769" y="300813"/>
                  </a:lnTo>
                  <a:lnTo>
                    <a:pt x="3120976" y="300813"/>
                  </a:lnTo>
                  <a:lnTo>
                    <a:pt x="3062368" y="130020"/>
                  </a:lnTo>
                  <a:close/>
                  <a:moveTo>
                    <a:pt x="3452293" y="10002"/>
                  </a:moveTo>
                  <a:lnTo>
                    <a:pt x="3452293" y="203107"/>
                  </a:lnTo>
                  <a:lnTo>
                    <a:pt x="3627346" y="10002"/>
                  </a:lnTo>
                  <a:lnTo>
                    <a:pt x="3763829" y="10002"/>
                  </a:lnTo>
                  <a:lnTo>
                    <a:pt x="3763829" y="20004"/>
                  </a:lnTo>
                  <a:lnTo>
                    <a:pt x="3593416" y="207723"/>
                  </a:lnTo>
                  <a:lnTo>
                    <a:pt x="3763829" y="460837"/>
                  </a:lnTo>
                  <a:lnTo>
                    <a:pt x="3763829" y="471607"/>
                  </a:lnTo>
                  <a:lnTo>
                    <a:pt x="3637370" y="471607"/>
                  </a:lnTo>
                  <a:lnTo>
                    <a:pt x="3517072" y="291581"/>
                  </a:lnTo>
                  <a:lnTo>
                    <a:pt x="3452293" y="363900"/>
                  </a:lnTo>
                  <a:lnTo>
                    <a:pt x="3452293" y="471607"/>
                  </a:lnTo>
                  <a:lnTo>
                    <a:pt x="3340488" y="471607"/>
                  </a:lnTo>
                  <a:lnTo>
                    <a:pt x="3340488" y="10002"/>
                  </a:lnTo>
                  <a:lnTo>
                    <a:pt x="3452293" y="10002"/>
                  </a:lnTo>
                  <a:close/>
                  <a:moveTo>
                    <a:pt x="4115630" y="193874"/>
                  </a:moveTo>
                  <a:lnTo>
                    <a:pt x="4115630" y="281580"/>
                  </a:lnTo>
                  <a:lnTo>
                    <a:pt x="3927471" y="281580"/>
                  </a:lnTo>
                  <a:lnTo>
                    <a:pt x="3927471" y="375439"/>
                  </a:lnTo>
                  <a:lnTo>
                    <a:pt x="4151871" y="375439"/>
                  </a:lnTo>
                  <a:lnTo>
                    <a:pt x="4151871" y="471607"/>
                  </a:lnTo>
                  <a:lnTo>
                    <a:pt x="3815657" y="471607"/>
                  </a:lnTo>
                  <a:lnTo>
                    <a:pt x="3815657" y="10002"/>
                  </a:lnTo>
                  <a:lnTo>
                    <a:pt x="4151871" y="10002"/>
                  </a:lnTo>
                  <a:lnTo>
                    <a:pt x="4151871" y="106170"/>
                  </a:lnTo>
                  <a:lnTo>
                    <a:pt x="3927471" y="106170"/>
                  </a:lnTo>
                  <a:lnTo>
                    <a:pt x="3927471" y="193874"/>
                  </a:lnTo>
                  <a:lnTo>
                    <a:pt x="4115630" y="193874"/>
                  </a:lnTo>
                  <a:close/>
                </a:path>
              </a:pathLst>
            </a:custGeom>
            <a:solidFill>
              <a:srgbClr val="FFFFFF"/>
            </a:solidFill>
            <a:ln>
              <a:noFill/>
            </a:ln>
          </p:spPr>
          <p:txBody>
            <a:bodyPr anchorCtr="0" anchor="t" bIns="73425" lIns="146900" spcFirstLastPara="1" rIns="146900" wrap="square" tIns="73425">
              <a:noAutofit/>
            </a:bodyPr>
            <a:lstStyle/>
            <a:p>
              <a:pPr indent="0" lvl="0" marL="0" marR="0" rtl="0" algn="l">
                <a:spcBef>
                  <a:spcPts val="0"/>
                </a:spcBef>
                <a:spcAft>
                  <a:spcPts val="0"/>
                </a:spcAft>
                <a:buNone/>
              </a:pPr>
              <a:r>
                <a:t/>
              </a:r>
              <a:endParaRPr sz="2894">
                <a:solidFill>
                  <a:srgbClr val="252525"/>
                </a:solidFill>
                <a:latin typeface="Arial"/>
                <a:ea typeface="Arial"/>
                <a:cs typeface="Arial"/>
                <a:sym typeface="Arial"/>
              </a:endParaRPr>
            </a:p>
          </p:txBody>
        </p:sp>
        <p:sp>
          <p:nvSpPr>
            <p:cNvPr id="21" name="Google Shape;21;p2"/>
            <p:cNvSpPr/>
            <p:nvPr/>
          </p:nvSpPr>
          <p:spPr>
            <a:xfrm>
              <a:off x="6848871" y="5019579"/>
              <a:ext cx="6663058" cy="723563"/>
            </a:xfrm>
            <a:custGeom>
              <a:rect b="b" l="l" r="r" t="t"/>
              <a:pathLst>
                <a:path extrusionOk="0" h="482375" w="4442039">
                  <a:moveTo>
                    <a:pt x="379397" y="471607"/>
                  </a:moveTo>
                  <a:lnTo>
                    <a:pt x="298423" y="212339"/>
                  </a:lnTo>
                  <a:lnTo>
                    <a:pt x="221309" y="471607"/>
                  </a:lnTo>
                  <a:lnTo>
                    <a:pt x="134942" y="471607"/>
                  </a:lnTo>
                  <a:lnTo>
                    <a:pt x="0" y="10002"/>
                  </a:lnTo>
                  <a:lnTo>
                    <a:pt x="122608" y="10002"/>
                  </a:lnTo>
                  <a:lnTo>
                    <a:pt x="181216" y="254653"/>
                  </a:lnTo>
                  <a:lnTo>
                    <a:pt x="256780" y="10002"/>
                  </a:lnTo>
                  <a:lnTo>
                    <a:pt x="340065" y="10002"/>
                  </a:lnTo>
                  <a:lnTo>
                    <a:pt x="417179" y="256190"/>
                  </a:lnTo>
                  <a:lnTo>
                    <a:pt x="477328" y="10002"/>
                  </a:lnTo>
                  <a:lnTo>
                    <a:pt x="600706" y="10002"/>
                  </a:lnTo>
                  <a:lnTo>
                    <a:pt x="465764" y="471607"/>
                  </a:lnTo>
                  <a:lnTo>
                    <a:pt x="379397" y="471607"/>
                  </a:lnTo>
                  <a:close/>
                  <a:moveTo>
                    <a:pt x="855318" y="482376"/>
                  </a:moveTo>
                  <a:cubicBezTo>
                    <a:pt x="715745" y="482376"/>
                    <a:pt x="618584" y="373135"/>
                    <a:pt x="618584" y="240801"/>
                  </a:cubicBezTo>
                  <a:cubicBezTo>
                    <a:pt x="618584" y="108478"/>
                    <a:pt x="715745" y="0"/>
                    <a:pt x="855318" y="0"/>
                  </a:cubicBezTo>
                  <a:cubicBezTo>
                    <a:pt x="996432" y="0"/>
                    <a:pt x="1093592" y="108478"/>
                    <a:pt x="1093592" y="240801"/>
                  </a:cubicBezTo>
                  <a:cubicBezTo>
                    <a:pt x="1093592" y="373135"/>
                    <a:pt x="996432" y="482376"/>
                    <a:pt x="855318" y="482376"/>
                  </a:cubicBezTo>
                  <a:close/>
                  <a:moveTo>
                    <a:pt x="855318" y="373903"/>
                  </a:moveTo>
                  <a:cubicBezTo>
                    <a:pt x="923949" y="373903"/>
                    <a:pt x="977926" y="320820"/>
                    <a:pt x="977926" y="240801"/>
                  </a:cubicBezTo>
                  <a:cubicBezTo>
                    <a:pt x="977926" y="160793"/>
                    <a:pt x="923949" y="107708"/>
                    <a:pt x="855318" y="107708"/>
                  </a:cubicBezTo>
                  <a:cubicBezTo>
                    <a:pt x="788227" y="107708"/>
                    <a:pt x="734251" y="160793"/>
                    <a:pt x="734251" y="240801"/>
                  </a:cubicBezTo>
                  <a:cubicBezTo>
                    <a:pt x="734251" y="320820"/>
                    <a:pt x="788227" y="373903"/>
                    <a:pt x="855318" y="373903"/>
                  </a:cubicBezTo>
                  <a:close/>
                  <a:moveTo>
                    <a:pt x="1162899" y="10002"/>
                  </a:moveTo>
                  <a:lnTo>
                    <a:pt x="1367252" y="10002"/>
                  </a:lnTo>
                  <a:cubicBezTo>
                    <a:pt x="1472894" y="10002"/>
                    <a:pt x="1545377" y="75396"/>
                    <a:pt x="1545377" y="165409"/>
                  </a:cubicBezTo>
                  <a:cubicBezTo>
                    <a:pt x="1545377" y="229264"/>
                    <a:pt x="1512227" y="277737"/>
                    <a:pt x="1459010" y="302348"/>
                  </a:cubicBezTo>
                  <a:lnTo>
                    <a:pt x="1459010" y="310811"/>
                  </a:lnTo>
                  <a:lnTo>
                    <a:pt x="1563113" y="463913"/>
                  </a:lnTo>
                  <a:lnTo>
                    <a:pt x="1563113" y="471607"/>
                  </a:lnTo>
                  <a:lnTo>
                    <a:pt x="1435883" y="471607"/>
                  </a:lnTo>
                  <a:lnTo>
                    <a:pt x="1339493" y="320052"/>
                  </a:lnTo>
                  <a:lnTo>
                    <a:pt x="1274713" y="320052"/>
                  </a:lnTo>
                  <a:lnTo>
                    <a:pt x="1274713" y="471607"/>
                  </a:lnTo>
                  <a:lnTo>
                    <a:pt x="1162899" y="471607"/>
                  </a:lnTo>
                  <a:lnTo>
                    <a:pt x="1162899" y="10002"/>
                  </a:lnTo>
                  <a:close/>
                  <a:moveTo>
                    <a:pt x="1429711" y="165409"/>
                  </a:moveTo>
                  <a:cubicBezTo>
                    <a:pt x="1429711" y="125403"/>
                    <a:pt x="1400412" y="106170"/>
                    <a:pt x="1359539" y="106170"/>
                  </a:cubicBezTo>
                  <a:lnTo>
                    <a:pt x="1274713" y="106170"/>
                  </a:lnTo>
                  <a:lnTo>
                    <a:pt x="1274713" y="225422"/>
                  </a:lnTo>
                  <a:lnTo>
                    <a:pt x="1360310" y="225422"/>
                  </a:lnTo>
                  <a:cubicBezTo>
                    <a:pt x="1399641" y="225422"/>
                    <a:pt x="1429711" y="204646"/>
                    <a:pt x="1429711" y="165409"/>
                  </a:cubicBezTo>
                  <a:close/>
                  <a:moveTo>
                    <a:pt x="1943756" y="471607"/>
                  </a:moveTo>
                  <a:lnTo>
                    <a:pt x="1625277" y="471607"/>
                  </a:lnTo>
                  <a:lnTo>
                    <a:pt x="1625277" y="10002"/>
                  </a:lnTo>
                  <a:lnTo>
                    <a:pt x="1737092" y="10002"/>
                  </a:lnTo>
                  <a:lnTo>
                    <a:pt x="1737092" y="375440"/>
                  </a:lnTo>
                  <a:lnTo>
                    <a:pt x="1943756" y="375440"/>
                  </a:lnTo>
                  <a:lnTo>
                    <a:pt x="1943756" y="471607"/>
                  </a:lnTo>
                  <a:close/>
                  <a:moveTo>
                    <a:pt x="2433380" y="240801"/>
                  </a:moveTo>
                  <a:cubicBezTo>
                    <a:pt x="2433380" y="373135"/>
                    <a:pt x="2339301" y="471607"/>
                    <a:pt x="2190475" y="471607"/>
                  </a:cubicBezTo>
                  <a:lnTo>
                    <a:pt x="2012349" y="471607"/>
                  </a:lnTo>
                  <a:lnTo>
                    <a:pt x="2012349" y="10002"/>
                  </a:lnTo>
                  <a:lnTo>
                    <a:pt x="2190475" y="10002"/>
                  </a:lnTo>
                  <a:cubicBezTo>
                    <a:pt x="2339301" y="10002"/>
                    <a:pt x="2433380" y="108478"/>
                    <a:pt x="2433380" y="240801"/>
                  </a:cubicBezTo>
                  <a:close/>
                  <a:moveTo>
                    <a:pt x="2181992" y="106170"/>
                  </a:moveTo>
                  <a:lnTo>
                    <a:pt x="2124164" y="106170"/>
                  </a:lnTo>
                  <a:lnTo>
                    <a:pt x="2124164" y="375440"/>
                  </a:lnTo>
                  <a:lnTo>
                    <a:pt x="2181992" y="375440"/>
                  </a:lnTo>
                  <a:cubicBezTo>
                    <a:pt x="2256795" y="375440"/>
                    <a:pt x="2317714" y="325431"/>
                    <a:pt x="2317714" y="240801"/>
                  </a:cubicBezTo>
                  <a:cubicBezTo>
                    <a:pt x="2317714" y="151560"/>
                    <a:pt x="2256795" y="106170"/>
                    <a:pt x="2181992" y="106170"/>
                  </a:cubicBezTo>
                  <a:close/>
                  <a:moveTo>
                    <a:pt x="2608814" y="106170"/>
                  </a:moveTo>
                  <a:lnTo>
                    <a:pt x="2608814" y="10002"/>
                  </a:lnTo>
                  <a:lnTo>
                    <a:pt x="2981270" y="10002"/>
                  </a:lnTo>
                  <a:lnTo>
                    <a:pt x="2981270" y="106170"/>
                  </a:lnTo>
                  <a:lnTo>
                    <a:pt x="2850949" y="106170"/>
                  </a:lnTo>
                  <a:lnTo>
                    <a:pt x="2850949" y="471607"/>
                  </a:lnTo>
                  <a:lnTo>
                    <a:pt x="2739135" y="471607"/>
                  </a:lnTo>
                  <a:lnTo>
                    <a:pt x="2739135" y="106170"/>
                  </a:lnTo>
                  <a:lnTo>
                    <a:pt x="2608814" y="106170"/>
                  </a:lnTo>
                  <a:close/>
                  <a:moveTo>
                    <a:pt x="3240997" y="482376"/>
                  </a:moveTo>
                  <a:cubicBezTo>
                    <a:pt x="3101414" y="482376"/>
                    <a:pt x="3004254" y="373135"/>
                    <a:pt x="3004254" y="240801"/>
                  </a:cubicBezTo>
                  <a:cubicBezTo>
                    <a:pt x="3004254" y="108478"/>
                    <a:pt x="3101414" y="0"/>
                    <a:pt x="3240997" y="0"/>
                  </a:cubicBezTo>
                  <a:cubicBezTo>
                    <a:pt x="3382111" y="0"/>
                    <a:pt x="3479271" y="108478"/>
                    <a:pt x="3479271" y="240801"/>
                  </a:cubicBezTo>
                  <a:cubicBezTo>
                    <a:pt x="3479271" y="373135"/>
                    <a:pt x="3382111" y="482376"/>
                    <a:pt x="3240997" y="482376"/>
                  </a:cubicBezTo>
                  <a:close/>
                  <a:moveTo>
                    <a:pt x="3240997" y="373903"/>
                  </a:moveTo>
                  <a:cubicBezTo>
                    <a:pt x="3309619" y="373903"/>
                    <a:pt x="3363606" y="320820"/>
                    <a:pt x="3363606" y="240801"/>
                  </a:cubicBezTo>
                  <a:cubicBezTo>
                    <a:pt x="3363606" y="160793"/>
                    <a:pt x="3309619" y="107708"/>
                    <a:pt x="3240997" y="107708"/>
                  </a:cubicBezTo>
                  <a:cubicBezTo>
                    <a:pt x="3173907" y="107708"/>
                    <a:pt x="3119930" y="160793"/>
                    <a:pt x="3119930" y="240801"/>
                  </a:cubicBezTo>
                  <a:cubicBezTo>
                    <a:pt x="3119930" y="320820"/>
                    <a:pt x="3173907" y="373903"/>
                    <a:pt x="3240997" y="373903"/>
                  </a:cubicBezTo>
                  <a:close/>
                  <a:moveTo>
                    <a:pt x="3747529" y="482376"/>
                  </a:moveTo>
                  <a:cubicBezTo>
                    <a:pt x="3622601" y="482376"/>
                    <a:pt x="3542406" y="391598"/>
                    <a:pt x="3542406" y="272348"/>
                  </a:cubicBezTo>
                  <a:lnTo>
                    <a:pt x="3542406" y="10002"/>
                  </a:lnTo>
                  <a:lnTo>
                    <a:pt x="3654221" y="10002"/>
                  </a:lnTo>
                  <a:lnTo>
                    <a:pt x="3654221" y="272348"/>
                  </a:lnTo>
                  <a:cubicBezTo>
                    <a:pt x="3654221" y="330052"/>
                    <a:pt x="3685070" y="373903"/>
                    <a:pt x="3747529" y="373903"/>
                  </a:cubicBezTo>
                  <a:cubicBezTo>
                    <a:pt x="3812300" y="373903"/>
                    <a:pt x="3840829" y="330052"/>
                    <a:pt x="3840829" y="272348"/>
                  </a:cubicBezTo>
                  <a:lnTo>
                    <a:pt x="3840829" y="10002"/>
                  </a:lnTo>
                  <a:lnTo>
                    <a:pt x="3952644" y="10002"/>
                  </a:lnTo>
                  <a:lnTo>
                    <a:pt x="3952644" y="272348"/>
                  </a:lnTo>
                  <a:cubicBezTo>
                    <a:pt x="3952644" y="391598"/>
                    <a:pt x="3875530" y="482376"/>
                    <a:pt x="3747529" y="482376"/>
                  </a:cubicBezTo>
                  <a:close/>
                  <a:moveTo>
                    <a:pt x="4041825" y="10002"/>
                  </a:moveTo>
                  <a:lnTo>
                    <a:pt x="4246178" y="10002"/>
                  </a:lnTo>
                  <a:cubicBezTo>
                    <a:pt x="4351821" y="10002"/>
                    <a:pt x="4424304" y="75396"/>
                    <a:pt x="4424304" y="165409"/>
                  </a:cubicBezTo>
                  <a:cubicBezTo>
                    <a:pt x="4424304" y="229264"/>
                    <a:pt x="4391143" y="277737"/>
                    <a:pt x="4337937" y="302348"/>
                  </a:cubicBezTo>
                  <a:lnTo>
                    <a:pt x="4337937" y="310811"/>
                  </a:lnTo>
                  <a:lnTo>
                    <a:pt x="4442040" y="463913"/>
                  </a:lnTo>
                  <a:lnTo>
                    <a:pt x="4442040" y="471607"/>
                  </a:lnTo>
                  <a:lnTo>
                    <a:pt x="4314809" y="471607"/>
                  </a:lnTo>
                  <a:lnTo>
                    <a:pt x="4218420" y="320052"/>
                  </a:lnTo>
                  <a:lnTo>
                    <a:pt x="4153640" y="320052"/>
                  </a:lnTo>
                  <a:lnTo>
                    <a:pt x="4153640" y="471607"/>
                  </a:lnTo>
                  <a:lnTo>
                    <a:pt x="4041825" y="471607"/>
                  </a:lnTo>
                  <a:lnTo>
                    <a:pt x="4041825" y="10002"/>
                  </a:lnTo>
                  <a:close/>
                  <a:moveTo>
                    <a:pt x="4308638" y="165409"/>
                  </a:moveTo>
                  <a:cubicBezTo>
                    <a:pt x="4308638" y="125403"/>
                    <a:pt x="4279339" y="106170"/>
                    <a:pt x="4238466" y="106170"/>
                  </a:cubicBezTo>
                  <a:lnTo>
                    <a:pt x="4153640" y="106170"/>
                  </a:lnTo>
                  <a:lnTo>
                    <a:pt x="4153640" y="225422"/>
                  </a:lnTo>
                  <a:lnTo>
                    <a:pt x="4239236" y="225422"/>
                  </a:lnTo>
                  <a:cubicBezTo>
                    <a:pt x="4278559" y="225422"/>
                    <a:pt x="4308638" y="204646"/>
                    <a:pt x="4308638" y="165409"/>
                  </a:cubicBezTo>
                  <a:close/>
                </a:path>
              </a:pathLst>
            </a:custGeom>
            <a:solidFill>
              <a:schemeClr val="lt1"/>
            </a:solidFill>
            <a:ln>
              <a:noFill/>
            </a:ln>
          </p:spPr>
          <p:txBody>
            <a:bodyPr anchorCtr="0" anchor="t" bIns="73425" lIns="146900" spcFirstLastPara="1" rIns="146900" wrap="square" tIns="73425">
              <a:noAutofit/>
            </a:bodyPr>
            <a:lstStyle/>
            <a:p>
              <a:pPr indent="0" lvl="0" marL="0" marR="0" rtl="0" algn="l">
                <a:spcBef>
                  <a:spcPts val="0"/>
                </a:spcBef>
                <a:spcAft>
                  <a:spcPts val="0"/>
                </a:spcAft>
                <a:buNone/>
              </a:pPr>
              <a:r>
                <a:t/>
              </a:r>
              <a:endParaRPr sz="2894">
                <a:solidFill>
                  <a:srgbClr val="252525"/>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Cover 01">
    <p:bg>
      <p:bgPr>
        <a:solidFill>
          <a:schemeClr val="accent1"/>
        </a:solidFill>
      </p:bgPr>
    </p:bg>
    <p:spTree>
      <p:nvGrpSpPr>
        <p:cNvPr id="22" name="Shape 22"/>
        <p:cNvGrpSpPr/>
        <p:nvPr/>
      </p:nvGrpSpPr>
      <p:grpSpPr>
        <a:xfrm>
          <a:off x="0" y="0"/>
          <a:ext cx="0" cy="0"/>
          <a:chOff x="0" y="0"/>
          <a:chExt cx="0" cy="0"/>
        </a:xfrm>
      </p:grpSpPr>
      <p:sp>
        <p:nvSpPr>
          <p:cNvPr id="23" name="Google Shape;23;p3"/>
          <p:cNvSpPr txBox="1"/>
          <p:nvPr>
            <p:ph idx="1" type="subTitle"/>
          </p:nvPr>
        </p:nvSpPr>
        <p:spPr>
          <a:xfrm>
            <a:off x="729753" y="6263606"/>
            <a:ext cx="11839200" cy="818400"/>
          </a:xfrm>
          <a:prstGeom prst="rect">
            <a:avLst/>
          </a:prstGeom>
          <a:noFill/>
          <a:ln>
            <a:noFill/>
          </a:ln>
        </p:spPr>
        <p:txBody>
          <a:bodyPr anchorCtr="0" anchor="t" bIns="45700" lIns="182900" spcFirstLastPara="1" rIns="91450" wrap="square" tIns="0">
            <a:noAutofit/>
          </a:bodyPr>
          <a:lstStyle>
            <a:lvl1pPr lvl="0" algn="l">
              <a:lnSpc>
                <a:spcPct val="114000"/>
              </a:lnSpc>
              <a:spcBef>
                <a:spcPts val="0"/>
              </a:spcBef>
              <a:spcAft>
                <a:spcPts val="0"/>
              </a:spcAft>
              <a:buClr>
                <a:schemeClr val="dk1"/>
              </a:buClr>
              <a:buSzPts val="3600"/>
              <a:buNone/>
              <a:defRPr b="1" sz="3600">
                <a:solidFill>
                  <a:schemeClr val="dk1"/>
                </a:solidFill>
              </a:defRPr>
            </a:lvl1pPr>
            <a:lvl2pPr lvl="1" algn="ctr">
              <a:lnSpc>
                <a:spcPct val="114000"/>
              </a:lnSpc>
              <a:spcBef>
                <a:spcPts val="2000"/>
              </a:spcBef>
              <a:spcAft>
                <a:spcPts val="0"/>
              </a:spcAft>
              <a:buSzPts val="3000"/>
              <a:buNone/>
              <a:defRPr sz="3000"/>
            </a:lvl2pPr>
            <a:lvl3pPr lvl="2" algn="ctr">
              <a:lnSpc>
                <a:spcPct val="114000"/>
              </a:lnSpc>
              <a:spcBef>
                <a:spcPts val="1200"/>
              </a:spcBef>
              <a:spcAft>
                <a:spcPts val="0"/>
              </a:spcAft>
              <a:buSzPts val="2800"/>
              <a:buNone/>
              <a:defRPr sz="2800"/>
            </a:lvl3pPr>
            <a:lvl4pPr lvl="3" algn="ctr">
              <a:lnSpc>
                <a:spcPct val="114000"/>
              </a:lnSpc>
              <a:spcBef>
                <a:spcPts val="1200"/>
              </a:spcBef>
              <a:spcAft>
                <a:spcPts val="0"/>
              </a:spcAft>
              <a:buSzPts val="2400"/>
              <a:buNone/>
              <a:defRPr sz="2400"/>
            </a:lvl4pPr>
            <a:lvl5pPr lvl="4" algn="ctr">
              <a:lnSpc>
                <a:spcPct val="114000"/>
              </a:lnSpc>
              <a:spcBef>
                <a:spcPts val="1200"/>
              </a:spcBef>
              <a:spcAft>
                <a:spcPts val="0"/>
              </a:spcAft>
              <a:buSzPts val="2400"/>
              <a:buNone/>
              <a:defRPr sz="2400"/>
            </a:lvl5pPr>
            <a:lvl6pPr lvl="5" algn="ctr">
              <a:lnSpc>
                <a:spcPct val="90000"/>
              </a:lnSpc>
              <a:spcBef>
                <a:spcPts val="12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p:txBody>
      </p:sp>
      <p:sp>
        <p:nvSpPr>
          <p:cNvPr id="24" name="Google Shape;24;p3"/>
          <p:cNvSpPr txBox="1"/>
          <p:nvPr>
            <p:ph idx="2" type="body"/>
          </p:nvPr>
        </p:nvSpPr>
        <p:spPr>
          <a:xfrm>
            <a:off x="729753" y="8369193"/>
            <a:ext cx="7270800" cy="759000"/>
          </a:xfrm>
          <a:prstGeom prst="rect">
            <a:avLst/>
          </a:prstGeom>
          <a:noFill/>
          <a:ln>
            <a:noFill/>
          </a:ln>
        </p:spPr>
        <p:txBody>
          <a:bodyPr anchorCtr="0" anchor="b" bIns="45700" lIns="182900" spcFirstLastPara="1" rIns="91450" wrap="square" tIns="45700">
            <a:noAutofit/>
          </a:bodyPr>
          <a:lstStyle>
            <a:lvl1pPr indent="-228600" lvl="0" marL="457200" algn="l">
              <a:lnSpc>
                <a:spcPct val="114000"/>
              </a:lnSpc>
              <a:spcBef>
                <a:spcPts val="0"/>
              </a:spcBef>
              <a:spcAft>
                <a:spcPts val="0"/>
              </a:spcAft>
              <a:buClr>
                <a:schemeClr val="dk1"/>
              </a:buClr>
              <a:buSzPts val="2800"/>
              <a:buNone/>
              <a:defRPr b="1" sz="2800">
                <a:solidFill>
                  <a:schemeClr val="dk1"/>
                </a:solidFill>
              </a:defRPr>
            </a:lvl1pPr>
            <a:lvl2pPr indent="-228600" lvl="1" marL="914400" algn="l">
              <a:lnSpc>
                <a:spcPct val="114000"/>
              </a:lnSpc>
              <a:spcBef>
                <a:spcPts val="0"/>
              </a:spcBef>
              <a:spcAft>
                <a:spcPts val="0"/>
              </a:spcAft>
              <a:buSzPts val="2800"/>
              <a:buNone/>
              <a:defRPr sz="2800"/>
            </a:lvl2pPr>
            <a:lvl3pPr indent="-228600" lvl="2" marL="1371600" algn="l">
              <a:lnSpc>
                <a:spcPct val="114000"/>
              </a:lnSpc>
              <a:spcBef>
                <a:spcPts val="1200"/>
              </a:spcBef>
              <a:spcAft>
                <a:spcPts val="0"/>
              </a:spcAft>
              <a:buSzPts val="2800"/>
              <a:buNone/>
              <a:defRPr sz="2800"/>
            </a:lvl3pPr>
            <a:lvl4pPr indent="-228600" lvl="3" marL="1828800" algn="l">
              <a:lnSpc>
                <a:spcPct val="114000"/>
              </a:lnSpc>
              <a:spcBef>
                <a:spcPts val="1200"/>
              </a:spcBef>
              <a:spcAft>
                <a:spcPts val="0"/>
              </a:spcAft>
              <a:buSzPts val="2800"/>
              <a:buNone/>
              <a:defRPr sz="2800"/>
            </a:lvl4pPr>
            <a:lvl5pPr indent="-228600" lvl="4" marL="2286000" algn="l">
              <a:lnSpc>
                <a:spcPct val="114000"/>
              </a:lnSpc>
              <a:spcBef>
                <a:spcPts val="1200"/>
              </a:spcBef>
              <a:spcAft>
                <a:spcPts val="0"/>
              </a:spcAft>
              <a:buSzPts val="2800"/>
              <a:buNone/>
              <a:defRPr sz="2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25" name="Google Shape;25;p3"/>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26" name="Google Shape;26;p3"/>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Arial"/>
              <a:buNone/>
            </a:pPr>
            <a:r>
              <a:rPr b="0" i="0" lang="en-US" sz="1200" u="none" cap="none" strike="noStrike">
                <a:solidFill>
                  <a:schemeClr val="lt1"/>
                </a:solidFill>
                <a:latin typeface="Arial"/>
                <a:ea typeface="Arial"/>
                <a:cs typeface="Arial"/>
                <a:sym typeface="Arial"/>
              </a:rPr>
              <a:t>© 202</a:t>
            </a:r>
            <a:r>
              <a:rPr lang="en-US" sz="1200">
                <a:solidFill>
                  <a:schemeClr val="lt1"/>
                </a:solidFill>
              </a:rPr>
              <a:t>6</a:t>
            </a:r>
            <a:r>
              <a:rPr b="0" i="0" lang="en-US" sz="1200" u="none" cap="none" strike="noStrike">
                <a:solidFill>
                  <a:schemeClr val="lt1"/>
                </a:solidFill>
                <a:latin typeface="Arial"/>
                <a:ea typeface="Arial"/>
                <a:cs typeface="Arial"/>
                <a:sym typeface="Arial"/>
              </a:rPr>
              <a:t> Snowflake Inc. All Rights Reserved</a:t>
            </a:r>
            <a:endParaRPr b="0" i="0" sz="1200" u="none" cap="none" strike="noStrike">
              <a:solidFill>
                <a:schemeClr val="lt1"/>
              </a:solidFill>
              <a:latin typeface="Arial"/>
              <a:ea typeface="Arial"/>
              <a:cs typeface="Arial"/>
              <a:sym typeface="Arial"/>
            </a:endParaRPr>
          </a:p>
        </p:txBody>
      </p:sp>
      <p:sp>
        <p:nvSpPr>
          <p:cNvPr id="27" name="Google Shape;27;p3"/>
          <p:cNvSpPr txBox="1"/>
          <p:nvPr>
            <p:ph type="title"/>
          </p:nvPr>
        </p:nvSpPr>
        <p:spPr>
          <a:xfrm>
            <a:off x="729750" y="1328425"/>
            <a:ext cx="13417800" cy="4655400"/>
          </a:xfrm>
          <a:prstGeom prst="rect">
            <a:avLst/>
          </a:prstGeom>
          <a:noFill/>
          <a:ln>
            <a:noFill/>
          </a:ln>
        </p:spPr>
        <p:txBody>
          <a:bodyPr anchorCtr="0" anchor="b" bIns="91450" lIns="91450" spcFirstLastPara="1" rIns="91450" wrap="square" tIns="91450">
            <a:noAutofit/>
          </a:bodyPr>
          <a:lstStyle>
            <a:lvl1pPr indent="0" lvl="0" marL="0" marR="0" algn="l">
              <a:lnSpc>
                <a:spcPct val="85000"/>
              </a:lnSpc>
              <a:spcBef>
                <a:spcPts val="0"/>
              </a:spcBef>
              <a:spcAft>
                <a:spcPts val="0"/>
              </a:spcAft>
              <a:buClr>
                <a:schemeClr val="lt1"/>
              </a:buClr>
              <a:buSzPts val="8800"/>
              <a:buNone/>
              <a:defRPr sz="8800">
                <a:solidFill>
                  <a:schemeClr val="lt1"/>
                </a:solidFill>
              </a:defRPr>
            </a:lvl1pPr>
            <a:lvl2pPr lvl="1">
              <a:lnSpc>
                <a:spcPct val="105000"/>
              </a:lnSpc>
              <a:spcBef>
                <a:spcPts val="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2pPr>
            <a:lvl3pPr lvl="2">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3pPr>
            <a:lvl4pPr lvl="3">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4pPr>
            <a:lvl5pPr lvl="4">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5pPr>
            <a:lvl6pPr lvl="5">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6pPr>
            <a:lvl7pPr lvl="6">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7pPr>
            <a:lvl8pPr lvl="7">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8pPr>
            <a:lvl9pPr lvl="8">
              <a:lnSpc>
                <a:spcPct val="105000"/>
              </a:lnSpc>
              <a:spcBef>
                <a:spcPts val="1000"/>
              </a:spcBef>
              <a:spcAft>
                <a:spcPts val="1000"/>
              </a:spcAft>
              <a:buClr>
                <a:schemeClr val="lt1"/>
              </a:buClr>
              <a:buSzPts val="8800"/>
              <a:buFont typeface="Arial Black"/>
              <a:buNone/>
              <a:defRPr b="0" sz="8800">
                <a:solidFill>
                  <a:schemeClr val="lt1"/>
                </a:solidFill>
                <a:latin typeface="Arial Black"/>
                <a:ea typeface="Arial Black"/>
                <a:cs typeface="Arial Black"/>
                <a:sym typeface="Arial Black"/>
              </a:defRPr>
            </a:lvl9pPr>
          </a:lstStyle>
          <a:p/>
        </p:txBody>
      </p:sp>
      <p:pic>
        <p:nvPicPr>
          <p:cNvPr id="28" name="Google Shape;28;p3" title="swt25-cloud-06.png"/>
          <p:cNvPicPr preferRelativeResize="0"/>
          <p:nvPr/>
        </p:nvPicPr>
        <p:blipFill>
          <a:blip r:embed="rId2">
            <a:alphaModFix/>
          </a:blip>
          <a:stretch>
            <a:fillRect/>
          </a:stretch>
        </p:blipFill>
        <p:spPr>
          <a:xfrm>
            <a:off x="14731749" y="4763049"/>
            <a:ext cx="3005153" cy="1716800"/>
          </a:xfrm>
          <a:prstGeom prst="rect">
            <a:avLst/>
          </a:prstGeom>
          <a:noFill/>
          <a:ln>
            <a:noFill/>
          </a:ln>
        </p:spPr>
      </p:pic>
      <p:pic>
        <p:nvPicPr>
          <p:cNvPr id="29" name="Google Shape;29;p3" title="swt25-cloud-06.png"/>
          <p:cNvPicPr preferRelativeResize="0"/>
          <p:nvPr/>
        </p:nvPicPr>
        <p:blipFill>
          <a:blip r:embed="rId2">
            <a:alphaModFix/>
          </a:blip>
          <a:stretch>
            <a:fillRect/>
          </a:stretch>
        </p:blipFill>
        <p:spPr>
          <a:xfrm>
            <a:off x="11216550" y="5983843"/>
            <a:ext cx="3005153" cy="1716805"/>
          </a:xfrm>
          <a:prstGeom prst="rect">
            <a:avLst/>
          </a:prstGeom>
          <a:noFill/>
          <a:ln>
            <a:noFill/>
          </a:ln>
        </p:spPr>
      </p:pic>
      <p:pic>
        <p:nvPicPr>
          <p:cNvPr id="30" name="Google Shape;30;p3" title="sno25-swt-vignettes-r7-rgb_left-corner-1 copy.png"/>
          <p:cNvPicPr preferRelativeResize="0"/>
          <p:nvPr/>
        </p:nvPicPr>
        <p:blipFill rotWithShape="1">
          <a:blip r:embed="rId3">
            <a:alphaModFix/>
          </a:blip>
          <a:srcRect b="2061" l="0" r="0" t="2061"/>
          <a:stretch/>
        </p:blipFill>
        <p:spPr>
          <a:xfrm>
            <a:off x="10495747" y="4107375"/>
            <a:ext cx="7792251" cy="6179627"/>
          </a:xfrm>
          <a:prstGeom prst="rect">
            <a:avLst/>
          </a:prstGeom>
          <a:noFill/>
          <a:ln>
            <a:noFill/>
          </a:ln>
        </p:spPr>
      </p:pic>
    </p:spTree>
  </p:cSld>
  <p:clrMapOvr>
    <a:masterClrMapping/>
  </p:clrMapOvr>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31" name="Shape 31"/>
        <p:cNvGrpSpPr/>
        <p:nvPr/>
      </p:nvGrpSpPr>
      <p:grpSpPr>
        <a:xfrm>
          <a:off x="0" y="0"/>
          <a:ext cx="0" cy="0"/>
          <a:chOff x="0" y="0"/>
          <a:chExt cx="0" cy="0"/>
        </a:xfrm>
      </p:grpSpPr>
      <p:sp>
        <p:nvSpPr>
          <p:cNvPr id="32" name="Google Shape;32;p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33" name="Google Shape;33;p4"/>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29292"/>
              </a:buClr>
              <a:buSzPts val="1200"/>
              <a:buFont typeface="Arial"/>
              <a:buNone/>
            </a:pPr>
            <a:r>
              <a:rPr b="0" i="0" lang="en-US" sz="1200" u="none" cap="none" strike="noStrike">
                <a:solidFill>
                  <a:srgbClr val="929292"/>
                </a:solidFill>
                <a:latin typeface="Arial"/>
                <a:ea typeface="Arial"/>
                <a:cs typeface="Arial"/>
                <a:sym typeface="Arial"/>
              </a:rPr>
              <a:t>© 202</a:t>
            </a:r>
            <a:r>
              <a:rPr lang="en-US" sz="1200">
                <a:solidFill>
                  <a:srgbClr val="929292"/>
                </a:solidFill>
              </a:rPr>
              <a:t>6</a:t>
            </a:r>
            <a:r>
              <a:rPr b="0" i="0" lang="en-US" sz="1200" u="none" cap="none" strike="noStrike">
                <a:solidFill>
                  <a:srgbClr val="929292"/>
                </a:solidFill>
                <a:latin typeface="Arial"/>
                <a:ea typeface="Arial"/>
                <a:cs typeface="Arial"/>
                <a:sym typeface="Arial"/>
              </a:rPr>
              <a:t> Snowflake Inc. All Rights Reserved</a:t>
            </a:r>
            <a:endParaRPr b="0" i="0" sz="1200" u="none" cap="none" strike="noStrike">
              <a:solidFill>
                <a:srgbClr val="929292"/>
              </a:solidFill>
              <a:latin typeface="Arial"/>
              <a:ea typeface="Arial"/>
              <a:cs typeface="Arial"/>
              <a:sym typeface="Arial"/>
            </a:endParaRPr>
          </a:p>
        </p:txBody>
      </p:sp>
      <p:sp>
        <p:nvSpPr>
          <p:cNvPr id="34" name="Google Shape;34;p4"/>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b="0" i="0" lang="en-US" sz="1200" u="none" cap="none" strike="noStrike">
                <a:solidFill>
                  <a:srgbClr val="929292"/>
                </a:solidFill>
                <a:latin typeface="Arial"/>
                <a:ea typeface="Arial"/>
                <a:cs typeface="Arial"/>
                <a:sym typeface="Arial"/>
              </a:rPr>
              <a:t>‹#›</a:t>
            </a:fld>
            <a:endParaRPr b="0" i="0" sz="1200" u="none" cap="none" strike="noStrike">
              <a:solidFill>
                <a:srgbClr val="929292"/>
              </a:solidFill>
              <a:latin typeface="Arial"/>
              <a:ea typeface="Arial"/>
              <a:cs typeface="Arial"/>
              <a:sym typeface="Arial"/>
            </a:endParaRPr>
          </a:p>
        </p:txBody>
      </p:sp>
      <p:sp>
        <p:nvSpPr>
          <p:cNvPr id="35" name="Google Shape;35;p4"/>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
          <p:cNvSpPr txBox="1"/>
          <p:nvPr>
            <p:ph idx="1"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37" name="Google Shape;37;p4"/>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b="0" i="0" sz="36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bg>
      <p:bgPr>
        <a:solidFill>
          <a:schemeClr val="lt1"/>
        </a:solidFill>
      </p:bgPr>
    </p:bg>
    <p:spTree>
      <p:nvGrpSpPr>
        <p:cNvPr id="38" name="Shape 38"/>
        <p:cNvGrpSpPr/>
        <p:nvPr/>
      </p:nvGrpSpPr>
      <p:grpSpPr>
        <a:xfrm>
          <a:off x="0" y="0"/>
          <a:ext cx="0" cy="0"/>
          <a:chOff x="0" y="0"/>
          <a:chExt cx="0" cy="0"/>
        </a:xfrm>
      </p:grpSpPr>
      <p:sp>
        <p:nvSpPr>
          <p:cNvPr id="39" name="Google Shape;39;p5"/>
          <p:cNvSpPr/>
          <p:nvPr/>
        </p:nvSpPr>
        <p:spPr>
          <a:xfrm>
            <a:off x="0" y="2"/>
            <a:ext cx="18288000" cy="2407200"/>
          </a:xfrm>
          <a:prstGeom prst="rect">
            <a:avLst/>
          </a:prstGeom>
          <a:solidFill>
            <a:srgbClr val="28B5E8"/>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700" u="none" cap="none" strike="noStrike">
              <a:solidFill>
                <a:srgbClr val="FFFFFF"/>
              </a:solidFill>
              <a:latin typeface="Arial"/>
              <a:ea typeface="Arial"/>
              <a:cs typeface="Arial"/>
              <a:sym typeface="Arial"/>
            </a:endParaRPr>
          </a:p>
        </p:txBody>
      </p:sp>
      <p:pic>
        <p:nvPicPr>
          <p:cNvPr id="40" name="Google Shape;40;p5" title="swt25-cloud-06.png"/>
          <p:cNvPicPr preferRelativeResize="0"/>
          <p:nvPr/>
        </p:nvPicPr>
        <p:blipFill>
          <a:blip r:embed="rId2">
            <a:alphaModFix/>
          </a:blip>
          <a:stretch>
            <a:fillRect/>
          </a:stretch>
        </p:blipFill>
        <p:spPr>
          <a:xfrm>
            <a:off x="10676749" y="788500"/>
            <a:ext cx="1453199" cy="830203"/>
          </a:xfrm>
          <a:prstGeom prst="rect">
            <a:avLst/>
          </a:prstGeom>
          <a:noFill/>
          <a:ln>
            <a:noFill/>
          </a:ln>
        </p:spPr>
      </p:pic>
      <p:pic>
        <p:nvPicPr>
          <p:cNvPr id="41" name="Google Shape;41;p5" title="swt25-cloud-06.png"/>
          <p:cNvPicPr preferRelativeResize="0"/>
          <p:nvPr/>
        </p:nvPicPr>
        <p:blipFill>
          <a:blip r:embed="rId2">
            <a:alphaModFix/>
          </a:blip>
          <a:stretch>
            <a:fillRect/>
          </a:stretch>
        </p:blipFill>
        <p:spPr>
          <a:xfrm>
            <a:off x="14414852" y="371762"/>
            <a:ext cx="2628454" cy="1501631"/>
          </a:xfrm>
          <a:prstGeom prst="rect">
            <a:avLst/>
          </a:prstGeom>
          <a:noFill/>
          <a:ln>
            <a:noFill/>
          </a:ln>
        </p:spPr>
      </p:pic>
      <p:sp>
        <p:nvSpPr>
          <p:cNvPr id="42" name="Google Shape;42;p5"/>
          <p:cNvSpPr/>
          <p:nvPr/>
        </p:nvSpPr>
        <p:spPr>
          <a:xfrm>
            <a:off x="0" y="2540002"/>
            <a:ext cx="18288000" cy="7747200"/>
          </a:xfrm>
          <a:prstGeom prst="rect">
            <a:avLst/>
          </a:prstGeom>
          <a:solidFill>
            <a:srgbClr val="28B5E8"/>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700" u="none" cap="none" strike="noStrike">
              <a:solidFill>
                <a:srgbClr val="FFFFFF"/>
              </a:solidFill>
              <a:latin typeface="Arial"/>
              <a:ea typeface="Arial"/>
              <a:cs typeface="Arial"/>
              <a:sym typeface="Arial"/>
            </a:endParaRPr>
          </a:p>
        </p:txBody>
      </p:sp>
      <p:pic>
        <p:nvPicPr>
          <p:cNvPr id="43" name="Google Shape;43;p5" title="sno25-swt-cityscape-v3-rgb-1.png"/>
          <p:cNvPicPr preferRelativeResize="0"/>
          <p:nvPr/>
        </p:nvPicPr>
        <p:blipFill rotWithShape="1">
          <a:blip r:embed="rId3">
            <a:alphaModFix/>
          </a:blip>
          <a:srcRect b="0" l="-487" r="29955" t="9967"/>
          <a:stretch/>
        </p:blipFill>
        <p:spPr>
          <a:xfrm>
            <a:off x="9875000" y="0"/>
            <a:ext cx="8413000" cy="2407200"/>
          </a:xfrm>
          <a:prstGeom prst="rect">
            <a:avLst/>
          </a:prstGeom>
          <a:noFill/>
          <a:ln>
            <a:noFill/>
          </a:ln>
        </p:spPr>
      </p:pic>
      <p:sp>
        <p:nvSpPr>
          <p:cNvPr id="44" name="Google Shape;44;p5"/>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45" name="Google Shape;45;p5"/>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Arial"/>
              <a:buNone/>
            </a:pPr>
            <a:r>
              <a:rPr b="0" i="0" lang="en-US" sz="1200">
                <a:solidFill>
                  <a:schemeClr val="lt1"/>
                </a:solidFill>
                <a:latin typeface="Arial"/>
                <a:ea typeface="Arial"/>
                <a:cs typeface="Arial"/>
                <a:sym typeface="Arial"/>
              </a:rPr>
              <a:t>© 202</a:t>
            </a:r>
            <a:r>
              <a:rPr lang="en-US" sz="1200">
                <a:solidFill>
                  <a:schemeClr val="lt1"/>
                </a:solidFill>
              </a:rPr>
              <a:t>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46" name="Google Shape;46;p5"/>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chemeClr val="lt1"/>
                </a:solidFill>
                <a:latin typeface="Arial"/>
                <a:ea typeface="Arial"/>
                <a:cs typeface="Arial"/>
                <a:sym typeface="Arial"/>
              </a:rPr>
              <a:t>‹#›</a:t>
            </a:fld>
            <a:endParaRPr i="0" sz="120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solidFill>
          <a:schemeClr val="accent1"/>
        </a:solidFill>
      </p:bgPr>
    </p:bg>
    <p:spTree>
      <p:nvGrpSpPr>
        <p:cNvPr id="47" name="Shape 47"/>
        <p:cNvGrpSpPr/>
        <p:nvPr/>
      </p:nvGrpSpPr>
      <p:grpSpPr>
        <a:xfrm>
          <a:off x="0" y="0"/>
          <a:ext cx="0" cy="0"/>
          <a:chOff x="0" y="0"/>
          <a:chExt cx="0" cy="0"/>
        </a:xfrm>
      </p:grpSpPr>
      <p:sp>
        <p:nvSpPr>
          <p:cNvPr id="48" name="Google Shape;48;p6"/>
          <p:cNvSpPr txBox="1"/>
          <p:nvPr>
            <p:ph idx="1" type="body"/>
          </p:nvPr>
        </p:nvSpPr>
        <p:spPr>
          <a:xfrm>
            <a:off x="1864659" y="1679945"/>
            <a:ext cx="12893400" cy="6996000"/>
          </a:xfrm>
          <a:prstGeom prst="rect">
            <a:avLst/>
          </a:prstGeom>
          <a:noFill/>
          <a:ln>
            <a:noFill/>
          </a:ln>
        </p:spPr>
        <p:txBody>
          <a:bodyPr anchorCtr="0" anchor="t" bIns="45700" lIns="91450" spcFirstLastPara="1" rIns="91450" wrap="square" tIns="45700">
            <a:noAutofit/>
          </a:bodyPr>
          <a:lstStyle>
            <a:lvl1pPr indent="-228600" lvl="0" marL="457200" algn="l">
              <a:lnSpc>
                <a:spcPct val="114000"/>
              </a:lnSpc>
              <a:spcBef>
                <a:spcPts val="0"/>
              </a:spcBef>
              <a:spcAft>
                <a:spcPts val="0"/>
              </a:spcAft>
              <a:buClr>
                <a:schemeClr val="lt1"/>
              </a:buClr>
              <a:buSzPts val="3600"/>
              <a:buNone/>
              <a:defRPr b="1">
                <a:solidFill>
                  <a:schemeClr val="dk1"/>
                </a:solidFill>
              </a:defRPr>
            </a:lvl1pPr>
            <a:lvl2pPr indent="-457200" lvl="1" marL="914400" algn="l">
              <a:lnSpc>
                <a:spcPct val="114000"/>
              </a:lnSpc>
              <a:spcBef>
                <a:spcPts val="2000"/>
              </a:spcBef>
              <a:spcAft>
                <a:spcPts val="0"/>
              </a:spcAft>
              <a:buClr>
                <a:schemeClr val="lt1"/>
              </a:buClr>
              <a:buSzPts val="3600"/>
              <a:buChar char="•"/>
              <a:defRPr b="1">
                <a:solidFill>
                  <a:schemeClr val="dk1"/>
                </a:solidFill>
              </a:defRPr>
            </a:lvl2pPr>
            <a:lvl3pPr indent="-419100" lvl="2" marL="1371600" algn="l">
              <a:lnSpc>
                <a:spcPct val="114000"/>
              </a:lnSpc>
              <a:spcBef>
                <a:spcPts val="1200"/>
              </a:spcBef>
              <a:spcAft>
                <a:spcPts val="0"/>
              </a:spcAft>
              <a:buClr>
                <a:schemeClr val="lt1"/>
              </a:buClr>
              <a:buSzPts val="3000"/>
              <a:buChar char="•"/>
              <a:defRPr b="1">
                <a:solidFill>
                  <a:schemeClr val="dk1"/>
                </a:solidFill>
              </a:defRPr>
            </a:lvl3pPr>
            <a:lvl4pPr indent="-406400" lvl="3" marL="1828800" algn="l">
              <a:lnSpc>
                <a:spcPct val="114000"/>
              </a:lnSpc>
              <a:spcBef>
                <a:spcPts val="1200"/>
              </a:spcBef>
              <a:spcAft>
                <a:spcPts val="0"/>
              </a:spcAft>
              <a:buClr>
                <a:schemeClr val="lt1"/>
              </a:buClr>
              <a:buSzPts val="2800"/>
              <a:buChar char="•"/>
              <a:defRPr b="1">
                <a:solidFill>
                  <a:schemeClr val="dk1"/>
                </a:solidFill>
              </a:defRPr>
            </a:lvl4pPr>
            <a:lvl5pPr indent="-406400" lvl="4" marL="2286000" algn="l">
              <a:lnSpc>
                <a:spcPct val="114000"/>
              </a:lnSpc>
              <a:spcBef>
                <a:spcPts val="1200"/>
              </a:spcBef>
              <a:spcAft>
                <a:spcPts val="0"/>
              </a:spcAft>
              <a:buClr>
                <a:schemeClr val="lt1"/>
              </a:buClr>
              <a:buSzPts val="2800"/>
              <a:buChar char="•"/>
              <a:defRPr b="1">
                <a:solidFill>
                  <a:schemeClr val="dk1"/>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49" name="Google Shape;49;p6"/>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50" name="Google Shape;50;p6"/>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indent="0" lvl="0" marL="0" marR="0" rtl="0" algn="l">
              <a:spcBef>
                <a:spcPts val="0"/>
              </a:spcBef>
              <a:spcAft>
                <a:spcPts val="0"/>
              </a:spcAft>
              <a:buClr>
                <a:schemeClr val="lt1"/>
              </a:buClr>
              <a:buSzPts val="1200"/>
              <a:buFont typeface="Arial"/>
              <a:buNone/>
            </a:pPr>
            <a:r>
              <a:t/>
            </a:r>
            <a:endParaRPr sz="1200">
              <a:solidFill>
                <a:schemeClr val="lt1"/>
              </a:solidFill>
            </a:endParaRPr>
          </a:p>
        </p:txBody>
      </p:sp>
      <p:sp>
        <p:nvSpPr>
          <p:cNvPr id="51" name="Google Shape;51;p6"/>
          <p:cNvSpPr txBox="1"/>
          <p:nvPr>
            <p:ph type="title"/>
          </p:nvPr>
        </p:nvSpPr>
        <p:spPr>
          <a:xfrm>
            <a:off x="709117" y="727121"/>
            <a:ext cx="16740600" cy="731400"/>
          </a:xfrm>
          <a:prstGeom prst="rect">
            <a:avLst/>
          </a:prstGeom>
          <a:noFill/>
          <a:ln>
            <a:noFill/>
          </a:ln>
        </p:spPr>
        <p:txBody>
          <a:bodyPr anchorCtr="0" anchor="t" bIns="0" lIns="182900" spcFirstLastPara="1" rIns="182900" wrap="square" tIns="182900">
            <a:noAutofit/>
          </a:bodyPr>
          <a:lstStyle>
            <a:lvl1pPr lvl="0" algn="l">
              <a:lnSpc>
                <a:spcPct val="85000"/>
              </a:lnSpc>
              <a:spcBef>
                <a:spcPts val="0"/>
              </a:spcBef>
              <a:spcAft>
                <a:spcPts val="0"/>
              </a:spcAft>
              <a:buClr>
                <a:schemeClr val="lt1"/>
              </a:buClr>
              <a:buSzPts val="5200"/>
              <a:buFont typeface="Arial"/>
              <a:buNone/>
              <a:defRPr b="1" sz="5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2" name="Google Shape;52;p6" title="swt25-cloud-06.png"/>
          <p:cNvPicPr preferRelativeResize="0"/>
          <p:nvPr/>
        </p:nvPicPr>
        <p:blipFill>
          <a:blip r:embed="rId2">
            <a:alphaModFix/>
          </a:blip>
          <a:stretch>
            <a:fillRect/>
          </a:stretch>
        </p:blipFill>
        <p:spPr>
          <a:xfrm>
            <a:off x="14127549" y="6691801"/>
            <a:ext cx="3769600" cy="2153502"/>
          </a:xfrm>
          <a:prstGeom prst="rect">
            <a:avLst/>
          </a:prstGeom>
          <a:noFill/>
          <a:ln>
            <a:noFill/>
          </a:ln>
        </p:spPr>
      </p:pic>
      <p:pic>
        <p:nvPicPr>
          <p:cNvPr id="53" name="Google Shape;53;p6" title="sno25-swt-vignettes-r7-rgb_right-corner-3.png"/>
          <p:cNvPicPr preferRelativeResize="0"/>
          <p:nvPr/>
        </p:nvPicPr>
        <p:blipFill rotWithShape="1">
          <a:blip r:embed="rId3">
            <a:alphaModFix/>
          </a:blip>
          <a:srcRect b="122" l="0" r="0" t="12762"/>
          <a:stretch/>
        </p:blipFill>
        <p:spPr>
          <a:xfrm>
            <a:off x="12742751" y="5018998"/>
            <a:ext cx="5545246" cy="526799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01 (No Graphics)">
  <p:cSld name="Divider 01 (No Graphics)">
    <p:bg>
      <p:bgPr>
        <a:solidFill>
          <a:schemeClr val="accent1"/>
        </a:solidFill>
      </p:bgPr>
    </p:bg>
    <p:spTree>
      <p:nvGrpSpPr>
        <p:cNvPr id="54" name="Shape 54"/>
        <p:cNvGrpSpPr/>
        <p:nvPr/>
      </p:nvGrpSpPr>
      <p:grpSpPr>
        <a:xfrm>
          <a:off x="0" y="0"/>
          <a:ext cx="0" cy="0"/>
          <a:chOff x="0" y="0"/>
          <a:chExt cx="0" cy="0"/>
        </a:xfrm>
      </p:grpSpPr>
      <p:sp>
        <p:nvSpPr>
          <p:cNvPr id="55" name="Google Shape;55;p7"/>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56" name="Google Shape;56;p7"/>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indent="0" lvl="0" marL="0" marR="0" rtl="0" algn="l">
              <a:spcBef>
                <a:spcPts val="0"/>
              </a:spcBef>
              <a:spcAft>
                <a:spcPts val="0"/>
              </a:spcAft>
              <a:buClr>
                <a:schemeClr val="lt1"/>
              </a:buClr>
              <a:buSzPts val="1200"/>
              <a:buFont typeface="Arial"/>
              <a:buNone/>
            </a:pPr>
            <a:r>
              <a:t/>
            </a:r>
            <a:endParaRPr sz="1200">
              <a:solidFill>
                <a:schemeClr val="lt1"/>
              </a:solidFill>
            </a:endParaRPr>
          </a:p>
        </p:txBody>
      </p:sp>
      <p:sp>
        <p:nvSpPr>
          <p:cNvPr id="57" name="Google Shape;57;p7"/>
          <p:cNvSpPr txBox="1"/>
          <p:nvPr>
            <p:ph type="ctrTitle"/>
          </p:nvPr>
        </p:nvSpPr>
        <p:spPr>
          <a:xfrm>
            <a:off x="705200" y="2313253"/>
            <a:ext cx="13635600" cy="2980800"/>
          </a:xfrm>
          <a:prstGeom prst="rect">
            <a:avLst/>
          </a:prstGeom>
          <a:noFill/>
          <a:ln>
            <a:noFill/>
          </a:ln>
        </p:spPr>
        <p:txBody>
          <a:bodyPr anchorCtr="0" anchor="b" bIns="0" lIns="182900" spcFirstLastPara="1" rIns="91450" wrap="square" tIns="4570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w Titles">
  <p:cSld name="Three Column Layout w Titles">
    <p:spTree>
      <p:nvGrpSpPr>
        <p:cNvPr id="58" name="Shape 58"/>
        <p:cNvGrpSpPr/>
        <p:nvPr/>
      </p:nvGrpSpPr>
      <p:grpSpPr>
        <a:xfrm>
          <a:off x="0" y="0"/>
          <a:ext cx="0" cy="0"/>
          <a:chOff x="0" y="0"/>
          <a:chExt cx="0" cy="0"/>
        </a:xfrm>
      </p:grpSpPr>
      <p:sp>
        <p:nvSpPr>
          <p:cNvPr id="59" name="Google Shape;59;p8"/>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60" name="Google Shape;60;p8"/>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29292"/>
              </a:buClr>
              <a:buSzPts val="1200"/>
              <a:buFont typeface="Arial"/>
              <a:buNone/>
            </a:pPr>
            <a:r>
              <a:rPr b="0" i="0" lang="en-US" sz="1200">
                <a:solidFill>
                  <a:srgbClr val="929292"/>
                </a:solidFill>
                <a:latin typeface="Arial"/>
                <a:ea typeface="Arial"/>
                <a:cs typeface="Arial"/>
                <a:sym typeface="Arial"/>
              </a:rPr>
              <a:t>© 202</a:t>
            </a:r>
            <a:r>
              <a:rPr lang="en-US" sz="1200">
                <a:solidFill>
                  <a:srgbClr val="929292"/>
                </a:solidFill>
              </a:rPr>
              <a:t>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61" name="Google Shape;61;p8"/>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62" name="Google Shape;62;p8"/>
          <p:cNvSpPr txBox="1"/>
          <p:nvPr>
            <p:ph idx="1" type="body"/>
          </p:nvPr>
        </p:nvSpPr>
        <p:spPr>
          <a:xfrm>
            <a:off x="709116" y="2708082"/>
            <a:ext cx="51582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3600"/>
              <a:buNone/>
              <a:defRPr b="1" sz="36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63" name="Google Shape;63;p8"/>
          <p:cNvSpPr txBox="1"/>
          <p:nvPr>
            <p:ph idx="2" type="body"/>
          </p:nvPr>
        </p:nvSpPr>
        <p:spPr>
          <a:xfrm>
            <a:off x="6357211" y="2711220"/>
            <a:ext cx="53682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3600"/>
              <a:buNone/>
              <a:defRPr b="1" sz="36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64" name="Google Shape;64;p8"/>
          <p:cNvSpPr txBox="1"/>
          <p:nvPr>
            <p:ph idx="3" type="body"/>
          </p:nvPr>
        </p:nvSpPr>
        <p:spPr>
          <a:xfrm>
            <a:off x="12215681" y="2708082"/>
            <a:ext cx="52344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3600"/>
              <a:buNone/>
              <a:defRPr b="1" sz="36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65" name="Google Shape;65;p8"/>
          <p:cNvSpPr txBox="1"/>
          <p:nvPr>
            <p:ph idx="4" type="body"/>
          </p:nvPr>
        </p:nvSpPr>
        <p:spPr>
          <a:xfrm>
            <a:off x="709116" y="3529540"/>
            <a:ext cx="5158200" cy="5881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66" name="Google Shape;66;p8"/>
          <p:cNvSpPr txBox="1"/>
          <p:nvPr>
            <p:ph idx="5" type="body"/>
          </p:nvPr>
        </p:nvSpPr>
        <p:spPr>
          <a:xfrm>
            <a:off x="6357210" y="3529540"/>
            <a:ext cx="5364000" cy="5881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67" name="Google Shape;67;p8"/>
          <p:cNvSpPr txBox="1"/>
          <p:nvPr>
            <p:ph idx="6" type="body"/>
          </p:nvPr>
        </p:nvSpPr>
        <p:spPr>
          <a:xfrm>
            <a:off x="12215685" y="3528860"/>
            <a:ext cx="5234400" cy="5881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68" name="Google Shape;68;p8"/>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8"/>
          <p:cNvSpPr txBox="1"/>
          <p:nvPr>
            <p:ph idx="7"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70" name="Google Shape;70;p8"/>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03">
  <p:cSld name="Divider 03">
    <p:bg>
      <p:bgPr>
        <a:solidFill>
          <a:schemeClr val="accent1"/>
        </a:solidFill>
      </p:bgPr>
    </p:bg>
    <p:spTree>
      <p:nvGrpSpPr>
        <p:cNvPr id="71" name="Shape 71"/>
        <p:cNvGrpSpPr/>
        <p:nvPr/>
      </p:nvGrpSpPr>
      <p:grpSpPr>
        <a:xfrm>
          <a:off x="0" y="0"/>
          <a:ext cx="0" cy="0"/>
          <a:chOff x="0" y="0"/>
          <a:chExt cx="0" cy="0"/>
        </a:xfrm>
      </p:grpSpPr>
      <p:sp>
        <p:nvSpPr>
          <p:cNvPr id="72" name="Google Shape;72;p9"/>
          <p:cNvSpPr txBox="1"/>
          <p:nvPr>
            <p:ph type="ctrTitle"/>
          </p:nvPr>
        </p:nvSpPr>
        <p:spPr>
          <a:xfrm>
            <a:off x="705200" y="2313253"/>
            <a:ext cx="13635600" cy="2980800"/>
          </a:xfrm>
          <a:prstGeom prst="rect">
            <a:avLst/>
          </a:prstGeom>
          <a:noFill/>
          <a:ln>
            <a:noFill/>
          </a:ln>
        </p:spPr>
        <p:txBody>
          <a:bodyPr anchorCtr="0" anchor="b" bIns="0" lIns="182900" spcFirstLastPara="1" rIns="91450" wrap="square" tIns="4570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3" name="Google Shape;73;p9" title="swt25-cloud-06.png"/>
          <p:cNvPicPr preferRelativeResize="0"/>
          <p:nvPr/>
        </p:nvPicPr>
        <p:blipFill>
          <a:blip r:embed="rId2">
            <a:alphaModFix/>
          </a:blip>
          <a:stretch>
            <a:fillRect/>
          </a:stretch>
        </p:blipFill>
        <p:spPr>
          <a:xfrm>
            <a:off x="14010599" y="5006775"/>
            <a:ext cx="2706248" cy="1546050"/>
          </a:xfrm>
          <a:prstGeom prst="rect">
            <a:avLst/>
          </a:prstGeom>
          <a:noFill/>
          <a:ln>
            <a:noFill/>
          </a:ln>
        </p:spPr>
      </p:pic>
      <p:pic>
        <p:nvPicPr>
          <p:cNvPr id="74" name="Google Shape;74;p9" title="swt25-cloud-06.png"/>
          <p:cNvPicPr preferRelativeResize="0"/>
          <p:nvPr/>
        </p:nvPicPr>
        <p:blipFill>
          <a:blip r:embed="rId2">
            <a:alphaModFix/>
          </a:blip>
          <a:stretch>
            <a:fillRect/>
          </a:stretch>
        </p:blipFill>
        <p:spPr>
          <a:xfrm>
            <a:off x="9820249" y="7864625"/>
            <a:ext cx="2706248" cy="1546050"/>
          </a:xfrm>
          <a:prstGeom prst="rect">
            <a:avLst/>
          </a:prstGeom>
          <a:noFill/>
          <a:ln>
            <a:noFill/>
          </a:ln>
        </p:spPr>
      </p:pic>
      <p:sp>
        <p:nvSpPr>
          <p:cNvPr id="75" name="Google Shape;75;p9"/>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76" name="Google Shape;76;p9"/>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indent="0" lvl="0" marL="0" rtl="0" algn="l">
              <a:spcBef>
                <a:spcPts val="0"/>
              </a:spcBef>
              <a:spcAft>
                <a:spcPts val="0"/>
              </a:spcAft>
              <a:buClr>
                <a:schemeClr val="lt1"/>
              </a:buClr>
              <a:buSzPts val="1200"/>
              <a:buFont typeface="Arial"/>
              <a:buNone/>
            </a:pPr>
            <a:r>
              <a:t/>
            </a:r>
            <a:endParaRPr sz="1200">
              <a:solidFill>
                <a:schemeClr val="lt1"/>
              </a:solidFill>
            </a:endParaRPr>
          </a:p>
          <a:p>
            <a:pPr indent="0" lvl="0" marL="0" marR="0" rtl="0" algn="l">
              <a:spcBef>
                <a:spcPts val="0"/>
              </a:spcBef>
              <a:spcAft>
                <a:spcPts val="0"/>
              </a:spcAft>
              <a:buClr>
                <a:schemeClr val="lt1"/>
              </a:buClr>
              <a:buSzPts val="1200"/>
              <a:buFont typeface="Arial"/>
              <a:buNone/>
            </a:pPr>
            <a:r>
              <a:t/>
            </a:r>
            <a:endParaRPr sz="1200">
              <a:solidFill>
                <a:schemeClr val="lt1"/>
              </a:solidFill>
            </a:endParaRPr>
          </a:p>
        </p:txBody>
      </p:sp>
      <p:pic>
        <p:nvPicPr>
          <p:cNvPr id="77" name="Google Shape;77;p9" title="citiscape-6_b.png"/>
          <p:cNvPicPr preferRelativeResize="0"/>
          <p:nvPr/>
        </p:nvPicPr>
        <p:blipFill rotWithShape="1">
          <a:blip r:embed="rId3">
            <a:alphaModFix/>
          </a:blip>
          <a:srcRect b="0" l="0" r="0" t="0"/>
          <a:stretch/>
        </p:blipFill>
        <p:spPr>
          <a:xfrm>
            <a:off x="9161874" y="3655951"/>
            <a:ext cx="9108255" cy="6631051"/>
          </a:xfrm>
          <a:prstGeom prst="rect">
            <a:avLst/>
          </a:prstGeom>
          <a:noFill/>
          <a:ln>
            <a:noFill/>
          </a:ln>
        </p:spPr>
      </p:pic>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02">
  <p:cSld name="Divider 02">
    <p:bg>
      <p:bgPr>
        <a:solidFill>
          <a:schemeClr val="accent1"/>
        </a:solidFill>
      </p:bgPr>
    </p:bg>
    <p:spTree>
      <p:nvGrpSpPr>
        <p:cNvPr id="78" name="Shape 78"/>
        <p:cNvGrpSpPr/>
        <p:nvPr/>
      </p:nvGrpSpPr>
      <p:grpSpPr>
        <a:xfrm>
          <a:off x="0" y="0"/>
          <a:ext cx="0" cy="0"/>
          <a:chOff x="0" y="0"/>
          <a:chExt cx="0" cy="0"/>
        </a:xfrm>
      </p:grpSpPr>
      <p:sp>
        <p:nvSpPr>
          <p:cNvPr id="79" name="Google Shape;79;p10"/>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80" name="Google Shape;80;p10"/>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p:txBody>
      </p:sp>
      <p:sp>
        <p:nvSpPr>
          <p:cNvPr id="81" name="Google Shape;81;p10"/>
          <p:cNvSpPr txBox="1"/>
          <p:nvPr>
            <p:ph type="ctrTitle"/>
          </p:nvPr>
        </p:nvSpPr>
        <p:spPr>
          <a:xfrm>
            <a:off x="705200" y="2313253"/>
            <a:ext cx="13635600" cy="2980800"/>
          </a:xfrm>
          <a:prstGeom prst="rect">
            <a:avLst/>
          </a:prstGeom>
          <a:noFill/>
          <a:ln>
            <a:noFill/>
          </a:ln>
        </p:spPr>
        <p:txBody>
          <a:bodyPr anchorCtr="0" anchor="b" bIns="0" lIns="182900" spcFirstLastPara="1" rIns="91450" wrap="square" tIns="4570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10" title="swt25-cloud-06.png"/>
          <p:cNvPicPr preferRelativeResize="0"/>
          <p:nvPr/>
        </p:nvPicPr>
        <p:blipFill>
          <a:blip r:embed="rId2">
            <a:alphaModFix/>
          </a:blip>
          <a:stretch>
            <a:fillRect/>
          </a:stretch>
        </p:blipFill>
        <p:spPr>
          <a:xfrm>
            <a:off x="11383901" y="6724283"/>
            <a:ext cx="3362396" cy="1920912"/>
          </a:xfrm>
          <a:prstGeom prst="rect">
            <a:avLst/>
          </a:prstGeom>
          <a:noFill/>
          <a:ln>
            <a:noFill/>
          </a:ln>
        </p:spPr>
      </p:pic>
      <p:pic>
        <p:nvPicPr>
          <p:cNvPr id="83" name="Google Shape;83;p10" title="swt25-cloud-06.png"/>
          <p:cNvPicPr preferRelativeResize="0"/>
          <p:nvPr/>
        </p:nvPicPr>
        <p:blipFill>
          <a:blip r:embed="rId2">
            <a:alphaModFix/>
          </a:blip>
          <a:stretch>
            <a:fillRect/>
          </a:stretch>
        </p:blipFill>
        <p:spPr>
          <a:xfrm>
            <a:off x="14595649" y="5067298"/>
            <a:ext cx="2297600" cy="1312600"/>
          </a:xfrm>
          <a:prstGeom prst="rect">
            <a:avLst/>
          </a:prstGeom>
          <a:noFill/>
          <a:ln>
            <a:noFill/>
          </a:ln>
        </p:spPr>
      </p:pic>
      <p:pic>
        <p:nvPicPr>
          <p:cNvPr id="84" name="Google Shape;84;p10" title="swt25-vignette-6_right-corner-a.png"/>
          <p:cNvPicPr preferRelativeResize="0"/>
          <p:nvPr/>
        </p:nvPicPr>
        <p:blipFill rotWithShape="1">
          <a:blip r:embed="rId3">
            <a:alphaModFix/>
          </a:blip>
          <a:srcRect b="2508" l="0" r="0" t="2508"/>
          <a:stretch/>
        </p:blipFill>
        <p:spPr>
          <a:xfrm>
            <a:off x="9954050" y="4524100"/>
            <a:ext cx="8333947" cy="5762901"/>
          </a:xfrm>
          <a:prstGeom prst="rect">
            <a:avLst/>
          </a:prstGeom>
          <a:noFill/>
          <a:ln>
            <a:noFill/>
          </a:ln>
        </p:spPr>
      </p:pic>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04">
  <p:cSld name="Divider 04">
    <p:bg>
      <p:bgPr>
        <a:solidFill>
          <a:schemeClr val="accent1"/>
        </a:solidFill>
      </p:bgPr>
    </p:bg>
    <p:spTree>
      <p:nvGrpSpPr>
        <p:cNvPr id="85" name="Shape 85"/>
        <p:cNvGrpSpPr/>
        <p:nvPr/>
      </p:nvGrpSpPr>
      <p:grpSpPr>
        <a:xfrm>
          <a:off x="0" y="0"/>
          <a:ext cx="0" cy="0"/>
          <a:chOff x="0" y="0"/>
          <a:chExt cx="0" cy="0"/>
        </a:xfrm>
      </p:grpSpPr>
      <p:pic>
        <p:nvPicPr>
          <p:cNvPr id="86" name="Google Shape;86;p11" title="swt25-cloud-06.png"/>
          <p:cNvPicPr preferRelativeResize="0"/>
          <p:nvPr/>
        </p:nvPicPr>
        <p:blipFill>
          <a:blip r:embed="rId2">
            <a:alphaModFix/>
          </a:blip>
          <a:stretch>
            <a:fillRect/>
          </a:stretch>
        </p:blipFill>
        <p:spPr>
          <a:xfrm>
            <a:off x="9957200" y="7330549"/>
            <a:ext cx="2839347" cy="1622100"/>
          </a:xfrm>
          <a:prstGeom prst="rect">
            <a:avLst/>
          </a:prstGeom>
          <a:noFill/>
          <a:ln>
            <a:noFill/>
          </a:ln>
        </p:spPr>
      </p:pic>
      <p:pic>
        <p:nvPicPr>
          <p:cNvPr id="87" name="Google Shape;87;p11" title="swt25-cloud-06.png"/>
          <p:cNvPicPr preferRelativeResize="0"/>
          <p:nvPr/>
        </p:nvPicPr>
        <p:blipFill>
          <a:blip r:embed="rId2">
            <a:alphaModFix/>
          </a:blip>
          <a:stretch>
            <a:fillRect/>
          </a:stretch>
        </p:blipFill>
        <p:spPr>
          <a:xfrm>
            <a:off x="15747801" y="6453703"/>
            <a:ext cx="2333348" cy="1333045"/>
          </a:xfrm>
          <a:prstGeom prst="rect">
            <a:avLst/>
          </a:prstGeom>
          <a:noFill/>
          <a:ln>
            <a:noFill/>
          </a:ln>
        </p:spPr>
      </p:pic>
      <p:sp>
        <p:nvSpPr>
          <p:cNvPr id="88" name="Google Shape;88;p11"/>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89" name="Google Shape;89;p11"/>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indent="0" lvl="0" marL="0" marR="0" rtl="0" algn="l">
              <a:spcBef>
                <a:spcPts val="0"/>
              </a:spcBef>
              <a:spcAft>
                <a:spcPts val="0"/>
              </a:spcAft>
              <a:buClr>
                <a:schemeClr val="lt1"/>
              </a:buClr>
              <a:buSzPts val="1200"/>
              <a:buFont typeface="Arial"/>
              <a:buNone/>
            </a:pPr>
            <a:r>
              <a:t/>
            </a:r>
            <a:endParaRPr sz="1200">
              <a:solidFill>
                <a:schemeClr val="lt1"/>
              </a:solidFill>
            </a:endParaRPr>
          </a:p>
        </p:txBody>
      </p:sp>
      <p:sp>
        <p:nvSpPr>
          <p:cNvPr id="90" name="Google Shape;90;p11"/>
          <p:cNvSpPr txBox="1"/>
          <p:nvPr>
            <p:ph type="ctrTitle"/>
          </p:nvPr>
        </p:nvSpPr>
        <p:spPr>
          <a:xfrm>
            <a:off x="705200" y="2313253"/>
            <a:ext cx="13635600" cy="2980800"/>
          </a:xfrm>
          <a:prstGeom prst="rect">
            <a:avLst/>
          </a:prstGeom>
          <a:noFill/>
          <a:ln>
            <a:noFill/>
          </a:ln>
        </p:spPr>
        <p:txBody>
          <a:bodyPr anchorCtr="0" anchor="b" bIns="0" lIns="182900" spcFirstLastPara="1" rIns="91450" wrap="square" tIns="4570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91" name="Google Shape;91;p11" title="swt25-cloud-06.png"/>
          <p:cNvPicPr preferRelativeResize="0"/>
          <p:nvPr/>
        </p:nvPicPr>
        <p:blipFill>
          <a:blip r:embed="rId2">
            <a:alphaModFix/>
          </a:blip>
          <a:stretch>
            <a:fillRect/>
          </a:stretch>
        </p:blipFill>
        <p:spPr>
          <a:xfrm>
            <a:off x="11689125" y="4747246"/>
            <a:ext cx="2986947" cy="1706445"/>
          </a:xfrm>
          <a:prstGeom prst="rect">
            <a:avLst/>
          </a:prstGeom>
          <a:noFill/>
          <a:ln>
            <a:noFill/>
          </a:ln>
        </p:spPr>
      </p:pic>
      <p:pic>
        <p:nvPicPr>
          <p:cNvPr id="92" name="Google Shape;92;p11" title="swt25-vignette-6-rgb_right-corner-c.png"/>
          <p:cNvPicPr preferRelativeResize="0"/>
          <p:nvPr/>
        </p:nvPicPr>
        <p:blipFill rotWithShape="1">
          <a:blip r:embed="rId3">
            <a:alphaModFix/>
          </a:blip>
          <a:srcRect b="0" l="0" r="0" t="0"/>
          <a:stretch/>
        </p:blipFill>
        <p:spPr>
          <a:xfrm>
            <a:off x="8688300" y="3298150"/>
            <a:ext cx="9599703" cy="6988846"/>
          </a:xfrm>
          <a:prstGeom prst="rect">
            <a:avLst/>
          </a:prstGeom>
          <a:noFill/>
          <a:ln>
            <a:noFill/>
          </a:ln>
        </p:spPr>
      </p:pic>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05">
  <p:cSld name="Divider 05">
    <p:bg>
      <p:bgPr>
        <a:solidFill>
          <a:schemeClr val="accent1"/>
        </a:solidFill>
      </p:bgPr>
    </p:bg>
    <p:spTree>
      <p:nvGrpSpPr>
        <p:cNvPr id="93" name="Shape 93"/>
        <p:cNvGrpSpPr/>
        <p:nvPr/>
      </p:nvGrpSpPr>
      <p:grpSpPr>
        <a:xfrm>
          <a:off x="0" y="0"/>
          <a:ext cx="0" cy="0"/>
          <a:chOff x="0" y="0"/>
          <a:chExt cx="0" cy="0"/>
        </a:xfrm>
      </p:grpSpPr>
      <p:sp>
        <p:nvSpPr>
          <p:cNvPr id="94" name="Google Shape;94;p12"/>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95" name="Google Shape;95;p12"/>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indent="0" lvl="0" marL="0" marR="0" rtl="0" algn="l">
              <a:spcBef>
                <a:spcPts val="0"/>
              </a:spcBef>
              <a:spcAft>
                <a:spcPts val="0"/>
              </a:spcAft>
              <a:buClr>
                <a:schemeClr val="lt1"/>
              </a:buClr>
              <a:buSzPts val="1200"/>
              <a:buFont typeface="Arial"/>
              <a:buNone/>
            </a:pPr>
            <a:r>
              <a:t/>
            </a:r>
            <a:endParaRPr sz="1200">
              <a:solidFill>
                <a:schemeClr val="lt1"/>
              </a:solidFill>
            </a:endParaRPr>
          </a:p>
        </p:txBody>
      </p:sp>
      <p:sp>
        <p:nvSpPr>
          <p:cNvPr id="96" name="Google Shape;96;p12"/>
          <p:cNvSpPr txBox="1"/>
          <p:nvPr>
            <p:ph type="ctrTitle"/>
          </p:nvPr>
        </p:nvSpPr>
        <p:spPr>
          <a:xfrm>
            <a:off x="705200" y="2313250"/>
            <a:ext cx="11167800" cy="2980800"/>
          </a:xfrm>
          <a:prstGeom prst="rect">
            <a:avLst/>
          </a:prstGeom>
          <a:noFill/>
          <a:ln>
            <a:noFill/>
          </a:ln>
        </p:spPr>
        <p:txBody>
          <a:bodyPr anchorCtr="0" anchor="b" bIns="0" lIns="182900" spcFirstLastPara="1" rIns="91450" wrap="square" tIns="4570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97" name="Google Shape;97;p12" title="swt25-cloud-06.png"/>
          <p:cNvPicPr preferRelativeResize="0"/>
          <p:nvPr/>
        </p:nvPicPr>
        <p:blipFill>
          <a:blip r:embed="rId2">
            <a:alphaModFix/>
          </a:blip>
          <a:stretch>
            <a:fillRect/>
          </a:stretch>
        </p:blipFill>
        <p:spPr>
          <a:xfrm>
            <a:off x="12776746" y="4242987"/>
            <a:ext cx="5383096" cy="3075351"/>
          </a:xfrm>
          <a:prstGeom prst="rect">
            <a:avLst/>
          </a:prstGeom>
          <a:noFill/>
          <a:ln>
            <a:noFill/>
          </a:ln>
        </p:spPr>
      </p:pic>
      <p:pic>
        <p:nvPicPr>
          <p:cNvPr id="98" name="Google Shape;98;p12" title="swt25-cloud-06.png"/>
          <p:cNvPicPr preferRelativeResize="0"/>
          <p:nvPr/>
        </p:nvPicPr>
        <p:blipFill>
          <a:blip r:embed="rId2">
            <a:alphaModFix/>
          </a:blip>
          <a:stretch>
            <a:fillRect/>
          </a:stretch>
        </p:blipFill>
        <p:spPr>
          <a:xfrm>
            <a:off x="15508550" y="2146476"/>
            <a:ext cx="2399252" cy="1370702"/>
          </a:xfrm>
          <a:prstGeom prst="rect">
            <a:avLst/>
          </a:prstGeom>
          <a:noFill/>
          <a:ln>
            <a:noFill/>
          </a:ln>
        </p:spPr>
      </p:pic>
      <p:pic>
        <p:nvPicPr>
          <p:cNvPr id="99" name="Google Shape;99;p12" title="sno25-swt-vignettes-r7-rgb_tall-right.png"/>
          <p:cNvPicPr preferRelativeResize="0"/>
          <p:nvPr/>
        </p:nvPicPr>
        <p:blipFill rotWithShape="1">
          <a:blip r:embed="rId3">
            <a:alphaModFix/>
          </a:blip>
          <a:srcRect b="0" l="2869" r="15171" t="0"/>
          <a:stretch/>
        </p:blipFill>
        <p:spPr>
          <a:xfrm>
            <a:off x="13182599" y="4137113"/>
            <a:ext cx="5105398" cy="6149883"/>
          </a:xfrm>
          <a:prstGeom prst="rect">
            <a:avLst/>
          </a:prstGeom>
          <a:noFill/>
          <a:ln>
            <a:noFill/>
          </a:ln>
        </p:spPr>
      </p:pic>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p:cSld name="Multi-use layout w/ 2-Line Title">
    <p:spTree>
      <p:nvGrpSpPr>
        <p:cNvPr id="100" name="Shape 100"/>
        <p:cNvGrpSpPr/>
        <p:nvPr/>
      </p:nvGrpSpPr>
      <p:grpSpPr>
        <a:xfrm>
          <a:off x="0" y="0"/>
          <a:ext cx="0" cy="0"/>
          <a:chOff x="0" y="0"/>
          <a:chExt cx="0" cy="0"/>
        </a:xfrm>
      </p:grpSpPr>
      <p:sp>
        <p:nvSpPr>
          <p:cNvPr id="101" name="Google Shape;101;p13"/>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02" name="Google Shape;102;p13"/>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29292"/>
              </a:buClr>
              <a:buSzPts val="1200"/>
              <a:buFont typeface="Arial"/>
              <a:buNone/>
            </a:pPr>
            <a:r>
              <a:rPr b="0" i="0" lang="en-US" sz="1200">
                <a:solidFill>
                  <a:srgbClr val="929292"/>
                </a:solidFill>
                <a:latin typeface="Arial"/>
                <a:ea typeface="Arial"/>
                <a:cs typeface="Arial"/>
                <a:sym typeface="Arial"/>
              </a:rPr>
              <a:t>© 202</a:t>
            </a:r>
            <a:r>
              <a:rPr lang="en-US" sz="1200">
                <a:solidFill>
                  <a:srgbClr val="929292"/>
                </a:solidFill>
              </a:rPr>
              <a:t>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103" name="Google Shape;103;p13"/>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04" name="Google Shape;104;p13"/>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13"/>
          <p:cNvSpPr txBox="1"/>
          <p:nvPr>
            <p:ph idx="1" type="subTitle"/>
          </p:nvPr>
        </p:nvSpPr>
        <p:spPr>
          <a:xfrm>
            <a:off x="731520" y="2034889"/>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lvl1pPr>
            <a:lvl2pPr lvl="1" algn="l">
              <a:lnSpc>
                <a:spcPct val="114000"/>
              </a:lnSpc>
              <a:spcBef>
                <a:spcPts val="2000"/>
              </a:spcBef>
              <a:spcAft>
                <a:spcPts val="0"/>
              </a:spcAft>
              <a:buSzPts val="1800"/>
              <a:buChar char="•"/>
              <a:defRPr/>
            </a:lvl2pPr>
            <a:lvl3pPr lvl="2" algn="l">
              <a:lnSpc>
                <a:spcPct val="114000"/>
              </a:lnSpc>
              <a:spcBef>
                <a:spcPts val="1200"/>
              </a:spcBef>
              <a:spcAft>
                <a:spcPts val="0"/>
              </a:spcAft>
              <a:buSzPts val="1800"/>
              <a:buChar char="•"/>
              <a:defRPr/>
            </a:lvl3pPr>
            <a:lvl4pPr lvl="3" algn="l">
              <a:lnSpc>
                <a:spcPct val="114000"/>
              </a:lnSpc>
              <a:spcBef>
                <a:spcPts val="1200"/>
              </a:spcBef>
              <a:spcAft>
                <a:spcPts val="0"/>
              </a:spcAft>
              <a:buSzPts val="1800"/>
              <a:buChar char="•"/>
              <a:defRPr/>
            </a:lvl4pPr>
            <a:lvl5pPr lvl="4" algn="l">
              <a:lnSpc>
                <a:spcPct val="114000"/>
              </a:lnSpc>
              <a:spcBef>
                <a:spcPts val="1200"/>
              </a:spcBef>
              <a:spcAft>
                <a:spcPts val="0"/>
              </a:spcAft>
              <a:buSzPts val="1800"/>
              <a:buChar char="•"/>
              <a:defRPr/>
            </a:lvl5pPr>
            <a:lvl6pPr lvl="5" algn="l">
              <a:lnSpc>
                <a:spcPct val="90000"/>
              </a:lnSpc>
              <a:spcBef>
                <a:spcPts val="1200"/>
              </a:spcBef>
              <a:spcAft>
                <a:spcPts val="0"/>
              </a:spcAft>
              <a:buClr>
                <a:schemeClr val="dk1"/>
              </a:buClr>
              <a:buSzPts val="1800"/>
              <a:buChar char="•"/>
              <a:defRPr/>
            </a:lvl6pPr>
            <a:lvl7pPr lvl="6" algn="l">
              <a:lnSpc>
                <a:spcPct val="90000"/>
              </a:lnSpc>
              <a:spcBef>
                <a:spcPts val="800"/>
              </a:spcBef>
              <a:spcAft>
                <a:spcPts val="0"/>
              </a:spcAft>
              <a:buClr>
                <a:schemeClr val="dk1"/>
              </a:buClr>
              <a:buSzPts val="1800"/>
              <a:buChar char="•"/>
              <a:defRPr/>
            </a:lvl7pPr>
            <a:lvl8pPr lvl="7" algn="l">
              <a:lnSpc>
                <a:spcPct val="90000"/>
              </a:lnSpc>
              <a:spcBef>
                <a:spcPts val="800"/>
              </a:spcBef>
              <a:spcAft>
                <a:spcPts val="0"/>
              </a:spcAft>
              <a:buClr>
                <a:schemeClr val="dk1"/>
              </a:buClr>
              <a:buSzPts val="1800"/>
              <a:buChar char="•"/>
              <a:defRPr/>
            </a:lvl8pPr>
            <a:lvl9pPr lvl="8" algn="l">
              <a:lnSpc>
                <a:spcPct val="90000"/>
              </a:lnSpc>
              <a:spcBef>
                <a:spcPts val="800"/>
              </a:spcBef>
              <a:spcAft>
                <a:spcPts val="0"/>
              </a:spcAft>
              <a:buClr>
                <a:schemeClr val="dk1"/>
              </a:buClr>
              <a:buSzPts val="1800"/>
              <a:buChar char="•"/>
              <a:defRPr/>
            </a:lvl9pPr>
          </a:lstStyle>
          <a:p/>
        </p:txBody>
      </p:sp>
      <p:sp>
        <p:nvSpPr>
          <p:cNvPr id="106" name="Google Shape;106;p13"/>
          <p:cNvSpPr/>
          <p:nvPr/>
        </p:nvSpPr>
        <p:spPr>
          <a:xfrm>
            <a:off x="0" y="687610"/>
            <a:ext cx="274200" cy="15252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_image">
  <p:cSld name="Multi-use layout_image">
    <p:spTree>
      <p:nvGrpSpPr>
        <p:cNvPr id="107" name="Shape 107"/>
        <p:cNvGrpSpPr/>
        <p:nvPr/>
      </p:nvGrpSpPr>
      <p:grpSpPr>
        <a:xfrm>
          <a:off x="0" y="0"/>
          <a:ext cx="0" cy="0"/>
          <a:chOff x="0" y="0"/>
          <a:chExt cx="0" cy="0"/>
        </a:xfrm>
      </p:grpSpPr>
      <p:sp>
        <p:nvSpPr>
          <p:cNvPr id="108" name="Google Shape;108;p1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09" name="Google Shape;109;p14"/>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110" name="Google Shape;110;p14"/>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11" name="Google Shape;111;p14"/>
          <p:cNvSpPr txBox="1"/>
          <p:nvPr>
            <p:ph idx="1" type="body"/>
          </p:nvPr>
        </p:nvSpPr>
        <p:spPr>
          <a:xfrm>
            <a:off x="914391" y="2451100"/>
            <a:ext cx="16535400" cy="6959400"/>
          </a:xfrm>
          <a:prstGeom prst="rect">
            <a:avLst/>
          </a:prstGeom>
          <a:solidFill>
            <a:srgbClr val="E8E8E8"/>
          </a:solidFill>
          <a:ln>
            <a:noFill/>
          </a:ln>
        </p:spPr>
        <p:txBody>
          <a:bodyPr anchorCtr="0" anchor="t" bIns="45700" lIns="9145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12" name="Google Shape;112;p14"/>
          <p:cNvSpPr txBox="1"/>
          <p:nvPr>
            <p:ph idx="2"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13" name="Google Shape;113;p14"/>
          <p:cNvSpPr txBox="1"/>
          <p:nvPr>
            <p:ph type="title"/>
          </p:nvPr>
        </p:nvSpPr>
        <p:spPr>
          <a:xfrm>
            <a:off x="731525" y="549126"/>
            <a:ext cx="16689600" cy="7320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a:lvl1pPr>
            <a:lvl2pPr lvl="1">
              <a:lnSpc>
                <a:spcPct val="85000"/>
              </a:lnSpc>
              <a:spcBef>
                <a:spcPts val="2000"/>
              </a:spcBef>
              <a:spcAft>
                <a:spcPts val="0"/>
              </a:spcAft>
              <a:buSzPts val="2800"/>
              <a:buNone/>
              <a:defRPr/>
            </a:lvl2pPr>
            <a:lvl3pPr lvl="2">
              <a:lnSpc>
                <a:spcPct val="85000"/>
              </a:lnSpc>
              <a:spcBef>
                <a:spcPts val="2000"/>
              </a:spcBef>
              <a:spcAft>
                <a:spcPts val="0"/>
              </a:spcAft>
              <a:buSzPts val="2800"/>
              <a:buNone/>
              <a:defRPr/>
            </a:lvl3pPr>
            <a:lvl4pPr lvl="3">
              <a:lnSpc>
                <a:spcPct val="85000"/>
              </a:lnSpc>
              <a:spcBef>
                <a:spcPts val="2000"/>
              </a:spcBef>
              <a:spcAft>
                <a:spcPts val="0"/>
              </a:spcAft>
              <a:buSzPts val="2800"/>
              <a:buNone/>
              <a:defRPr/>
            </a:lvl4pPr>
            <a:lvl5pPr lvl="4">
              <a:lnSpc>
                <a:spcPct val="85000"/>
              </a:lnSpc>
              <a:spcBef>
                <a:spcPts val="2000"/>
              </a:spcBef>
              <a:spcAft>
                <a:spcPts val="0"/>
              </a:spcAft>
              <a:buSzPts val="2800"/>
              <a:buNone/>
              <a:defRPr/>
            </a:lvl5pPr>
            <a:lvl6pPr lvl="5">
              <a:lnSpc>
                <a:spcPct val="85000"/>
              </a:lnSpc>
              <a:spcBef>
                <a:spcPts val="2000"/>
              </a:spcBef>
              <a:spcAft>
                <a:spcPts val="0"/>
              </a:spcAft>
              <a:buSzPts val="2800"/>
              <a:buNone/>
              <a:defRPr/>
            </a:lvl6pPr>
            <a:lvl7pPr lvl="6">
              <a:lnSpc>
                <a:spcPct val="85000"/>
              </a:lnSpc>
              <a:spcBef>
                <a:spcPts val="2000"/>
              </a:spcBef>
              <a:spcAft>
                <a:spcPts val="0"/>
              </a:spcAft>
              <a:buSzPts val="2800"/>
              <a:buNone/>
              <a:defRPr/>
            </a:lvl7pPr>
            <a:lvl8pPr lvl="7">
              <a:lnSpc>
                <a:spcPct val="85000"/>
              </a:lnSpc>
              <a:spcBef>
                <a:spcPts val="2000"/>
              </a:spcBef>
              <a:spcAft>
                <a:spcPts val="0"/>
              </a:spcAft>
              <a:buSzPts val="2800"/>
              <a:buNone/>
              <a:defRPr/>
            </a:lvl8pPr>
            <a:lvl9pPr lvl="8">
              <a:lnSpc>
                <a:spcPct val="85000"/>
              </a:lnSpc>
              <a:spcBef>
                <a:spcPts val="2000"/>
              </a:spcBef>
              <a:spcAft>
                <a:spcPts val="2000"/>
              </a:spcAft>
              <a:buSzPts val="2800"/>
              <a:buNone/>
              <a:defRPr/>
            </a:lvl9pPr>
          </a:lstStyle>
          <a:p/>
        </p:txBody>
      </p:sp>
      <p:sp>
        <p:nvSpPr>
          <p:cNvPr id="114" name="Google Shape;114;p14"/>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115" name="Shape 115"/>
        <p:cNvGrpSpPr/>
        <p:nvPr/>
      </p:nvGrpSpPr>
      <p:grpSpPr>
        <a:xfrm>
          <a:off x="0" y="0"/>
          <a:ext cx="0" cy="0"/>
          <a:chOff x="0" y="0"/>
          <a:chExt cx="0" cy="0"/>
        </a:xfrm>
      </p:grpSpPr>
      <p:sp>
        <p:nvSpPr>
          <p:cNvPr id="116" name="Google Shape;116;p15"/>
          <p:cNvSpPr txBox="1"/>
          <p:nvPr>
            <p:ph idx="1" type="body"/>
          </p:nvPr>
        </p:nvSpPr>
        <p:spPr>
          <a:xfrm>
            <a:off x="709116" y="2835276"/>
            <a:ext cx="122682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17" name="Google Shape;117;p15"/>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18" name="Google Shape;118;p15"/>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119" name="Google Shape;119;p15"/>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20" name="Google Shape;120;p15"/>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15"/>
          <p:cNvSpPr txBox="1"/>
          <p:nvPr>
            <p:ph idx="2"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22" name="Google Shape;122;p15"/>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_image">
  <p:cSld name="One Column Layout_image">
    <p:spTree>
      <p:nvGrpSpPr>
        <p:cNvPr id="123" name="Shape 123"/>
        <p:cNvGrpSpPr/>
        <p:nvPr/>
      </p:nvGrpSpPr>
      <p:grpSpPr>
        <a:xfrm>
          <a:off x="0" y="0"/>
          <a:ext cx="0" cy="0"/>
          <a:chOff x="0" y="0"/>
          <a:chExt cx="0" cy="0"/>
        </a:xfrm>
      </p:grpSpPr>
      <p:sp>
        <p:nvSpPr>
          <p:cNvPr id="124" name="Google Shape;124;p16"/>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25" name="Google Shape;125;p16"/>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126" name="Google Shape;126;p16"/>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27" name="Google Shape;127;p16"/>
          <p:cNvSpPr txBox="1"/>
          <p:nvPr>
            <p:ph idx="1" type="body"/>
          </p:nvPr>
        </p:nvSpPr>
        <p:spPr>
          <a:xfrm>
            <a:off x="9372600" y="2834596"/>
            <a:ext cx="8077200" cy="6576000"/>
          </a:xfrm>
          <a:prstGeom prst="rect">
            <a:avLst/>
          </a:prstGeom>
          <a:solidFill>
            <a:srgbClr val="E8E8E8"/>
          </a:solidFill>
          <a:ln>
            <a:noFill/>
          </a:ln>
        </p:spPr>
        <p:txBody>
          <a:bodyPr anchorCtr="0" anchor="t" bIns="45700" lIns="9145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28" name="Google Shape;128;p16"/>
          <p:cNvSpPr txBox="1"/>
          <p:nvPr>
            <p:ph idx="2" type="body"/>
          </p:nvPr>
        </p:nvSpPr>
        <p:spPr>
          <a:xfrm>
            <a:off x="709118" y="2835276"/>
            <a:ext cx="80010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29" name="Google Shape;129;p16"/>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16"/>
          <p:cNvSpPr txBox="1"/>
          <p:nvPr>
            <p:ph idx="3"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31" name="Google Shape;131;p16"/>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Two Column Layout">
    <p:spTree>
      <p:nvGrpSpPr>
        <p:cNvPr id="132" name="Shape 132"/>
        <p:cNvGrpSpPr/>
        <p:nvPr/>
      </p:nvGrpSpPr>
      <p:grpSpPr>
        <a:xfrm>
          <a:off x="0" y="0"/>
          <a:ext cx="0" cy="0"/>
          <a:chOff x="0" y="0"/>
          <a:chExt cx="0" cy="0"/>
        </a:xfrm>
      </p:grpSpPr>
      <p:sp>
        <p:nvSpPr>
          <p:cNvPr id="133" name="Google Shape;133;p17"/>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34" name="Google Shape;134;p17"/>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135" name="Google Shape;135;p17"/>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36" name="Google Shape;136;p17"/>
          <p:cNvSpPr txBox="1"/>
          <p:nvPr>
            <p:ph idx="1" type="body"/>
          </p:nvPr>
        </p:nvSpPr>
        <p:spPr>
          <a:xfrm>
            <a:off x="709118" y="2835276"/>
            <a:ext cx="80010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37" name="Google Shape;137;p17"/>
          <p:cNvSpPr txBox="1"/>
          <p:nvPr>
            <p:ph idx="2" type="body"/>
          </p:nvPr>
        </p:nvSpPr>
        <p:spPr>
          <a:xfrm>
            <a:off x="9372599" y="2834596"/>
            <a:ext cx="80772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38" name="Google Shape;138;p17"/>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17"/>
          <p:cNvSpPr txBox="1"/>
          <p:nvPr>
            <p:ph idx="3"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40" name="Google Shape;140;p17"/>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w/ Titles">
  <p:cSld name="Two Column Layout w/ Titles">
    <p:spTree>
      <p:nvGrpSpPr>
        <p:cNvPr id="141" name="Shape 141"/>
        <p:cNvGrpSpPr/>
        <p:nvPr/>
      </p:nvGrpSpPr>
      <p:grpSpPr>
        <a:xfrm>
          <a:off x="0" y="0"/>
          <a:ext cx="0" cy="0"/>
          <a:chOff x="0" y="0"/>
          <a:chExt cx="0" cy="0"/>
        </a:xfrm>
      </p:grpSpPr>
      <p:sp>
        <p:nvSpPr>
          <p:cNvPr id="142" name="Google Shape;142;p18"/>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43" name="Google Shape;143;p18"/>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144" name="Google Shape;144;p18"/>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45" name="Google Shape;145;p18"/>
          <p:cNvSpPr txBox="1"/>
          <p:nvPr>
            <p:ph idx="1" type="body"/>
          </p:nvPr>
        </p:nvSpPr>
        <p:spPr>
          <a:xfrm>
            <a:off x="709116" y="2692714"/>
            <a:ext cx="80298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3600"/>
              <a:buNone/>
              <a:defRPr b="1" sz="36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46" name="Google Shape;146;p18"/>
          <p:cNvSpPr txBox="1"/>
          <p:nvPr>
            <p:ph idx="2" type="body"/>
          </p:nvPr>
        </p:nvSpPr>
        <p:spPr>
          <a:xfrm>
            <a:off x="9380277" y="2692714"/>
            <a:ext cx="80694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3600"/>
              <a:buNone/>
              <a:defRPr b="1" sz="36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47" name="Google Shape;147;p18"/>
          <p:cNvSpPr txBox="1"/>
          <p:nvPr>
            <p:ph idx="3" type="body"/>
          </p:nvPr>
        </p:nvSpPr>
        <p:spPr>
          <a:xfrm>
            <a:off x="709116" y="3483461"/>
            <a:ext cx="8001000" cy="5927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48" name="Google Shape;148;p18"/>
          <p:cNvSpPr txBox="1"/>
          <p:nvPr>
            <p:ph idx="4" type="body"/>
          </p:nvPr>
        </p:nvSpPr>
        <p:spPr>
          <a:xfrm>
            <a:off x="9372601" y="3482781"/>
            <a:ext cx="8077200" cy="5927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49" name="Google Shape;149;p18"/>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5"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51" name="Google Shape;151;p18"/>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Three Column Layout">
    <p:spTree>
      <p:nvGrpSpPr>
        <p:cNvPr id="152" name="Shape 152"/>
        <p:cNvGrpSpPr/>
        <p:nvPr/>
      </p:nvGrpSpPr>
      <p:grpSpPr>
        <a:xfrm>
          <a:off x="0" y="0"/>
          <a:ext cx="0" cy="0"/>
          <a:chOff x="0" y="0"/>
          <a:chExt cx="0" cy="0"/>
        </a:xfrm>
      </p:grpSpPr>
      <p:sp>
        <p:nvSpPr>
          <p:cNvPr id="153" name="Google Shape;153;p19"/>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54" name="Google Shape;154;p19"/>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155" name="Google Shape;155;p19"/>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56" name="Google Shape;156;p19"/>
          <p:cNvSpPr txBox="1"/>
          <p:nvPr>
            <p:ph idx="1" type="body"/>
          </p:nvPr>
        </p:nvSpPr>
        <p:spPr>
          <a:xfrm>
            <a:off x="709116" y="2832714"/>
            <a:ext cx="51582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57" name="Google Shape;157;p19"/>
          <p:cNvSpPr txBox="1"/>
          <p:nvPr>
            <p:ph idx="2" type="body"/>
          </p:nvPr>
        </p:nvSpPr>
        <p:spPr>
          <a:xfrm>
            <a:off x="6359214" y="2832714"/>
            <a:ext cx="53640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58" name="Google Shape;158;p19"/>
          <p:cNvSpPr txBox="1"/>
          <p:nvPr>
            <p:ph idx="3" type="body"/>
          </p:nvPr>
        </p:nvSpPr>
        <p:spPr>
          <a:xfrm>
            <a:off x="12215685" y="2832034"/>
            <a:ext cx="52344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59" name="Google Shape;159;p19"/>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4"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61" name="Google Shape;161;p19"/>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image">
  <p:cSld name="Two Column +image">
    <p:spTree>
      <p:nvGrpSpPr>
        <p:cNvPr id="162" name="Shape 162"/>
        <p:cNvGrpSpPr/>
        <p:nvPr/>
      </p:nvGrpSpPr>
      <p:grpSpPr>
        <a:xfrm>
          <a:off x="0" y="0"/>
          <a:ext cx="0" cy="0"/>
          <a:chOff x="0" y="0"/>
          <a:chExt cx="0" cy="0"/>
        </a:xfrm>
      </p:grpSpPr>
      <p:sp>
        <p:nvSpPr>
          <p:cNvPr id="163" name="Google Shape;163;p20"/>
          <p:cNvSpPr txBox="1"/>
          <p:nvPr>
            <p:ph idx="1" type="body"/>
          </p:nvPr>
        </p:nvSpPr>
        <p:spPr>
          <a:xfrm>
            <a:off x="709116" y="2828926"/>
            <a:ext cx="51582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64" name="Google Shape;164;p20"/>
          <p:cNvSpPr txBox="1"/>
          <p:nvPr>
            <p:ph idx="2" type="body"/>
          </p:nvPr>
        </p:nvSpPr>
        <p:spPr>
          <a:xfrm>
            <a:off x="6368228" y="2828926"/>
            <a:ext cx="53640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65" name="Google Shape;165;p20"/>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66" name="Google Shape;166;p20"/>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167" name="Google Shape;167;p20"/>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68" name="Google Shape;168;p20"/>
          <p:cNvSpPr txBox="1"/>
          <p:nvPr>
            <p:ph idx="3" type="body"/>
          </p:nvPr>
        </p:nvSpPr>
        <p:spPr>
          <a:xfrm>
            <a:off x="12233714" y="2834596"/>
            <a:ext cx="5215800" cy="6576000"/>
          </a:xfrm>
          <a:prstGeom prst="rect">
            <a:avLst/>
          </a:prstGeom>
          <a:solidFill>
            <a:srgbClr val="E8E8E8"/>
          </a:solidFill>
          <a:ln>
            <a:noFill/>
          </a:ln>
        </p:spPr>
        <p:txBody>
          <a:bodyPr anchorCtr="0" anchor="t" bIns="45700" lIns="9145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69" name="Google Shape;169;p20"/>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20"/>
          <p:cNvSpPr txBox="1"/>
          <p:nvPr>
            <p:ph idx="4"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71" name="Google Shape;171;p20"/>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Four Column Layout">
    <p:spTree>
      <p:nvGrpSpPr>
        <p:cNvPr id="172" name="Shape 172"/>
        <p:cNvGrpSpPr/>
        <p:nvPr/>
      </p:nvGrpSpPr>
      <p:grpSpPr>
        <a:xfrm>
          <a:off x="0" y="0"/>
          <a:ext cx="0" cy="0"/>
          <a:chOff x="0" y="0"/>
          <a:chExt cx="0" cy="0"/>
        </a:xfrm>
      </p:grpSpPr>
      <p:sp>
        <p:nvSpPr>
          <p:cNvPr id="173" name="Google Shape;173;p21"/>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74" name="Google Shape;174;p21"/>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175" name="Google Shape;175;p21"/>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76" name="Google Shape;176;p21"/>
          <p:cNvSpPr txBox="1"/>
          <p:nvPr>
            <p:ph idx="1" type="body"/>
          </p:nvPr>
        </p:nvSpPr>
        <p:spPr>
          <a:xfrm>
            <a:off x="709116" y="2850644"/>
            <a:ext cx="3733800" cy="65598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77" name="Google Shape;177;p21"/>
          <p:cNvSpPr txBox="1"/>
          <p:nvPr>
            <p:ph idx="2" type="body"/>
          </p:nvPr>
        </p:nvSpPr>
        <p:spPr>
          <a:xfrm>
            <a:off x="5033641" y="2850644"/>
            <a:ext cx="3733800" cy="65598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78" name="Google Shape;178;p21"/>
          <p:cNvSpPr txBox="1"/>
          <p:nvPr>
            <p:ph idx="3" type="body"/>
          </p:nvPr>
        </p:nvSpPr>
        <p:spPr>
          <a:xfrm>
            <a:off x="9358166" y="2850644"/>
            <a:ext cx="3789600" cy="65598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79" name="Google Shape;179;p21"/>
          <p:cNvSpPr txBox="1"/>
          <p:nvPr>
            <p:ph idx="4" type="body"/>
          </p:nvPr>
        </p:nvSpPr>
        <p:spPr>
          <a:xfrm>
            <a:off x="13738472" y="2850644"/>
            <a:ext cx="3713400" cy="65598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80" name="Google Shape;180;p21"/>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1"/>
          <p:cNvSpPr txBox="1"/>
          <p:nvPr>
            <p:ph idx="5"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82" name="Google Shape;182;p21"/>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w titles">
  <p:cSld name="Four Column Layout w titles">
    <p:spTree>
      <p:nvGrpSpPr>
        <p:cNvPr id="183" name="Shape 183"/>
        <p:cNvGrpSpPr/>
        <p:nvPr/>
      </p:nvGrpSpPr>
      <p:grpSpPr>
        <a:xfrm>
          <a:off x="0" y="0"/>
          <a:ext cx="0" cy="0"/>
          <a:chOff x="0" y="0"/>
          <a:chExt cx="0" cy="0"/>
        </a:xfrm>
      </p:grpSpPr>
      <p:sp>
        <p:nvSpPr>
          <p:cNvPr id="184" name="Google Shape;184;p22"/>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85" name="Google Shape;185;p22"/>
          <p:cNvSpPr txBox="1"/>
          <p:nvPr/>
        </p:nvSpPr>
        <p:spPr>
          <a:xfrm>
            <a:off x="16668499"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86" name="Google Shape;186;p22"/>
          <p:cNvSpPr txBox="1"/>
          <p:nvPr>
            <p:ph idx="1" type="body"/>
          </p:nvPr>
        </p:nvSpPr>
        <p:spPr>
          <a:xfrm>
            <a:off x="709116" y="2728960"/>
            <a:ext cx="37506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2800"/>
              <a:buNone/>
              <a:defRPr b="1" sz="28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87" name="Google Shape;187;p22"/>
          <p:cNvSpPr txBox="1"/>
          <p:nvPr>
            <p:ph idx="2" type="body"/>
          </p:nvPr>
        </p:nvSpPr>
        <p:spPr>
          <a:xfrm>
            <a:off x="5012382" y="2728960"/>
            <a:ext cx="37530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2800"/>
              <a:buNone/>
              <a:defRPr b="1" sz="28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88" name="Google Shape;188;p22"/>
          <p:cNvSpPr txBox="1"/>
          <p:nvPr>
            <p:ph idx="3" type="body"/>
          </p:nvPr>
        </p:nvSpPr>
        <p:spPr>
          <a:xfrm>
            <a:off x="9317568" y="2728960"/>
            <a:ext cx="38460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2800"/>
              <a:buNone/>
              <a:defRPr b="1" sz="28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89" name="Google Shape;189;p22"/>
          <p:cNvSpPr txBox="1"/>
          <p:nvPr>
            <p:ph idx="4" type="body"/>
          </p:nvPr>
        </p:nvSpPr>
        <p:spPr>
          <a:xfrm>
            <a:off x="13715998" y="2728960"/>
            <a:ext cx="37338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2800"/>
              <a:buNone/>
              <a:defRPr b="1" sz="28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90" name="Google Shape;190;p22"/>
          <p:cNvSpPr txBox="1"/>
          <p:nvPr>
            <p:ph idx="5" type="body"/>
          </p:nvPr>
        </p:nvSpPr>
        <p:spPr>
          <a:xfrm>
            <a:off x="709116" y="3526367"/>
            <a:ext cx="3733800" cy="5884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91" name="Google Shape;191;p22"/>
          <p:cNvSpPr txBox="1"/>
          <p:nvPr>
            <p:ph idx="6" type="body"/>
          </p:nvPr>
        </p:nvSpPr>
        <p:spPr>
          <a:xfrm>
            <a:off x="5012383" y="3526367"/>
            <a:ext cx="3733800" cy="5884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92" name="Google Shape;192;p22"/>
          <p:cNvSpPr txBox="1"/>
          <p:nvPr>
            <p:ph idx="7" type="body"/>
          </p:nvPr>
        </p:nvSpPr>
        <p:spPr>
          <a:xfrm>
            <a:off x="9317568" y="3526367"/>
            <a:ext cx="3770400" cy="5884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93" name="Google Shape;193;p22"/>
          <p:cNvSpPr txBox="1"/>
          <p:nvPr>
            <p:ph idx="8" type="body"/>
          </p:nvPr>
        </p:nvSpPr>
        <p:spPr>
          <a:xfrm>
            <a:off x="13715998" y="3526367"/>
            <a:ext cx="3713400" cy="5884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94" name="Google Shape;194;p22"/>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22"/>
          <p:cNvSpPr txBox="1"/>
          <p:nvPr>
            <p:ph idx="9"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96" name="Google Shape;196;p22"/>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
        <p:nvSpPr>
          <p:cNvPr id="197" name="Google Shape;197;p22"/>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198" name="Shape 198"/>
        <p:cNvGrpSpPr/>
        <p:nvPr/>
      </p:nvGrpSpPr>
      <p:grpSpPr>
        <a:xfrm>
          <a:off x="0" y="0"/>
          <a:ext cx="0" cy="0"/>
          <a:chOff x="0" y="0"/>
          <a:chExt cx="0" cy="0"/>
        </a:xfrm>
      </p:grpSpPr>
      <p:sp>
        <p:nvSpPr>
          <p:cNvPr id="199" name="Google Shape;199;p23"/>
          <p:cNvSpPr/>
          <p:nvPr/>
        </p:nvSpPr>
        <p:spPr>
          <a:xfrm>
            <a:off x="9350320" y="0"/>
            <a:ext cx="8937600" cy="10287000"/>
          </a:xfrm>
          <a:prstGeom prst="rect">
            <a:avLst/>
          </a:prstGeom>
          <a:solidFill>
            <a:schemeClr val="dk2"/>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chemeClr val="dk1"/>
              </a:buClr>
              <a:buSzPts val="7200"/>
              <a:buFont typeface="Arial"/>
              <a:buNone/>
            </a:pPr>
            <a:r>
              <a:t/>
            </a:r>
            <a:endParaRPr sz="7200">
              <a:solidFill>
                <a:schemeClr val="dk1"/>
              </a:solidFill>
              <a:latin typeface="Arial"/>
              <a:ea typeface="Arial"/>
              <a:cs typeface="Arial"/>
              <a:sym typeface="Arial"/>
            </a:endParaRPr>
          </a:p>
        </p:txBody>
      </p:sp>
      <p:sp>
        <p:nvSpPr>
          <p:cNvPr id="200" name="Google Shape;200;p23"/>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01" name="Google Shape;201;p23"/>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202" name="Google Shape;202;p23"/>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chemeClr val="lt1"/>
                </a:solidFill>
                <a:latin typeface="Arial"/>
                <a:ea typeface="Arial"/>
                <a:cs typeface="Arial"/>
                <a:sym typeface="Arial"/>
              </a:rPr>
              <a:t>‹#›</a:t>
            </a:fld>
            <a:endParaRPr i="0" sz="1200">
              <a:solidFill>
                <a:schemeClr val="lt1"/>
              </a:solidFill>
              <a:latin typeface="Arial"/>
              <a:ea typeface="Arial"/>
              <a:cs typeface="Arial"/>
              <a:sym typeface="Arial"/>
            </a:endParaRPr>
          </a:p>
        </p:txBody>
      </p:sp>
      <p:sp>
        <p:nvSpPr>
          <p:cNvPr id="203" name="Google Shape;203;p23"/>
          <p:cNvSpPr txBox="1"/>
          <p:nvPr>
            <p:ph idx="1" type="body"/>
          </p:nvPr>
        </p:nvSpPr>
        <p:spPr>
          <a:xfrm>
            <a:off x="914400" y="3089276"/>
            <a:ext cx="8001000" cy="6321600"/>
          </a:xfrm>
          <a:prstGeom prst="rect">
            <a:avLst/>
          </a:prstGeom>
          <a:solidFill>
            <a:srgbClr val="E8E8E8"/>
          </a:solidFill>
          <a:ln>
            <a:noFill/>
          </a:ln>
        </p:spPr>
        <p:txBody>
          <a:bodyPr anchorCtr="0" anchor="t" bIns="45700" lIns="9145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204" name="Google Shape;204;p23"/>
          <p:cNvSpPr txBox="1"/>
          <p:nvPr>
            <p:ph idx="2" type="body"/>
          </p:nvPr>
        </p:nvSpPr>
        <p:spPr>
          <a:xfrm>
            <a:off x="10051366" y="3089276"/>
            <a:ext cx="7629000" cy="63216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chemeClr val="lt1"/>
              </a:buClr>
              <a:buSzPts val="3600"/>
              <a:buNone/>
              <a:defRPr>
                <a:solidFill>
                  <a:schemeClr val="lt1"/>
                </a:solidFill>
              </a:defRPr>
            </a:lvl1pPr>
            <a:lvl2pPr indent="-457200" lvl="1" marL="914400" algn="l">
              <a:lnSpc>
                <a:spcPct val="114000"/>
              </a:lnSpc>
              <a:spcBef>
                <a:spcPts val="2000"/>
              </a:spcBef>
              <a:spcAft>
                <a:spcPts val="0"/>
              </a:spcAft>
              <a:buSzPts val="3600"/>
              <a:buChar char="•"/>
              <a:defRPr>
                <a:solidFill>
                  <a:schemeClr val="lt1"/>
                </a:solidFill>
              </a:defRPr>
            </a:lvl2pPr>
            <a:lvl3pPr indent="-419100" lvl="2" marL="1371600" algn="l">
              <a:lnSpc>
                <a:spcPct val="114000"/>
              </a:lnSpc>
              <a:spcBef>
                <a:spcPts val="1200"/>
              </a:spcBef>
              <a:spcAft>
                <a:spcPts val="0"/>
              </a:spcAft>
              <a:buSzPts val="3000"/>
              <a:buChar char="•"/>
              <a:defRPr>
                <a:solidFill>
                  <a:schemeClr val="lt1"/>
                </a:solidFill>
              </a:defRPr>
            </a:lvl3pPr>
            <a:lvl4pPr indent="-406400" lvl="3" marL="1828800" algn="l">
              <a:lnSpc>
                <a:spcPct val="114000"/>
              </a:lnSpc>
              <a:spcBef>
                <a:spcPts val="1200"/>
              </a:spcBef>
              <a:spcAft>
                <a:spcPts val="0"/>
              </a:spcAft>
              <a:buSzPts val="2800"/>
              <a:buChar char="•"/>
              <a:defRPr>
                <a:solidFill>
                  <a:schemeClr val="lt1"/>
                </a:solidFill>
              </a:defRPr>
            </a:lvl4pPr>
            <a:lvl5pPr indent="-406400" lvl="4" marL="2286000" algn="l">
              <a:lnSpc>
                <a:spcPct val="114000"/>
              </a:lnSpc>
              <a:spcBef>
                <a:spcPts val="1200"/>
              </a:spcBef>
              <a:spcAft>
                <a:spcPts val="0"/>
              </a:spcAft>
              <a:buSzPts val="2800"/>
              <a:buChar char="•"/>
              <a:defRPr>
                <a:solidFill>
                  <a:schemeClr val="lt1"/>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205" name="Google Shape;205;p23"/>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
        <p:nvSpPr>
          <p:cNvPr id="206" name="Google Shape;206;p23"/>
          <p:cNvSpPr txBox="1"/>
          <p:nvPr>
            <p:ph type="title"/>
          </p:nvPr>
        </p:nvSpPr>
        <p:spPr>
          <a:xfrm>
            <a:off x="731520" y="548640"/>
            <a:ext cx="81828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 name="Google Shape;207;p23"/>
          <p:cNvSpPr txBox="1"/>
          <p:nvPr>
            <p:ph idx="3" type="subTitle"/>
          </p:nvPr>
        </p:nvSpPr>
        <p:spPr>
          <a:xfrm>
            <a:off x="731520" y="1311736"/>
            <a:ext cx="82062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Quote - White">
    <p:bg>
      <p:bgPr>
        <a:solidFill>
          <a:schemeClr val="lt1"/>
        </a:solidFill>
      </p:bgPr>
    </p:bg>
    <p:spTree>
      <p:nvGrpSpPr>
        <p:cNvPr id="208" name="Shape 208"/>
        <p:cNvGrpSpPr/>
        <p:nvPr/>
      </p:nvGrpSpPr>
      <p:grpSpPr>
        <a:xfrm>
          <a:off x="0" y="0"/>
          <a:ext cx="0" cy="0"/>
          <a:chOff x="0" y="0"/>
          <a:chExt cx="0" cy="0"/>
        </a:xfrm>
      </p:grpSpPr>
      <p:sp>
        <p:nvSpPr>
          <p:cNvPr id="209" name="Google Shape;209;p24"/>
          <p:cNvSpPr txBox="1"/>
          <p:nvPr>
            <p:ph type="ctrTitle"/>
          </p:nvPr>
        </p:nvSpPr>
        <p:spPr>
          <a:xfrm>
            <a:off x="705205" y="4275880"/>
            <a:ext cx="16019400" cy="1600200"/>
          </a:xfrm>
          <a:prstGeom prst="rect">
            <a:avLst/>
          </a:prstGeom>
          <a:noFill/>
          <a:ln>
            <a:noFill/>
          </a:ln>
        </p:spPr>
        <p:txBody>
          <a:bodyPr anchorCtr="0" anchor="ctr" bIns="182900" lIns="182900" spcFirstLastPara="1" rIns="182900" wrap="square" tIns="182900">
            <a:spAutoFit/>
          </a:bodyPr>
          <a:lstStyle>
            <a:lvl1pPr lvl="0" algn="l">
              <a:lnSpc>
                <a:spcPct val="100000"/>
              </a:lnSpc>
              <a:spcBef>
                <a:spcPts val="0"/>
              </a:spcBef>
              <a:spcAft>
                <a:spcPts val="0"/>
              </a:spcAft>
              <a:buClr>
                <a:schemeClr val="dk1"/>
              </a:buClr>
              <a:buSzPts val="8000"/>
              <a:buFont typeface="Arial"/>
              <a:buNone/>
              <a:defRPr b="1" sz="8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2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11" name="Google Shape;211;p24"/>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Arial"/>
              <a:buNone/>
            </a:pPr>
            <a:r>
              <a:rPr b="0" i="0" lang="en-US" sz="1200">
                <a:solidFill>
                  <a:schemeClr val="lt1"/>
                </a:solidFill>
                <a:latin typeface="Arial"/>
                <a:ea typeface="Arial"/>
                <a:cs typeface="Arial"/>
                <a:sym typeface="Arial"/>
              </a:rPr>
              <a:t>© 2024 Snowflake Inc. All Rights Reserved</a:t>
            </a:r>
            <a:endParaRPr sz="1200">
              <a:solidFill>
                <a:schemeClr val="lt1"/>
              </a:solidFill>
              <a:latin typeface="Arial"/>
              <a:ea typeface="Arial"/>
              <a:cs typeface="Arial"/>
              <a:sym typeface="Arial"/>
            </a:endParaRPr>
          </a:p>
        </p:txBody>
      </p:sp>
      <p:grpSp>
        <p:nvGrpSpPr>
          <p:cNvPr id="212" name="Google Shape;212;p24"/>
          <p:cNvGrpSpPr/>
          <p:nvPr/>
        </p:nvGrpSpPr>
        <p:grpSpPr>
          <a:xfrm>
            <a:off x="914418" y="948259"/>
            <a:ext cx="2355572" cy="1715698"/>
            <a:chOff x="865451" y="2114550"/>
            <a:chExt cx="3399093" cy="2475755"/>
          </a:xfrm>
        </p:grpSpPr>
        <p:sp>
          <p:nvSpPr>
            <p:cNvPr id="213" name="Google Shape;213;p24"/>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300" lIns="68600" spcFirstLastPara="1" rIns="68600" wrap="square" tIns="343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214" name="Google Shape;214;p24"/>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300" lIns="68600" spcFirstLastPara="1" rIns="68600" wrap="square" tIns="343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grpSp>
      <p:sp>
        <p:nvSpPr>
          <p:cNvPr id="215" name="Google Shape;215;p24"/>
          <p:cNvSpPr txBox="1"/>
          <p:nvPr>
            <p:ph idx="1" type="subTitle"/>
          </p:nvPr>
        </p:nvSpPr>
        <p:spPr>
          <a:xfrm>
            <a:off x="729754" y="8082420"/>
            <a:ext cx="11465400" cy="818400"/>
          </a:xfrm>
          <a:prstGeom prst="rect">
            <a:avLst/>
          </a:prstGeom>
          <a:noFill/>
          <a:ln>
            <a:noFill/>
          </a:ln>
        </p:spPr>
        <p:txBody>
          <a:bodyPr anchorCtr="0" anchor="t" bIns="45700" lIns="182900" spcFirstLastPara="1" rIns="91450" wrap="square" tIns="45700">
            <a:noAutofit/>
          </a:bodyPr>
          <a:lstStyle>
            <a:lvl1pPr lvl="0" algn="l">
              <a:lnSpc>
                <a:spcPct val="114000"/>
              </a:lnSpc>
              <a:spcBef>
                <a:spcPts val="0"/>
              </a:spcBef>
              <a:spcAft>
                <a:spcPts val="0"/>
              </a:spcAft>
              <a:buClr>
                <a:schemeClr val="dk1"/>
              </a:buClr>
              <a:buSzPts val="3600"/>
              <a:buNone/>
              <a:defRPr b="1" sz="3600">
                <a:solidFill>
                  <a:schemeClr val="dk1"/>
                </a:solidFill>
              </a:defRPr>
            </a:lvl1pPr>
            <a:lvl2pPr lvl="1" algn="ctr">
              <a:lnSpc>
                <a:spcPct val="114000"/>
              </a:lnSpc>
              <a:spcBef>
                <a:spcPts val="2000"/>
              </a:spcBef>
              <a:spcAft>
                <a:spcPts val="0"/>
              </a:spcAft>
              <a:buSzPts val="3000"/>
              <a:buNone/>
              <a:defRPr sz="3000"/>
            </a:lvl2pPr>
            <a:lvl3pPr lvl="2" algn="ctr">
              <a:lnSpc>
                <a:spcPct val="114000"/>
              </a:lnSpc>
              <a:spcBef>
                <a:spcPts val="1200"/>
              </a:spcBef>
              <a:spcAft>
                <a:spcPts val="0"/>
              </a:spcAft>
              <a:buSzPts val="2800"/>
              <a:buNone/>
              <a:defRPr sz="2800"/>
            </a:lvl3pPr>
            <a:lvl4pPr lvl="3" algn="ctr">
              <a:lnSpc>
                <a:spcPct val="114000"/>
              </a:lnSpc>
              <a:spcBef>
                <a:spcPts val="1200"/>
              </a:spcBef>
              <a:spcAft>
                <a:spcPts val="0"/>
              </a:spcAft>
              <a:buSzPts val="2400"/>
              <a:buNone/>
              <a:defRPr sz="2400"/>
            </a:lvl4pPr>
            <a:lvl5pPr lvl="4" algn="ctr">
              <a:lnSpc>
                <a:spcPct val="114000"/>
              </a:lnSpc>
              <a:spcBef>
                <a:spcPts val="1200"/>
              </a:spcBef>
              <a:spcAft>
                <a:spcPts val="0"/>
              </a:spcAft>
              <a:buSzPts val="2400"/>
              <a:buNone/>
              <a:defRPr sz="2400"/>
            </a:lvl5pPr>
            <a:lvl6pPr lvl="5" algn="ctr">
              <a:lnSpc>
                <a:spcPct val="90000"/>
              </a:lnSpc>
              <a:spcBef>
                <a:spcPts val="12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p:txBody>
      </p:sp>
      <p:sp>
        <p:nvSpPr>
          <p:cNvPr id="216" name="Google Shape;216;p24"/>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19191"/>
                </a:solidFill>
                <a:latin typeface="Arial"/>
                <a:ea typeface="Arial"/>
                <a:cs typeface="Arial"/>
                <a:sym typeface="Arial"/>
              </a:rPr>
              <a:t>‹#›</a:t>
            </a:fld>
            <a:endParaRPr i="0" sz="1200">
              <a:solidFill>
                <a:srgbClr val="919191"/>
              </a:solidFill>
              <a:latin typeface="Arial"/>
              <a:ea typeface="Arial"/>
              <a:cs typeface="Arial"/>
              <a:sym typeface="Arial"/>
            </a:endParaRPr>
          </a:p>
        </p:txBody>
      </p:sp>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01_1">
    <p:bg>
      <p:bgPr>
        <a:solidFill>
          <a:schemeClr val="accent1"/>
        </a:solidFill>
      </p:bgPr>
    </p:bg>
    <p:spTree>
      <p:nvGrpSpPr>
        <p:cNvPr id="217" name="Shape 217"/>
        <p:cNvGrpSpPr/>
        <p:nvPr/>
      </p:nvGrpSpPr>
      <p:grpSpPr>
        <a:xfrm>
          <a:off x="0" y="0"/>
          <a:ext cx="0" cy="0"/>
          <a:chOff x="0" y="0"/>
          <a:chExt cx="0" cy="0"/>
        </a:xfrm>
      </p:grpSpPr>
      <p:sp>
        <p:nvSpPr>
          <p:cNvPr id="218" name="Google Shape;218;p25"/>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19" name="Google Shape;219;p25"/>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p:txBody>
      </p:sp>
      <p:sp>
        <p:nvSpPr>
          <p:cNvPr id="220" name="Google Shape;220;p25"/>
          <p:cNvSpPr/>
          <p:nvPr/>
        </p:nvSpPr>
        <p:spPr>
          <a:xfrm rot="2700000">
            <a:off x="14001291" y="7437476"/>
            <a:ext cx="505723" cy="505299"/>
          </a:xfrm>
          <a:prstGeom prst="rect">
            <a:avLst/>
          </a:prstGeom>
          <a:solidFill>
            <a:schemeClr val="accent1"/>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t/>
            </a:r>
            <a:endParaRPr sz="1400"/>
          </a:p>
        </p:txBody>
      </p:sp>
      <p:pic>
        <p:nvPicPr>
          <p:cNvPr id="221" name="Google Shape;221;p25" title="swt25-cloud-06.png"/>
          <p:cNvPicPr preferRelativeResize="0"/>
          <p:nvPr/>
        </p:nvPicPr>
        <p:blipFill>
          <a:blip r:embed="rId2">
            <a:alphaModFix/>
          </a:blip>
          <a:stretch>
            <a:fillRect/>
          </a:stretch>
        </p:blipFill>
        <p:spPr>
          <a:xfrm>
            <a:off x="14364362" y="5806902"/>
            <a:ext cx="3749724" cy="2142165"/>
          </a:xfrm>
          <a:prstGeom prst="rect">
            <a:avLst/>
          </a:prstGeom>
          <a:noFill/>
          <a:ln>
            <a:noFill/>
          </a:ln>
        </p:spPr>
      </p:pic>
      <p:pic>
        <p:nvPicPr>
          <p:cNvPr id="222" name="Google Shape;222;p25" title="swt25-cloud-06.png"/>
          <p:cNvPicPr preferRelativeResize="0"/>
          <p:nvPr/>
        </p:nvPicPr>
        <p:blipFill>
          <a:blip r:embed="rId2">
            <a:alphaModFix/>
          </a:blip>
          <a:stretch>
            <a:fillRect/>
          </a:stretch>
        </p:blipFill>
        <p:spPr>
          <a:xfrm>
            <a:off x="10121371" y="6944385"/>
            <a:ext cx="2893138" cy="1652801"/>
          </a:xfrm>
          <a:prstGeom prst="rect">
            <a:avLst/>
          </a:prstGeom>
          <a:noFill/>
          <a:ln>
            <a:noFill/>
          </a:ln>
        </p:spPr>
      </p:pic>
      <p:pic>
        <p:nvPicPr>
          <p:cNvPr id="223" name="Google Shape;223;p25" title="swt25-cloud-06.png"/>
          <p:cNvPicPr preferRelativeResize="0"/>
          <p:nvPr/>
        </p:nvPicPr>
        <p:blipFill>
          <a:blip r:embed="rId2">
            <a:alphaModFix/>
          </a:blip>
          <a:stretch>
            <a:fillRect/>
          </a:stretch>
        </p:blipFill>
        <p:spPr>
          <a:xfrm>
            <a:off x="12588521" y="5554847"/>
            <a:ext cx="2098596" cy="1198905"/>
          </a:xfrm>
          <a:prstGeom prst="rect">
            <a:avLst/>
          </a:prstGeom>
          <a:noFill/>
          <a:ln>
            <a:noFill/>
          </a:ln>
        </p:spPr>
      </p:pic>
      <p:pic>
        <p:nvPicPr>
          <p:cNvPr id="224" name="Google Shape;224;p25" title="sno25-swt-vignettes-r7-rgb_right-corner-2.png"/>
          <p:cNvPicPr preferRelativeResize="0"/>
          <p:nvPr/>
        </p:nvPicPr>
        <p:blipFill rotWithShape="1">
          <a:blip r:embed="rId3">
            <a:alphaModFix/>
          </a:blip>
          <a:srcRect b="0" l="4271" r="4271" t="0"/>
          <a:stretch/>
        </p:blipFill>
        <p:spPr>
          <a:xfrm>
            <a:off x="8215349" y="4463100"/>
            <a:ext cx="10072648" cy="5823897"/>
          </a:xfrm>
          <a:prstGeom prst="rect">
            <a:avLst/>
          </a:prstGeom>
          <a:noFill/>
          <a:ln>
            <a:noFill/>
          </a:ln>
        </p:spPr>
      </p:pic>
      <p:sp>
        <p:nvSpPr>
          <p:cNvPr id="225" name="Google Shape;225;p25"/>
          <p:cNvSpPr txBox="1"/>
          <p:nvPr>
            <p:ph type="ctrTitle"/>
          </p:nvPr>
        </p:nvSpPr>
        <p:spPr>
          <a:xfrm>
            <a:off x="705200" y="2313250"/>
            <a:ext cx="11167800" cy="2980800"/>
          </a:xfrm>
          <a:prstGeom prst="rect">
            <a:avLst/>
          </a:prstGeom>
          <a:noFill/>
          <a:ln>
            <a:noFill/>
          </a:ln>
        </p:spPr>
        <p:txBody>
          <a:bodyPr anchorCtr="0" anchor="b" bIns="0" lIns="182900" spcFirstLastPara="1" rIns="91450" wrap="square" tIns="4570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_image">
  <p:cSld name="Multi-use layout w/ 2-Line Title_image">
    <p:spTree>
      <p:nvGrpSpPr>
        <p:cNvPr id="226" name="Shape 226"/>
        <p:cNvGrpSpPr/>
        <p:nvPr/>
      </p:nvGrpSpPr>
      <p:grpSpPr>
        <a:xfrm>
          <a:off x="0" y="0"/>
          <a:ext cx="0" cy="0"/>
          <a:chOff x="0" y="0"/>
          <a:chExt cx="0" cy="0"/>
        </a:xfrm>
      </p:grpSpPr>
      <p:sp>
        <p:nvSpPr>
          <p:cNvPr id="227" name="Google Shape;227;p26"/>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28" name="Google Shape;228;p26"/>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29" name="Google Shape;229;p26"/>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230" name="Google Shape;230;p26"/>
          <p:cNvSpPr txBox="1"/>
          <p:nvPr>
            <p:ph idx="1" type="body"/>
          </p:nvPr>
        </p:nvSpPr>
        <p:spPr>
          <a:xfrm>
            <a:off x="9372600" y="2957241"/>
            <a:ext cx="8077200" cy="6453600"/>
          </a:xfrm>
          <a:prstGeom prst="rect">
            <a:avLst/>
          </a:prstGeom>
          <a:solidFill>
            <a:srgbClr val="E8E8E8"/>
          </a:solidFill>
          <a:ln>
            <a:noFill/>
          </a:ln>
        </p:spPr>
        <p:txBody>
          <a:bodyPr anchorCtr="0" anchor="t" bIns="45700" lIns="9145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231" name="Google Shape;231;p26"/>
          <p:cNvSpPr txBox="1"/>
          <p:nvPr>
            <p:ph idx="2" type="subTitle"/>
          </p:nvPr>
        </p:nvSpPr>
        <p:spPr>
          <a:xfrm>
            <a:off x="731520" y="2246730"/>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232" name="Google Shape;232;p26"/>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3" name="Google Shape;233;p26"/>
          <p:cNvSpPr/>
          <p:nvPr/>
        </p:nvSpPr>
        <p:spPr>
          <a:xfrm>
            <a:off x="0" y="687610"/>
            <a:ext cx="274200" cy="1539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p:cSld name="Multi-use layout w/ Dotted Lines 01">
    <p:spTree>
      <p:nvGrpSpPr>
        <p:cNvPr id="234" name="Shape 234"/>
        <p:cNvGrpSpPr/>
        <p:nvPr/>
      </p:nvGrpSpPr>
      <p:grpSpPr>
        <a:xfrm>
          <a:off x="0" y="0"/>
          <a:ext cx="0" cy="0"/>
          <a:chOff x="0" y="0"/>
          <a:chExt cx="0" cy="0"/>
        </a:xfrm>
      </p:grpSpPr>
      <p:grpSp>
        <p:nvGrpSpPr>
          <p:cNvPr id="235" name="Google Shape;235;p27"/>
          <p:cNvGrpSpPr/>
          <p:nvPr/>
        </p:nvGrpSpPr>
        <p:grpSpPr>
          <a:xfrm>
            <a:off x="7" y="7523906"/>
            <a:ext cx="18287993" cy="2743129"/>
            <a:chOff x="-10" y="3735321"/>
            <a:chExt cx="9139427" cy="1408177"/>
          </a:xfrm>
        </p:grpSpPr>
        <p:pic>
          <p:nvPicPr>
            <p:cNvPr id="236" name="Google Shape;236;p27"/>
            <p:cNvPicPr preferRelativeResize="0"/>
            <p:nvPr/>
          </p:nvPicPr>
          <p:blipFill rotWithShape="1">
            <a:blip r:embed="rId2">
              <a:alphaModFix amt="29000"/>
            </a:blip>
            <a:srcRect b="140" l="0" r="0" t="140"/>
            <a:stretch/>
          </p:blipFill>
          <p:spPr>
            <a:xfrm>
              <a:off x="-10" y="3735321"/>
              <a:ext cx="3044952" cy="1408177"/>
            </a:xfrm>
            <a:prstGeom prst="rect">
              <a:avLst/>
            </a:prstGeom>
            <a:noFill/>
            <a:ln>
              <a:noFill/>
            </a:ln>
          </p:spPr>
        </p:pic>
        <p:pic>
          <p:nvPicPr>
            <p:cNvPr id="237" name="Google Shape;237;p27"/>
            <p:cNvPicPr preferRelativeResize="0"/>
            <p:nvPr/>
          </p:nvPicPr>
          <p:blipFill rotWithShape="1">
            <a:blip r:embed="rId3">
              <a:alphaModFix amt="29000"/>
            </a:blip>
            <a:srcRect b="140" l="0" r="0" t="140"/>
            <a:stretch/>
          </p:blipFill>
          <p:spPr>
            <a:xfrm>
              <a:off x="3049515" y="3735321"/>
              <a:ext cx="3044952" cy="1408177"/>
            </a:xfrm>
            <a:prstGeom prst="rect">
              <a:avLst/>
            </a:prstGeom>
            <a:noFill/>
            <a:ln>
              <a:noFill/>
            </a:ln>
          </p:spPr>
        </p:pic>
        <p:pic>
          <p:nvPicPr>
            <p:cNvPr id="238" name="Google Shape;238;p27"/>
            <p:cNvPicPr preferRelativeResize="0"/>
            <p:nvPr/>
          </p:nvPicPr>
          <p:blipFill rotWithShape="1">
            <a:blip r:embed="rId4">
              <a:alphaModFix amt="29000"/>
            </a:blip>
            <a:srcRect b="140" l="0" r="0" t="140"/>
            <a:stretch/>
          </p:blipFill>
          <p:spPr>
            <a:xfrm>
              <a:off x="6094465" y="3735321"/>
              <a:ext cx="3044952" cy="1408177"/>
            </a:xfrm>
            <a:prstGeom prst="rect">
              <a:avLst/>
            </a:prstGeom>
            <a:noFill/>
            <a:ln>
              <a:noFill/>
            </a:ln>
          </p:spPr>
        </p:pic>
      </p:grpSp>
      <p:sp>
        <p:nvSpPr>
          <p:cNvPr id="239" name="Google Shape;239;p27"/>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40" name="Google Shape;240;p27"/>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41" name="Google Shape;241;p27"/>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242" name="Google Shape;242;p27"/>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27"/>
          <p:cNvSpPr txBox="1"/>
          <p:nvPr>
            <p:ph idx="1"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244" name="Google Shape;244;p27"/>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2">
  <p:cSld name="Multi-use layout w/ Dotted Lines 02">
    <p:spTree>
      <p:nvGrpSpPr>
        <p:cNvPr id="245" name="Shape 245"/>
        <p:cNvGrpSpPr/>
        <p:nvPr/>
      </p:nvGrpSpPr>
      <p:grpSpPr>
        <a:xfrm>
          <a:off x="0" y="0"/>
          <a:ext cx="0" cy="0"/>
          <a:chOff x="0" y="0"/>
          <a:chExt cx="0" cy="0"/>
        </a:xfrm>
      </p:grpSpPr>
      <p:grpSp>
        <p:nvGrpSpPr>
          <p:cNvPr id="246" name="Google Shape;246;p28"/>
          <p:cNvGrpSpPr/>
          <p:nvPr/>
        </p:nvGrpSpPr>
        <p:grpSpPr>
          <a:xfrm>
            <a:off x="1" y="8741153"/>
            <a:ext cx="18288002" cy="1545849"/>
            <a:chOff x="0" y="4370576"/>
            <a:chExt cx="9144001" cy="772925"/>
          </a:xfrm>
        </p:grpSpPr>
        <p:pic>
          <p:nvPicPr>
            <p:cNvPr id="247" name="Google Shape;247;p28"/>
            <p:cNvPicPr preferRelativeResize="0"/>
            <p:nvPr/>
          </p:nvPicPr>
          <p:blipFill rotWithShape="1">
            <a:blip r:embed="rId2">
              <a:alphaModFix amt="29000"/>
            </a:blip>
            <a:srcRect b="43664" l="0" r="0" t="140"/>
            <a:stretch/>
          </p:blipFill>
          <p:spPr>
            <a:xfrm>
              <a:off x="0" y="4370576"/>
              <a:ext cx="3046476" cy="772925"/>
            </a:xfrm>
            <a:prstGeom prst="rect">
              <a:avLst/>
            </a:prstGeom>
            <a:noFill/>
            <a:ln>
              <a:noFill/>
            </a:ln>
          </p:spPr>
        </p:pic>
        <p:pic>
          <p:nvPicPr>
            <p:cNvPr id="248" name="Google Shape;248;p28"/>
            <p:cNvPicPr preferRelativeResize="0"/>
            <p:nvPr/>
          </p:nvPicPr>
          <p:blipFill rotWithShape="1">
            <a:blip r:embed="rId3">
              <a:alphaModFix amt="29000"/>
            </a:blip>
            <a:srcRect b="43664" l="0" r="0" t="140"/>
            <a:stretch/>
          </p:blipFill>
          <p:spPr>
            <a:xfrm>
              <a:off x="3051050" y="4370576"/>
              <a:ext cx="3046476" cy="772925"/>
            </a:xfrm>
            <a:prstGeom prst="rect">
              <a:avLst/>
            </a:prstGeom>
            <a:noFill/>
            <a:ln>
              <a:noFill/>
            </a:ln>
          </p:spPr>
        </p:pic>
        <p:pic>
          <p:nvPicPr>
            <p:cNvPr id="249" name="Google Shape;249;p28"/>
            <p:cNvPicPr preferRelativeResize="0"/>
            <p:nvPr/>
          </p:nvPicPr>
          <p:blipFill rotWithShape="1">
            <a:blip r:embed="rId4">
              <a:alphaModFix amt="29000"/>
            </a:blip>
            <a:srcRect b="43664" l="0" r="0" t="140"/>
            <a:stretch/>
          </p:blipFill>
          <p:spPr>
            <a:xfrm>
              <a:off x="6097525" y="4370576"/>
              <a:ext cx="3046476" cy="772925"/>
            </a:xfrm>
            <a:prstGeom prst="rect">
              <a:avLst/>
            </a:prstGeom>
            <a:noFill/>
            <a:ln>
              <a:noFill/>
            </a:ln>
          </p:spPr>
        </p:pic>
      </p:grpSp>
      <p:sp>
        <p:nvSpPr>
          <p:cNvPr id="250" name="Google Shape;250;p28"/>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51" name="Google Shape;251;p28"/>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52" name="Google Shape;252;p28"/>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253" name="Google Shape;253;p28"/>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28"/>
          <p:cNvSpPr txBox="1"/>
          <p:nvPr>
            <p:ph idx="1"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255" name="Google Shape;255;p28"/>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 w/ Dotted Arrows">
    <p:spTree>
      <p:nvGrpSpPr>
        <p:cNvPr id="256" name="Shape 256"/>
        <p:cNvGrpSpPr/>
        <p:nvPr/>
      </p:nvGrpSpPr>
      <p:grpSpPr>
        <a:xfrm>
          <a:off x="0" y="0"/>
          <a:ext cx="0" cy="0"/>
          <a:chOff x="0" y="0"/>
          <a:chExt cx="0" cy="0"/>
        </a:xfrm>
      </p:grpSpPr>
      <p:pic>
        <p:nvPicPr>
          <p:cNvPr id="257" name="Google Shape;257;p29"/>
          <p:cNvPicPr preferRelativeResize="0"/>
          <p:nvPr/>
        </p:nvPicPr>
        <p:blipFill rotWithShape="1">
          <a:blip r:embed="rId2">
            <a:alphaModFix/>
          </a:blip>
          <a:srcRect b="0" l="22840" r="0" t="0"/>
          <a:stretch/>
        </p:blipFill>
        <p:spPr>
          <a:xfrm flipH="1">
            <a:off x="15564750" y="5871351"/>
            <a:ext cx="2736300" cy="3862446"/>
          </a:xfrm>
          <a:prstGeom prst="rect">
            <a:avLst/>
          </a:prstGeom>
          <a:noFill/>
          <a:ln>
            <a:noFill/>
          </a:ln>
        </p:spPr>
      </p:pic>
      <p:sp>
        <p:nvSpPr>
          <p:cNvPr id="258" name="Google Shape;258;p29"/>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59" name="Google Shape;259;p29"/>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60" name="Google Shape;260;p29"/>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261" name="Google Shape;261;p29"/>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2" name="Google Shape;262;p29"/>
          <p:cNvSpPr txBox="1"/>
          <p:nvPr>
            <p:ph idx="1"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263" name="Google Shape;263;p29"/>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Dark Blue Left Bar">
    <p:spTree>
      <p:nvGrpSpPr>
        <p:cNvPr id="264" name="Shape 264"/>
        <p:cNvGrpSpPr/>
        <p:nvPr/>
      </p:nvGrpSpPr>
      <p:grpSpPr>
        <a:xfrm>
          <a:off x="0" y="0"/>
          <a:ext cx="0" cy="0"/>
          <a:chOff x="0" y="0"/>
          <a:chExt cx="0" cy="0"/>
        </a:xfrm>
      </p:grpSpPr>
      <p:sp>
        <p:nvSpPr>
          <p:cNvPr id="265" name="Google Shape;265;p30"/>
          <p:cNvSpPr/>
          <p:nvPr/>
        </p:nvSpPr>
        <p:spPr>
          <a:xfrm>
            <a:off x="0" y="0"/>
            <a:ext cx="5463000" cy="10287000"/>
          </a:xfrm>
          <a:prstGeom prst="rect">
            <a:avLst/>
          </a:prstGeom>
          <a:solidFill>
            <a:schemeClr val="dk2"/>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chemeClr val="dk1"/>
              </a:buClr>
              <a:buSzPts val="7200"/>
              <a:buFont typeface="Arial"/>
              <a:buNone/>
            </a:pPr>
            <a:r>
              <a:t/>
            </a:r>
            <a:endParaRPr sz="7200">
              <a:solidFill>
                <a:schemeClr val="dk1"/>
              </a:solidFill>
              <a:latin typeface="Arial"/>
              <a:ea typeface="Arial"/>
              <a:cs typeface="Arial"/>
              <a:sym typeface="Arial"/>
            </a:endParaRPr>
          </a:p>
        </p:txBody>
      </p:sp>
      <p:sp>
        <p:nvSpPr>
          <p:cNvPr id="266" name="Google Shape;266;p30"/>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chemeClr val="lt1"/>
                </a:solidFill>
                <a:latin typeface="Arial"/>
                <a:ea typeface="Arial"/>
                <a:cs typeface="Arial"/>
                <a:sym typeface="Arial"/>
              </a:rPr>
              <a:t>‹#›</a:t>
            </a:fld>
            <a:endParaRPr i="0" sz="1200">
              <a:solidFill>
                <a:schemeClr val="lt1"/>
              </a:solidFill>
              <a:latin typeface="Arial"/>
              <a:ea typeface="Arial"/>
              <a:cs typeface="Arial"/>
              <a:sym typeface="Arial"/>
            </a:endParaRPr>
          </a:p>
        </p:txBody>
      </p:sp>
      <p:sp>
        <p:nvSpPr>
          <p:cNvPr id="267" name="Google Shape;267;p30"/>
          <p:cNvSpPr txBox="1"/>
          <p:nvPr/>
        </p:nvSpPr>
        <p:spPr>
          <a:xfrm>
            <a:off x="16668499"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268" name="Google Shape;268;p30"/>
          <p:cNvSpPr txBox="1"/>
          <p:nvPr>
            <p:ph idx="1" type="body"/>
          </p:nvPr>
        </p:nvSpPr>
        <p:spPr>
          <a:xfrm>
            <a:off x="914391" y="3054656"/>
            <a:ext cx="4267200" cy="5881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chemeClr val="lt1"/>
              </a:buClr>
              <a:buSzPts val="3600"/>
              <a:buNone/>
              <a:defRPr>
                <a:solidFill>
                  <a:schemeClr val="lt1"/>
                </a:solidFill>
              </a:defRPr>
            </a:lvl1pPr>
            <a:lvl2pPr indent="-457200" lvl="1" marL="914400" algn="l">
              <a:lnSpc>
                <a:spcPct val="114000"/>
              </a:lnSpc>
              <a:spcBef>
                <a:spcPts val="2000"/>
              </a:spcBef>
              <a:spcAft>
                <a:spcPts val="0"/>
              </a:spcAft>
              <a:buSzPts val="3600"/>
              <a:buChar char="•"/>
              <a:defRPr>
                <a:solidFill>
                  <a:schemeClr val="lt1"/>
                </a:solidFill>
              </a:defRPr>
            </a:lvl2pPr>
            <a:lvl3pPr indent="-419100" lvl="2" marL="1371600" algn="l">
              <a:lnSpc>
                <a:spcPct val="114000"/>
              </a:lnSpc>
              <a:spcBef>
                <a:spcPts val="1200"/>
              </a:spcBef>
              <a:spcAft>
                <a:spcPts val="0"/>
              </a:spcAft>
              <a:buSzPts val="3000"/>
              <a:buChar char="•"/>
              <a:defRPr>
                <a:solidFill>
                  <a:schemeClr val="lt1"/>
                </a:solidFill>
              </a:defRPr>
            </a:lvl3pPr>
            <a:lvl4pPr indent="-406400" lvl="3" marL="1828800" algn="l">
              <a:lnSpc>
                <a:spcPct val="114000"/>
              </a:lnSpc>
              <a:spcBef>
                <a:spcPts val="1200"/>
              </a:spcBef>
              <a:spcAft>
                <a:spcPts val="0"/>
              </a:spcAft>
              <a:buSzPts val="2800"/>
              <a:buChar char="•"/>
              <a:defRPr>
                <a:solidFill>
                  <a:schemeClr val="lt1"/>
                </a:solidFill>
              </a:defRPr>
            </a:lvl4pPr>
            <a:lvl5pPr indent="-406400" lvl="4" marL="2286000" algn="l">
              <a:lnSpc>
                <a:spcPct val="114000"/>
              </a:lnSpc>
              <a:spcBef>
                <a:spcPts val="1200"/>
              </a:spcBef>
              <a:spcAft>
                <a:spcPts val="0"/>
              </a:spcAft>
              <a:buSzPts val="2800"/>
              <a:buChar char="•"/>
              <a:defRPr>
                <a:solidFill>
                  <a:schemeClr val="lt1"/>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269" name="Google Shape;269;p30"/>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70" name="Google Shape;270;p30"/>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Arial"/>
              <a:buNone/>
            </a:pPr>
            <a:r>
              <a:rPr b="0" i="0" lang="en-US" sz="1200">
                <a:solidFill>
                  <a:schemeClr val="lt1"/>
                </a:solidFill>
                <a:latin typeface="Arial"/>
                <a:ea typeface="Arial"/>
                <a:cs typeface="Arial"/>
                <a:sym typeface="Arial"/>
              </a:rPr>
              <a:t>© 202</a:t>
            </a:r>
            <a:r>
              <a:rPr lang="en-US" sz="1200">
                <a:solidFill>
                  <a:schemeClr val="lt1"/>
                </a:solidFill>
              </a:rPr>
              <a:t>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271" name="Google Shape;271;p30"/>
          <p:cNvSpPr txBox="1"/>
          <p:nvPr>
            <p:ph type="title"/>
          </p:nvPr>
        </p:nvSpPr>
        <p:spPr>
          <a:xfrm>
            <a:off x="709117" y="727121"/>
            <a:ext cx="4753800" cy="731400"/>
          </a:xfrm>
          <a:prstGeom prst="rect">
            <a:avLst/>
          </a:prstGeom>
          <a:noFill/>
          <a:ln>
            <a:noFill/>
          </a:ln>
        </p:spPr>
        <p:txBody>
          <a:bodyPr anchorCtr="0" anchor="t" bIns="0" lIns="182900" spcFirstLastPara="1" rIns="182900" wrap="square" tIns="182900">
            <a:noAutofit/>
          </a:bodyPr>
          <a:lstStyle>
            <a:lvl1pPr lvl="0" algn="l">
              <a:lnSpc>
                <a:spcPct val="85000"/>
              </a:lnSpc>
              <a:spcBef>
                <a:spcPts val="0"/>
              </a:spcBef>
              <a:spcAft>
                <a:spcPts val="0"/>
              </a:spcAft>
              <a:buClr>
                <a:schemeClr val="lt1"/>
              </a:buClr>
              <a:buSzPts val="5200"/>
              <a:buFont typeface="Arial"/>
              <a:buNone/>
              <a:defRPr b="1" sz="5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30"/>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Blank (footer only)">
    <p:spTree>
      <p:nvGrpSpPr>
        <p:cNvPr id="273" name="Shape 273"/>
        <p:cNvGrpSpPr/>
        <p:nvPr/>
      </p:nvGrpSpPr>
      <p:grpSpPr>
        <a:xfrm>
          <a:off x="0" y="0"/>
          <a:ext cx="0" cy="0"/>
          <a:chOff x="0" y="0"/>
          <a:chExt cx="0" cy="0"/>
        </a:xfrm>
      </p:grpSpPr>
      <p:sp>
        <p:nvSpPr>
          <p:cNvPr id="274" name="Google Shape;274;p31"/>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75" name="Google Shape;275;p31"/>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276" name="Google Shape;276;p31"/>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k Blue">
  <p:cSld name="Quote - Dk Blue">
    <p:bg>
      <p:bgPr>
        <a:solidFill>
          <a:schemeClr val="dk2"/>
        </a:solidFill>
      </p:bgPr>
    </p:bg>
    <p:spTree>
      <p:nvGrpSpPr>
        <p:cNvPr id="277" name="Shape 277"/>
        <p:cNvGrpSpPr/>
        <p:nvPr/>
      </p:nvGrpSpPr>
      <p:grpSpPr>
        <a:xfrm>
          <a:off x="0" y="0"/>
          <a:ext cx="0" cy="0"/>
          <a:chOff x="0" y="0"/>
          <a:chExt cx="0" cy="0"/>
        </a:xfrm>
      </p:grpSpPr>
      <p:sp>
        <p:nvSpPr>
          <p:cNvPr id="278" name="Google Shape;278;p32"/>
          <p:cNvSpPr txBox="1"/>
          <p:nvPr>
            <p:ph type="ctrTitle"/>
          </p:nvPr>
        </p:nvSpPr>
        <p:spPr>
          <a:xfrm>
            <a:off x="705205" y="4275880"/>
            <a:ext cx="16019400" cy="1600200"/>
          </a:xfrm>
          <a:prstGeom prst="rect">
            <a:avLst/>
          </a:prstGeom>
          <a:noFill/>
          <a:ln>
            <a:noFill/>
          </a:ln>
        </p:spPr>
        <p:txBody>
          <a:bodyPr anchorCtr="0" anchor="ctr" bIns="182900" lIns="182900" spcFirstLastPara="1" rIns="182900" wrap="square" tIns="182900">
            <a:spAutoFit/>
          </a:bodyPr>
          <a:lstStyle>
            <a:lvl1pPr lvl="0" algn="l">
              <a:lnSpc>
                <a:spcPct val="100000"/>
              </a:lnSpc>
              <a:spcBef>
                <a:spcPts val="0"/>
              </a:spcBef>
              <a:spcAft>
                <a:spcPts val="0"/>
              </a:spcAft>
              <a:buClr>
                <a:schemeClr val="lt1"/>
              </a:buClr>
              <a:buSzPts val="8000"/>
              <a:buFont typeface="Arial"/>
              <a:buNone/>
              <a:defRPr b="1" sz="8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2"/>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80" name="Google Shape;280;p32"/>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Arial"/>
              <a:buNone/>
            </a:pPr>
            <a:r>
              <a:rPr b="0" i="0" lang="en-US" sz="1200">
                <a:solidFill>
                  <a:schemeClr val="lt1"/>
                </a:solidFill>
                <a:latin typeface="Arial"/>
                <a:ea typeface="Arial"/>
                <a:cs typeface="Arial"/>
                <a:sym typeface="Arial"/>
              </a:rPr>
              <a:t>© 202</a:t>
            </a:r>
            <a:r>
              <a:rPr lang="en-US" sz="1200">
                <a:solidFill>
                  <a:schemeClr val="lt1"/>
                </a:solidFill>
              </a:rPr>
              <a:t>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grpSp>
        <p:nvGrpSpPr>
          <p:cNvPr id="281" name="Google Shape;281;p32"/>
          <p:cNvGrpSpPr/>
          <p:nvPr/>
        </p:nvGrpSpPr>
        <p:grpSpPr>
          <a:xfrm>
            <a:off x="914418" y="948259"/>
            <a:ext cx="2355572" cy="1715698"/>
            <a:chOff x="865451" y="2114550"/>
            <a:chExt cx="3399093" cy="2475755"/>
          </a:xfrm>
        </p:grpSpPr>
        <p:sp>
          <p:nvSpPr>
            <p:cNvPr id="282" name="Google Shape;282;p32"/>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300" lIns="68600" spcFirstLastPara="1" rIns="68600" wrap="square" tIns="343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283" name="Google Shape;283;p32"/>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300" lIns="68600" spcFirstLastPara="1" rIns="68600" wrap="square" tIns="343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grpSp>
      <p:sp>
        <p:nvSpPr>
          <p:cNvPr id="284" name="Google Shape;284;p32"/>
          <p:cNvSpPr txBox="1"/>
          <p:nvPr>
            <p:ph idx="1" type="subTitle"/>
          </p:nvPr>
        </p:nvSpPr>
        <p:spPr>
          <a:xfrm>
            <a:off x="729754" y="8082420"/>
            <a:ext cx="11465400" cy="818400"/>
          </a:xfrm>
          <a:prstGeom prst="rect">
            <a:avLst/>
          </a:prstGeom>
          <a:noFill/>
          <a:ln>
            <a:noFill/>
          </a:ln>
        </p:spPr>
        <p:txBody>
          <a:bodyPr anchorCtr="0" anchor="t" bIns="45700" lIns="182900" spcFirstLastPara="1" rIns="91450" wrap="square" tIns="45700">
            <a:noAutofit/>
          </a:bodyPr>
          <a:lstStyle>
            <a:lvl1pPr lvl="0" algn="l">
              <a:lnSpc>
                <a:spcPct val="114000"/>
              </a:lnSpc>
              <a:spcBef>
                <a:spcPts val="0"/>
              </a:spcBef>
              <a:spcAft>
                <a:spcPts val="0"/>
              </a:spcAft>
              <a:buClr>
                <a:schemeClr val="lt1"/>
              </a:buClr>
              <a:buSzPts val="3600"/>
              <a:buNone/>
              <a:defRPr b="1" sz="3600">
                <a:solidFill>
                  <a:schemeClr val="lt1"/>
                </a:solidFill>
              </a:defRPr>
            </a:lvl1pPr>
            <a:lvl2pPr lvl="1" algn="ctr">
              <a:lnSpc>
                <a:spcPct val="114000"/>
              </a:lnSpc>
              <a:spcBef>
                <a:spcPts val="2000"/>
              </a:spcBef>
              <a:spcAft>
                <a:spcPts val="0"/>
              </a:spcAft>
              <a:buSzPts val="3000"/>
              <a:buNone/>
              <a:defRPr sz="3000"/>
            </a:lvl2pPr>
            <a:lvl3pPr lvl="2" algn="ctr">
              <a:lnSpc>
                <a:spcPct val="114000"/>
              </a:lnSpc>
              <a:spcBef>
                <a:spcPts val="1200"/>
              </a:spcBef>
              <a:spcAft>
                <a:spcPts val="0"/>
              </a:spcAft>
              <a:buSzPts val="2800"/>
              <a:buNone/>
              <a:defRPr sz="2800"/>
            </a:lvl3pPr>
            <a:lvl4pPr lvl="3" algn="ctr">
              <a:lnSpc>
                <a:spcPct val="114000"/>
              </a:lnSpc>
              <a:spcBef>
                <a:spcPts val="1200"/>
              </a:spcBef>
              <a:spcAft>
                <a:spcPts val="0"/>
              </a:spcAft>
              <a:buSzPts val="2400"/>
              <a:buNone/>
              <a:defRPr sz="2400"/>
            </a:lvl4pPr>
            <a:lvl5pPr lvl="4" algn="ctr">
              <a:lnSpc>
                <a:spcPct val="114000"/>
              </a:lnSpc>
              <a:spcBef>
                <a:spcPts val="1200"/>
              </a:spcBef>
              <a:spcAft>
                <a:spcPts val="0"/>
              </a:spcAft>
              <a:buSzPts val="2400"/>
              <a:buNone/>
              <a:defRPr sz="2400"/>
            </a:lvl5pPr>
            <a:lvl6pPr lvl="5" algn="ctr">
              <a:lnSpc>
                <a:spcPct val="90000"/>
              </a:lnSpc>
              <a:spcBef>
                <a:spcPts val="12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p:txBody>
      </p:sp>
      <p:sp>
        <p:nvSpPr>
          <p:cNvPr id="285" name="Google Shape;285;p32"/>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chemeClr val="lt1"/>
                </a:solidFill>
                <a:latin typeface="Arial"/>
                <a:ea typeface="Arial"/>
                <a:cs typeface="Arial"/>
                <a:sym typeface="Arial"/>
              </a:rPr>
              <a:t>‹#›</a:t>
            </a:fld>
            <a:endParaRPr i="0" sz="1200">
              <a:solidFill>
                <a:schemeClr val="lt1"/>
              </a:solidFill>
              <a:latin typeface="Arial"/>
              <a:ea typeface="Arial"/>
              <a:cs typeface="Arial"/>
              <a:sym typeface="Arial"/>
            </a:endParaRPr>
          </a:p>
        </p:txBody>
      </p:sp>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z_LAST LAYOUT">
  <p:cSld name="LAST LAYOUT">
    <p:bg>
      <p:bgPr>
        <a:solidFill>
          <a:schemeClr val="dk1"/>
        </a:solidFill>
      </p:bgPr>
    </p:bg>
    <p:spTree>
      <p:nvGrpSpPr>
        <p:cNvPr id="286" name="Shape 286"/>
        <p:cNvGrpSpPr/>
        <p:nvPr/>
      </p:nvGrpSpPr>
      <p:grpSpPr>
        <a:xfrm>
          <a:off x="0" y="0"/>
          <a:ext cx="0" cy="0"/>
          <a:chOff x="0" y="0"/>
          <a:chExt cx="0" cy="0"/>
        </a:xfrm>
      </p:grpSpPr>
      <p:sp>
        <p:nvSpPr>
          <p:cNvPr id="287" name="Google Shape;287;p33"/>
          <p:cNvSpPr/>
          <p:nvPr/>
        </p:nvSpPr>
        <p:spPr>
          <a:xfrm>
            <a:off x="1586977" y="1279115"/>
            <a:ext cx="15114000" cy="7728600"/>
          </a:xfrm>
          <a:prstGeom prst="rect">
            <a:avLst/>
          </a:prstGeom>
          <a:noFill/>
          <a:ln cap="flat" cmpd="sng" w="304800">
            <a:solidFill>
              <a:srgbClr val="A20000"/>
            </a:solidFill>
            <a:prstDash val="solid"/>
            <a:miter lim="800000"/>
            <a:headEnd len="sm" w="sm" type="none"/>
            <a:tailEnd len="sm" w="sm" type="none"/>
          </a:ln>
        </p:spPr>
        <p:txBody>
          <a:bodyPr anchorCtr="0" anchor="ctr" bIns="45700" lIns="1463050" spcFirstLastPara="1" rIns="1463050" wrap="square" tIns="45700">
            <a:noAutofit/>
          </a:bodyPr>
          <a:lstStyle/>
          <a:p>
            <a:pPr indent="0" lvl="0" marL="0" marR="0" rtl="0" algn="ctr">
              <a:spcBef>
                <a:spcPts val="0"/>
              </a:spcBef>
              <a:spcAft>
                <a:spcPts val="0"/>
              </a:spcAft>
              <a:buNone/>
            </a:pPr>
            <a:r>
              <a:rPr b="1" i="0" lang="en-US" sz="3600">
                <a:solidFill>
                  <a:schemeClr val="lt1"/>
                </a:solidFill>
                <a:latin typeface="Arial Black"/>
                <a:ea typeface="Arial Black"/>
                <a:cs typeface="Arial Black"/>
                <a:sym typeface="Arial Black"/>
              </a:rPr>
              <a:t>LAST LAYOUT</a:t>
            </a:r>
            <a:endParaRPr sz="1400"/>
          </a:p>
          <a:p>
            <a:pPr indent="0" lvl="0" marL="0" marR="0" rtl="0" algn="ctr">
              <a:spcBef>
                <a:spcPts val="0"/>
              </a:spcBef>
              <a:spcAft>
                <a:spcPts val="0"/>
              </a:spcAft>
              <a:buNone/>
            </a:pPr>
            <a:r>
              <a:t/>
            </a:r>
            <a:endParaRPr sz="1000">
              <a:solidFill>
                <a:schemeClr val="lt1"/>
              </a:solidFill>
              <a:latin typeface="Arial"/>
              <a:ea typeface="Arial"/>
              <a:cs typeface="Arial"/>
              <a:sym typeface="Arial"/>
            </a:endParaRPr>
          </a:p>
          <a:p>
            <a:pPr indent="0" lvl="0" marL="0" marR="0" rtl="0" algn="ctr">
              <a:spcBef>
                <a:spcPts val="0"/>
              </a:spcBef>
              <a:spcAft>
                <a:spcPts val="0"/>
              </a:spcAft>
              <a:buNone/>
            </a:pPr>
            <a:r>
              <a:rPr lang="en-US" sz="3600">
                <a:solidFill>
                  <a:schemeClr val="lt1"/>
                </a:solidFill>
                <a:latin typeface="Arial"/>
                <a:ea typeface="Arial"/>
                <a:cs typeface="Arial"/>
                <a:sym typeface="Arial"/>
              </a:rPr>
              <a:t>In order for your template to work properly, layouts appearing after this one should be deleted. Make sure your deck is using the Snowflake </a:t>
            </a:r>
            <a:r>
              <a:rPr lang="en-US" sz="3600">
                <a:solidFill>
                  <a:schemeClr val="lt1"/>
                </a:solidFill>
              </a:rPr>
              <a:t>World Tour 2025</a:t>
            </a:r>
            <a:r>
              <a:rPr lang="en-US" sz="3600">
                <a:solidFill>
                  <a:schemeClr val="lt1"/>
                </a:solidFill>
                <a:latin typeface="Arial"/>
                <a:ea typeface="Arial"/>
                <a:cs typeface="Arial"/>
                <a:sym typeface="Arial"/>
              </a:rPr>
              <a:t> template by applying any of the above layouts to your slides, then </a:t>
            </a:r>
            <a:r>
              <a:rPr b="1" lang="en-US" sz="3600">
                <a:solidFill>
                  <a:srgbClr val="C00000"/>
                </a:solidFill>
                <a:latin typeface="Arial"/>
                <a:ea typeface="Arial"/>
                <a:cs typeface="Arial"/>
                <a:sym typeface="Arial"/>
              </a:rPr>
              <a:t>delete any rogue layouts </a:t>
            </a:r>
            <a:r>
              <a:rPr lang="en-US" sz="3600">
                <a:solidFill>
                  <a:schemeClr val="lt1"/>
                </a:solidFill>
                <a:latin typeface="Arial"/>
                <a:ea typeface="Arial"/>
                <a:cs typeface="Arial"/>
                <a:sym typeface="Arial"/>
              </a:rPr>
              <a:t>that appear below. </a:t>
            </a:r>
            <a:endParaRPr sz="1400"/>
          </a:p>
          <a:p>
            <a:pPr indent="0" lvl="0" marL="0" marR="0" rtl="0" algn="ctr">
              <a:spcBef>
                <a:spcPts val="0"/>
              </a:spcBef>
              <a:spcAft>
                <a:spcPts val="0"/>
              </a:spcAft>
              <a:buNone/>
            </a:pPr>
            <a:r>
              <a:t/>
            </a:r>
            <a:endParaRPr sz="3600">
              <a:solidFill>
                <a:schemeClr val="lt1"/>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1">
  <p:cSld name="Thank You 01_2">
    <p:bg>
      <p:bgPr>
        <a:solidFill>
          <a:schemeClr val="accent1"/>
        </a:solidFill>
      </p:bgPr>
    </p:bg>
    <p:spTree>
      <p:nvGrpSpPr>
        <p:cNvPr id="288" name="Shape 288"/>
        <p:cNvGrpSpPr/>
        <p:nvPr/>
      </p:nvGrpSpPr>
      <p:grpSpPr>
        <a:xfrm>
          <a:off x="0" y="0"/>
          <a:ext cx="0" cy="0"/>
          <a:chOff x="0" y="0"/>
          <a:chExt cx="0" cy="0"/>
        </a:xfrm>
      </p:grpSpPr>
      <p:sp>
        <p:nvSpPr>
          <p:cNvPr id="289" name="Google Shape;289;p3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700"/>
              <a:buFont typeface="Arial"/>
              <a:buNone/>
            </a:pPr>
            <a:r>
              <a:t/>
            </a:r>
            <a:endParaRPr sz="2700">
              <a:solidFill>
                <a:schemeClr val="dk1"/>
              </a:solidFill>
              <a:latin typeface="Arial"/>
              <a:ea typeface="Arial"/>
              <a:cs typeface="Arial"/>
              <a:sym typeface="Arial"/>
            </a:endParaRPr>
          </a:p>
        </p:txBody>
      </p:sp>
      <p:sp>
        <p:nvSpPr>
          <p:cNvPr id="290" name="Google Shape;290;p34"/>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Arial"/>
              <a:buNone/>
            </a:pPr>
            <a:r>
              <a:rPr b="0" i="0" lang="en-US" sz="1200">
                <a:solidFill>
                  <a:schemeClr val="lt1"/>
                </a:solidFill>
                <a:latin typeface="Arial"/>
                <a:ea typeface="Arial"/>
                <a:cs typeface="Arial"/>
                <a:sym typeface="Arial"/>
              </a:rPr>
              <a:t>© 202</a:t>
            </a:r>
            <a:r>
              <a:rPr lang="en-US" sz="1200">
                <a:solidFill>
                  <a:schemeClr val="lt1"/>
                </a:solidFill>
              </a:rPr>
              <a:t>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291" name="Google Shape;291;p34"/>
          <p:cNvSpPr txBox="1"/>
          <p:nvPr>
            <p:ph type="title"/>
          </p:nvPr>
        </p:nvSpPr>
        <p:spPr>
          <a:xfrm>
            <a:off x="729750" y="1328425"/>
            <a:ext cx="13417800" cy="4655100"/>
          </a:xfrm>
          <a:prstGeom prst="rect">
            <a:avLst/>
          </a:prstGeom>
          <a:noFill/>
          <a:ln>
            <a:noFill/>
          </a:ln>
        </p:spPr>
        <p:txBody>
          <a:bodyPr anchorCtr="0" anchor="b" bIns="91425" lIns="91425" spcFirstLastPara="1" rIns="91425" wrap="square" tIns="91425">
            <a:noAutofit/>
          </a:bodyPr>
          <a:lstStyle>
            <a:lvl1pPr indent="0" lvl="0" marL="0" marR="0" algn="l">
              <a:lnSpc>
                <a:spcPct val="85000"/>
              </a:lnSpc>
              <a:spcBef>
                <a:spcPts val="0"/>
              </a:spcBef>
              <a:spcAft>
                <a:spcPts val="0"/>
              </a:spcAft>
              <a:buClr>
                <a:schemeClr val="lt1"/>
              </a:buClr>
              <a:buSzPts val="8800"/>
              <a:buNone/>
              <a:defRPr sz="8800">
                <a:solidFill>
                  <a:schemeClr val="lt1"/>
                </a:solidFill>
              </a:defRPr>
            </a:lvl1pPr>
            <a:lvl2pPr lvl="1">
              <a:lnSpc>
                <a:spcPct val="105000"/>
              </a:lnSpc>
              <a:spcBef>
                <a:spcPts val="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2pPr>
            <a:lvl3pPr lvl="2">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3pPr>
            <a:lvl4pPr lvl="3">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4pPr>
            <a:lvl5pPr lvl="4">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5pPr>
            <a:lvl6pPr lvl="5">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6pPr>
            <a:lvl7pPr lvl="6">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7pPr>
            <a:lvl8pPr lvl="7">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8pPr>
            <a:lvl9pPr lvl="8">
              <a:lnSpc>
                <a:spcPct val="105000"/>
              </a:lnSpc>
              <a:spcBef>
                <a:spcPts val="1000"/>
              </a:spcBef>
              <a:spcAft>
                <a:spcPts val="1000"/>
              </a:spcAft>
              <a:buClr>
                <a:schemeClr val="lt1"/>
              </a:buClr>
              <a:buSzPts val="8800"/>
              <a:buFont typeface="Arial Black"/>
              <a:buNone/>
              <a:defRPr b="0" sz="8800">
                <a:solidFill>
                  <a:schemeClr val="lt1"/>
                </a:solidFill>
                <a:latin typeface="Arial Black"/>
                <a:ea typeface="Arial Black"/>
                <a:cs typeface="Arial Black"/>
                <a:sym typeface="Arial Black"/>
              </a:defRPr>
            </a:lvl9pPr>
          </a:lstStyle>
          <a:p/>
        </p:txBody>
      </p:sp>
      <p:sp>
        <p:nvSpPr>
          <p:cNvPr id="292" name="Google Shape;292;p34"/>
          <p:cNvSpPr/>
          <p:nvPr/>
        </p:nvSpPr>
        <p:spPr>
          <a:xfrm rot="2700000">
            <a:off x="14001203" y="7437176"/>
            <a:ext cx="505299" cy="50529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93" name="Google Shape;293;p34"/>
          <p:cNvGrpSpPr/>
          <p:nvPr/>
        </p:nvGrpSpPr>
        <p:grpSpPr>
          <a:xfrm>
            <a:off x="14726705" y="497445"/>
            <a:ext cx="3069293" cy="584633"/>
            <a:chOff x="4714874" y="4067495"/>
            <a:chExt cx="8797056" cy="1675647"/>
          </a:xfrm>
        </p:grpSpPr>
        <p:sp>
          <p:nvSpPr>
            <p:cNvPr id="294" name="Google Shape;294;p34"/>
            <p:cNvSpPr/>
            <p:nvPr/>
          </p:nvSpPr>
          <p:spPr>
            <a:xfrm>
              <a:off x="4714874" y="4067495"/>
              <a:ext cx="1652517" cy="1607906"/>
            </a:xfrm>
            <a:custGeom>
              <a:rect b="b" l="l" r="r" t="t"/>
              <a:pathLst>
                <a:path extrusionOk="0" h="1071937" w="1101678">
                  <a:moveTo>
                    <a:pt x="367917" y="555563"/>
                  </a:moveTo>
                  <a:cubicBezTo>
                    <a:pt x="370248" y="548445"/>
                    <a:pt x="371218" y="541120"/>
                    <a:pt x="371043" y="533879"/>
                  </a:cubicBezTo>
                  <a:cubicBezTo>
                    <a:pt x="370773" y="528640"/>
                    <a:pt x="370073" y="523402"/>
                    <a:pt x="368538" y="518164"/>
                  </a:cubicBezTo>
                  <a:cubicBezTo>
                    <a:pt x="363917" y="501887"/>
                    <a:pt x="352964" y="487360"/>
                    <a:pt x="336555" y="478200"/>
                  </a:cubicBezTo>
                  <a:lnTo>
                    <a:pt x="103160" y="347680"/>
                  </a:lnTo>
                  <a:cubicBezTo>
                    <a:pt x="70214" y="329315"/>
                    <a:pt x="28209" y="340231"/>
                    <a:pt x="9294" y="372091"/>
                  </a:cubicBezTo>
                  <a:cubicBezTo>
                    <a:pt x="-9796" y="403912"/>
                    <a:pt x="1467" y="444546"/>
                    <a:pt x="34413" y="462957"/>
                  </a:cubicBezTo>
                  <a:lnTo>
                    <a:pt x="164836" y="536012"/>
                  </a:lnTo>
                  <a:lnTo>
                    <a:pt x="34413" y="608853"/>
                  </a:lnTo>
                  <a:cubicBezTo>
                    <a:pt x="1467" y="627302"/>
                    <a:pt x="-9756" y="667935"/>
                    <a:pt x="9294" y="699888"/>
                  </a:cubicBezTo>
                  <a:cubicBezTo>
                    <a:pt x="28209" y="731663"/>
                    <a:pt x="70214" y="742532"/>
                    <a:pt x="103160" y="724168"/>
                  </a:cubicBezTo>
                  <a:lnTo>
                    <a:pt x="336555" y="593562"/>
                  </a:lnTo>
                  <a:cubicBezTo>
                    <a:pt x="352304" y="584788"/>
                    <a:pt x="362994" y="571023"/>
                    <a:pt x="367917" y="555563"/>
                  </a:cubicBezTo>
                  <a:close/>
                  <a:moveTo>
                    <a:pt x="431256" y="677859"/>
                  </a:moveTo>
                  <a:cubicBezTo>
                    <a:pt x="417845" y="676750"/>
                    <a:pt x="403902" y="679477"/>
                    <a:pt x="391366" y="686548"/>
                  </a:cubicBezTo>
                  <a:lnTo>
                    <a:pt x="157796" y="816984"/>
                  </a:lnTo>
                  <a:cubicBezTo>
                    <a:pt x="124938" y="835388"/>
                    <a:pt x="113715" y="876236"/>
                    <a:pt x="132677" y="908105"/>
                  </a:cubicBezTo>
                  <a:cubicBezTo>
                    <a:pt x="151728" y="939888"/>
                    <a:pt x="193693" y="950837"/>
                    <a:pt x="226503" y="932346"/>
                  </a:cubicBezTo>
                  <a:lnTo>
                    <a:pt x="357363" y="859244"/>
                  </a:lnTo>
                  <a:lnTo>
                    <a:pt x="357363" y="1005315"/>
                  </a:lnTo>
                  <a:cubicBezTo>
                    <a:pt x="357363" y="1042127"/>
                    <a:pt x="388105" y="1071937"/>
                    <a:pt x="426157" y="1071937"/>
                  </a:cubicBezTo>
                  <a:cubicBezTo>
                    <a:pt x="464027" y="1071937"/>
                    <a:pt x="494865" y="1042127"/>
                    <a:pt x="494865" y="1005315"/>
                  </a:cubicBezTo>
                  <a:lnTo>
                    <a:pt x="494865" y="744183"/>
                  </a:lnTo>
                  <a:cubicBezTo>
                    <a:pt x="494865" y="709126"/>
                    <a:pt x="466803" y="680324"/>
                    <a:pt x="431256" y="677859"/>
                  </a:cubicBezTo>
                  <a:close/>
                  <a:moveTo>
                    <a:pt x="670463" y="394074"/>
                  </a:moveTo>
                  <a:cubicBezTo>
                    <a:pt x="683833" y="395137"/>
                    <a:pt x="697736" y="392371"/>
                    <a:pt x="710272" y="385385"/>
                  </a:cubicBezTo>
                  <a:lnTo>
                    <a:pt x="943795" y="254825"/>
                  </a:lnTo>
                  <a:cubicBezTo>
                    <a:pt x="976699" y="236415"/>
                    <a:pt x="987864" y="195735"/>
                    <a:pt x="968949" y="163790"/>
                  </a:cubicBezTo>
                  <a:cubicBezTo>
                    <a:pt x="949999" y="131970"/>
                    <a:pt x="907994" y="121062"/>
                    <a:pt x="875128" y="139464"/>
                  </a:cubicBezTo>
                  <a:lnTo>
                    <a:pt x="744363" y="212652"/>
                  </a:lnTo>
                  <a:lnTo>
                    <a:pt x="744363" y="66531"/>
                  </a:lnTo>
                  <a:cubicBezTo>
                    <a:pt x="744363" y="29819"/>
                    <a:pt x="713613" y="0"/>
                    <a:pt x="675568" y="0"/>
                  </a:cubicBezTo>
                  <a:cubicBezTo>
                    <a:pt x="637516" y="0"/>
                    <a:pt x="606853" y="29819"/>
                    <a:pt x="606853" y="66531"/>
                  </a:cubicBezTo>
                  <a:lnTo>
                    <a:pt x="606853" y="327666"/>
                  </a:lnTo>
                  <a:cubicBezTo>
                    <a:pt x="606853" y="362684"/>
                    <a:pt x="634837" y="391524"/>
                    <a:pt x="670463" y="394074"/>
                  </a:cubicBezTo>
                  <a:close/>
                  <a:moveTo>
                    <a:pt x="157796" y="254825"/>
                  </a:moveTo>
                  <a:lnTo>
                    <a:pt x="391366" y="385385"/>
                  </a:lnTo>
                  <a:cubicBezTo>
                    <a:pt x="403902" y="392371"/>
                    <a:pt x="417845" y="395137"/>
                    <a:pt x="431256" y="394074"/>
                  </a:cubicBezTo>
                  <a:cubicBezTo>
                    <a:pt x="466803" y="391524"/>
                    <a:pt x="494865" y="362684"/>
                    <a:pt x="494865" y="327666"/>
                  </a:cubicBezTo>
                  <a:lnTo>
                    <a:pt x="494865" y="66531"/>
                  </a:lnTo>
                  <a:cubicBezTo>
                    <a:pt x="494865" y="29819"/>
                    <a:pt x="464027" y="0"/>
                    <a:pt x="426157" y="0"/>
                  </a:cubicBezTo>
                  <a:cubicBezTo>
                    <a:pt x="388105" y="0"/>
                    <a:pt x="357363" y="29819"/>
                    <a:pt x="357363" y="66531"/>
                  </a:cubicBezTo>
                  <a:lnTo>
                    <a:pt x="357363" y="212652"/>
                  </a:lnTo>
                  <a:lnTo>
                    <a:pt x="226503" y="139464"/>
                  </a:lnTo>
                  <a:cubicBezTo>
                    <a:pt x="193693" y="121062"/>
                    <a:pt x="151728" y="131970"/>
                    <a:pt x="132677" y="163790"/>
                  </a:cubicBezTo>
                  <a:cubicBezTo>
                    <a:pt x="113715" y="195735"/>
                    <a:pt x="124938" y="236415"/>
                    <a:pt x="157796" y="254825"/>
                  </a:cubicBezTo>
                  <a:close/>
                  <a:moveTo>
                    <a:pt x="596728" y="535467"/>
                  </a:moveTo>
                  <a:cubicBezTo>
                    <a:pt x="596728" y="531677"/>
                    <a:pt x="594357" y="526392"/>
                    <a:pt x="591589" y="523581"/>
                  </a:cubicBezTo>
                  <a:lnTo>
                    <a:pt x="563480" y="496489"/>
                  </a:lnTo>
                  <a:cubicBezTo>
                    <a:pt x="560712" y="493809"/>
                    <a:pt x="555255" y="491589"/>
                    <a:pt x="551334" y="491589"/>
                  </a:cubicBezTo>
                  <a:lnTo>
                    <a:pt x="550236" y="491589"/>
                  </a:lnTo>
                  <a:cubicBezTo>
                    <a:pt x="546322" y="491589"/>
                    <a:pt x="540874" y="493809"/>
                    <a:pt x="538146" y="496489"/>
                  </a:cubicBezTo>
                  <a:lnTo>
                    <a:pt x="510036" y="523581"/>
                  </a:lnTo>
                  <a:cubicBezTo>
                    <a:pt x="507221" y="526392"/>
                    <a:pt x="505065" y="531677"/>
                    <a:pt x="505065" y="535467"/>
                  </a:cubicBezTo>
                  <a:lnTo>
                    <a:pt x="505065" y="536530"/>
                  </a:lnTo>
                  <a:cubicBezTo>
                    <a:pt x="505065" y="540281"/>
                    <a:pt x="507221" y="545519"/>
                    <a:pt x="510036" y="548246"/>
                  </a:cubicBezTo>
                  <a:lnTo>
                    <a:pt x="538146" y="575422"/>
                  </a:lnTo>
                  <a:cubicBezTo>
                    <a:pt x="540914" y="578103"/>
                    <a:pt x="546322" y="580322"/>
                    <a:pt x="550236" y="580322"/>
                  </a:cubicBezTo>
                  <a:lnTo>
                    <a:pt x="551334" y="580322"/>
                  </a:lnTo>
                  <a:cubicBezTo>
                    <a:pt x="555255" y="580322"/>
                    <a:pt x="560712" y="578103"/>
                    <a:pt x="563480" y="575422"/>
                  </a:cubicBezTo>
                  <a:lnTo>
                    <a:pt x="591589" y="548246"/>
                  </a:lnTo>
                  <a:cubicBezTo>
                    <a:pt x="594357" y="545519"/>
                    <a:pt x="596728" y="540281"/>
                    <a:pt x="596728" y="536530"/>
                  </a:cubicBezTo>
                  <a:lnTo>
                    <a:pt x="596728" y="535467"/>
                  </a:lnTo>
                  <a:close/>
                  <a:moveTo>
                    <a:pt x="674333" y="561526"/>
                  </a:moveTo>
                  <a:lnTo>
                    <a:pt x="577254" y="655418"/>
                  </a:lnTo>
                  <a:cubicBezTo>
                    <a:pt x="574478" y="658184"/>
                    <a:pt x="569117" y="660441"/>
                    <a:pt x="565069" y="660441"/>
                  </a:cubicBezTo>
                  <a:lnTo>
                    <a:pt x="558029" y="660441"/>
                  </a:lnTo>
                  <a:lnTo>
                    <a:pt x="543688" y="660441"/>
                  </a:lnTo>
                  <a:lnTo>
                    <a:pt x="536522" y="660441"/>
                  </a:lnTo>
                  <a:cubicBezTo>
                    <a:pt x="532600" y="660441"/>
                    <a:pt x="527152" y="658184"/>
                    <a:pt x="524336" y="655418"/>
                  </a:cubicBezTo>
                  <a:lnTo>
                    <a:pt x="427304" y="561526"/>
                  </a:lnTo>
                  <a:cubicBezTo>
                    <a:pt x="424528" y="558883"/>
                    <a:pt x="422286" y="553561"/>
                    <a:pt x="422286" y="549817"/>
                  </a:cubicBezTo>
                  <a:lnTo>
                    <a:pt x="422286" y="542869"/>
                  </a:lnTo>
                  <a:lnTo>
                    <a:pt x="422286" y="528980"/>
                  </a:lnTo>
                  <a:lnTo>
                    <a:pt x="422286" y="522124"/>
                  </a:lnTo>
                  <a:cubicBezTo>
                    <a:pt x="422286" y="518289"/>
                    <a:pt x="424528" y="512965"/>
                    <a:pt x="427304" y="510285"/>
                  </a:cubicBezTo>
                  <a:lnTo>
                    <a:pt x="524336" y="416392"/>
                  </a:lnTo>
                  <a:cubicBezTo>
                    <a:pt x="527152" y="413627"/>
                    <a:pt x="532600" y="411454"/>
                    <a:pt x="536522" y="411454"/>
                  </a:cubicBezTo>
                  <a:lnTo>
                    <a:pt x="543688" y="411454"/>
                  </a:lnTo>
                  <a:lnTo>
                    <a:pt x="558029" y="411454"/>
                  </a:lnTo>
                  <a:lnTo>
                    <a:pt x="565069" y="411454"/>
                  </a:lnTo>
                  <a:cubicBezTo>
                    <a:pt x="569030" y="411454"/>
                    <a:pt x="574478" y="413627"/>
                    <a:pt x="577254" y="416392"/>
                  </a:cubicBezTo>
                  <a:lnTo>
                    <a:pt x="674333" y="510285"/>
                  </a:lnTo>
                  <a:cubicBezTo>
                    <a:pt x="677101" y="512965"/>
                    <a:pt x="679345" y="518289"/>
                    <a:pt x="679345" y="522124"/>
                  </a:cubicBezTo>
                  <a:lnTo>
                    <a:pt x="679345" y="528980"/>
                  </a:lnTo>
                  <a:lnTo>
                    <a:pt x="679345" y="542869"/>
                  </a:lnTo>
                  <a:lnTo>
                    <a:pt x="679345" y="549817"/>
                  </a:lnTo>
                  <a:cubicBezTo>
                    <a:pt x="679345" y="553561"/>
                    <a:pt x="677101" y="558883"/>
                    <a:pt x="674333" y="561526"/>
                  </a:cubicBezTo>
                  <a:close/>
                  <a:moveTo>
                    <a:pt x="943795" y="816984"/>
                  </a:moveTo>
                  <a:lnTo>
                    <a:pt x="710272" y="686548"/>
                  </a:lnTo>
                  <a:cubicBezTo>
                    <a:pt x="697736" y="679477"/>
                    <a:pt x="683833" y="676750"/>
                    <a:pt x="670463" y="677859"/>
                  </a:cubicBezTo>
                  <a:cubicBezTo>
                    <a:pt x="634837" y="680324"/>
                    <a:pt x="606853" y="709126"/>
                    <a:pt x="606853" y="744183"/>
                  </a:cubicBezTo>
                  <a:lnTo>
                    <a:pt x="606853" y="1005315"/>
                  </a:lnTo>
                  <a:cubicBezTo>
                    <a:pt x="606853" y="1042127"/>
                    <a:pt x="637516" y="1071937"/>
                    <a:pt x="675568" y="1071937"/>
                  </a:cubicBezTo>
                  <a:cubicBezTo>
                    <a:pt x="713613" y="1071937"/>
                    <a:pt x="744363" y="1042127"/>
                    <a:pt x="744363" y="1005315"/>
                  </a:cubicBezTo>
                  <a:lnTo>
                    <a:pt x="744363" y="859244"/>
                  </a:lnTo>
                  <a:lnTo>
                    <a:pt x="875128" y="932346"/>
                  </a:lnTo>
                  <a:cubicBezTo>
                    <a:pt x="907985" y="950837"/>
                    <a:pt x="949999" y="939888"/>
                    <a:pt x="968949" y="908105"/>
                  </a:cubicBezTo>
                  <a:cubicBezTo>
                    <a:pt x="987864" y="876236"/>
                    <a:pt x="976699" y="835388"/>
                    <a:pt x="943795" y="816984"/>
                  </a:cubicBezTo>
                  <a:close/>
                  <a:moveTo>
                    <a:pt x="1067260" y="462957"/>
                  </a:moveTo>
                  <a:lnTo>
                    <a:pt x="936834" y="536012"/>
                  </a:lnTo>
                  <a:lnTo>
                    <a:pt x="1067260" y="608853"/>
                  </a:lnTo>
                  <a:cubicBezTo>
                    <a:pt x="1100201" y="627302"/>
                    <a:pt x="1111461" y="667935"/>
                    <a:pt x="1092413" y="699888"/>
                  </a:cubicBezTo>
                  <a:cubicBezTo>
                    <a:pt x="1073413" y="731663"/>
                    <a:pt x="1031370" y="742532"/>
                    <a:pt x="998553" y="724168"/>
                  </a:cubicBezTo>
                  <a:lnTo>
                    <a:pt x="764979" y="593562"/>
                  </a:lnTo>
                  <a:cubicBezTo>
                    <a:pt x="749404" y="584788"/>
                    <a:pt x="738587" y="571023"/>
                    <a:pt x="733791" y="555563"/>
                  </a:cubicBezTo>
                  <a:cubicBezTo>
                    <a:pt x="731508" y="548445"/>
                    <a:pt x="730450" y="541120"/>
                    <a:pt x="730713" y="533879"/>
                  </a:cubicBezTo>
                  <a:cubicBezTo>
                    <a:pt x="730848" y="528640"/>
                    <a:pt x="731635" y="523402"/>
                    <a:pt x="733130" y="518164"/>
                  </a:cubicBezTo>
                  <a:cubicBezTo>
                    <a:pt x="737800" y="501887"/>
                    <a:pt x="748753" y="487367"/>
                    <a:pt x="764979" y="478200"/>
                  </a:cubicBezTo>
                  <a:lnTo>
                    <a:pt x="998553" y="347680"/>
                  </a:lnTo>
                  <a:cubicBezTo>
                    <a:pt x="1031370" y="329315"/>
                    <a:pt x="1073413" y="340231"/>
                    <a:pt x="1092413" y="372091"/>
                  </a:cubicBezTo>
                  <a:cubicBezTo>
                    <a:pt x="1111461" y="403912"/>
                    <a:pt x="1100201" y="444546"/>
                    <a:pt x="1067260" y="462957"/>
                  </a:cubicBezTo>
                  <a:close/>
                </a:path>
              </a:pathLst>
            </a:custGeom>
            <a:solidFill>
              <a:srgbClr val="FFFFFF"/>
            </a:solidFill>
            <a:ln>
              <a:noFill/>
            </a:ln>
          </p:spPr>
          <p:txBody>
            <a:bodyPr anchorCtr="0" anchor="t" bIns="23900" lIns="47825" spcFirstLastPara="1" rIns="47825" wrap="square" tIns="23900">
              <a:noAutofit/>
            </a:bodyPr>
            <a:lstStyle/>
            <a:p>
              <a:pPr indent="0" lvl="0" marL="0" marR="0" rtl="0" algn="l">
                <a:spcBef>
                  <a:spcPts val="0"/>
                </a:spcBef>
                <a:spcAft>
                  <a:spcPts val="0"/>
                </a:spcAft>
                <a:buNone/>
              </a:pPr>
              <a:r>
                <a:t/>
              </a:r>
              <a:endParaRPr sz="942">
                <a:solidFill>
                  <a:srgbClr val="252525"/>
                </a:solidFill>
                <a:latin typeface="Arial"/>
                <a:ea typeface="Arial"/>
                <a:cs typeface="Arial"/>
                <a:sym typeface="Arial"/>
              </a:endParaRPr>
            </a:p>
          </p:txBody>
        </p:sp>
        <p:sp>
          <p:nvSpPr>
            <p:cNvPr id="295" name="Google Shape;295;p34"/>
            <p:cNvSpPr/>
            <p:nvPr/>
          </p:nvSpPr>
          <p:spPr>
            <a:xfrm>
              <a:off x="6865060" y="4094534"/>
              <a:ext cx="6227805" cy="723565"/>
            </a:xfrm>
            <a:custGeom>
              <a:rect b="b" l="l" r="r" t="t"/>
              <a:pathLst>
                <a:path extrusionOk="0" h="482377" w="4151870">
                  <a:moveTo>
                    <a:pt x="0" y="420061"/>
                  </a:moveTo>
                  <a:lnTo>
                    <a:pt x="60919" y="334664"/>
                  </a:lnTo>
                  <a:cubicBezTo>
                    <a:pt x="60919" y="334664"/>
                    <a:pt x="127239" y="379286"/>
                    <a:pt x="189699" y="379286"/>
                  </a:cubicBezTo>
                  <a:cubicBezTo>
                    <a:pt x="224399" y="379286"/>
                    <a:pt x="240594" y="363900"/>
                    <a:pt x="240594" y="340819"/>
                  </a:cubicBezTo>
                  <a:cubicBezTo>
                    <a:pt x="240594" y="316969"/>
                    <a:pt x="225940" y="304660"/>
                    <a:pt x="161170" y="285426"/>
                  </a:cubicBezTo>
                  <a:cubicBezTo>
                    <a:pt x="64010" y="256961"/>
                    <a:pt x="8483" y="219263"/>
                    <a:pt x="8483" y="143098"/>
                  </a:cubicBezTo>
                  <a:cubicBezTo>
                    <a:pt x="8483" y="59240"/>
                    <a:pt x="65550" y="0"/>
                    <a:pt x="187388" y="0"/>
                  </a:cubicBezTo>
                  <a:cubicBezTo>
                    <a:pt x="313077" y="0"/>
                    <a:pt x="361662" y="49238"/>
                    <a:pt x="361662" y="49238"/>
                  </a:cubicBezTo>
                  <a:lnTo>
                    <a:pt x="301513" y="140021"/>
                  </a:lnTo>
                  <a:cubicBezTo>
                    <a:pt x="301513" y="140021"/>
                    <a:pt x="252928" y="101554"/>
                    <a:pt x="187388" y="101554"/>
                  </a:cubicBezTo>
                  <a:cubicBezTo>
                    <a:pt x="149597" y="101554"/>
                    <a:pt x="137263" y="116172"/>
                    <a:pt x="137263" y="135405"/>
                  </a:cubicBezTo>
                  <a:cubicBezTo>
                    <a:pt x="137263" y="158485"/>
                    <a:pt x="157309" y="167717"/>
                    <a:pt x="210515" y="183104"/>
                  </a:cubicBezTo>
                  <a:cubicBezTo>
                    <a:pt x="313077" y="211570"/>
                    <a:pt x="371685" y="251575"/>
                    <a:pt x="371685" y="328510"/>
                  </a:cubicBezTo>
                  <a:cubicBezTo>
                    <a:pt x="371685" y="412368"/>
                    <a:pt x="315388" y="481609"/>
                    <a:pt x="193550" y="481609"/>
                  </a:cubicBezTo>
                  <a:cubicBezTo>
                    <a:pt x="65550" y="481609"/>
                    <a:pt x="0" y="420061"/>
                    <a:pt x="0" y="420061"/>
                  </a:cubicBezTo>
                  <a:close/>
                  <a:moveTo>
                    <a:pt x="859968" y="10002"/>
                  </a:moveTo>
                  <a:lnTo>
                    <a:pt x="859968" y="471607"/>
                  </a:lnTo>
                  <a:lnTo>
                    <a:pt x="773602" y="471607"/>
                  </a:lnTo>
                  <a:lnTo>
                    <a:pt x="551513" y="202337"/>
                  </a:lnTo>
                  <a:lnTo>
                    <a:pt x="551513" y="471607"/>
                  </a:lnTo>
                  <a:lnTo>
                    <a:pt x="440468" y="471607"/>
                  </a:lnTo>
                  <a:lnTo>
                    <a:pt x="440468" y="10002"/>
                  </a:lnTo>
                  <a:lnTo>
                    <a:pt x="526835" y="10002"/>
                  </a:lnTo>
                  <a:lnTo>
                    <a:pt x="748924" y="274656"/>
                  </a:lnTo>
                  <a:lnTo>
                    <a:pt x="748924" y="10002"/>
                  </a:lnTo>
                  <a:lnTo>
                    <a:pt x="859968" y="10002"/>
                  </a:lnTo>
                  <a:close/>
                  <a:moveTo>
                    <a:pt x="1166075" y="482378"/>
                  </a:moveTo>
                  <a:cubicBezTo>
                    <a:pt x="1026501" y="482378"/>
                    <a:pt x="929341" y="373131"/>
                    <a:pt x="929341" y="240805"/>
                  </a:cubicBezTo>
                  <a:cubicBezTo>
                    <a:pt x="929341" y="108478"/>
                    <a:pt x="1026501" y="0"/>
                    <a:pt x="1166075" y="0"/>
                  </a:cubicBezTo>
                  <a:cubicBezTo>
                    <a:pt x="1307198" y="0"/>
                    <a:pt x="1404358" y="108478"/>
                    <a:pt x="1404358" y="240805"/>
                  </a:cubicBezTo>
                  <a:cubicBezTo>
                    <a:pt x="1404358" y="373131"/>
                    <a:pt x="1307198" y="482378"/>
                    <a:pt x="1166075" y="482378"/>
                  </a:cubicBezTo>
                  <a:close/>
                  <a:moveTo>
                    <a:pt x="1166075" y="373901"/>
                  </a:moveTo>
                  <a:cubicBezTo>
                    <a:pt x="1234706" y="373901"/>
                    <a:pt x="1288692" y="320816"/>
                    <a:pt x="1288692" y="240805"/>
                  </a:cubicBezTo>
                  <a:cubicBezTo>
                    <a:pt x="1288692" y="160793"/>
                    <a:pt x="1234706" y="107709"/>
                    <a:pt x="1166075" y="107709"/>
                  </a:cubicBezTo>
                  <a:cubicBezTo>
                    <a:pt x="1098994" y="107709"/>
                    <a:pt x="1045007" y="160793"/>
                    <a:pt x="1045007" y="240805"/>
                  </a:cubicBezTo>
                  <a:cubicBezTo>
                    <a:pt x="1045007" y="320816"/>
                    <a:pt x="1098994" y="373901"/>
                    <a:pt x="1166075" y="373901"/>
                  </a:cubicBezTo>
                  <a:close/>
                  <a:moveTo>
                    <a:pt x="1801662" y="471607"/>
                  </a:moveTo>
                  <a:lnTo>
                    <a:pt x="1720697" y="212339"/>
                  </a:lnTo>
                  <a:lnTo>
                    <a:pt x="1643584" y="471607"/>
                  </a:lnTo>
                  <a:lnTo>
                    <a:pt x="1557217" y="471607"/>
                  </a:lnTo>
                  <a:lnTo>
                    <a:pt x="1422265" y="10002"/>
                  </a:lnTo>
                  <a:lnTo>
                    <a:pt x="1544873" y="10002"/>
                  </a:lnTo>
                  <a:lnTo>
                    <a:pt x="1603481" y="254653"/>
                  </a:lnTo>
                  <a:lnTo>
                    <a:pt x="1679054" y="10002"/>
                  </a:lnTo>
                  <a:lnTo>
                    <a:pt x="1762331" y="10002"/>
                  </a:lnTo>
                  <a:lnTo>
                    <a:pt x="1839444" y="256191"/>
                  </a:lnTo>
                  <a:lnTo>
                    <a:pt x="1899593" y="10002"/>
                  </a:lnTo>
                  <a:lnTo>
                    <a:pt x="2022971" y="10002"/>
                  </a:lnTo>
                  <a:lnTo>
                    <a:pt x="1888029" y="471607"/>
                  </a:lnTo>
                  <a:lnTo>
                    <a:pt x="1801662" y="471607"/>
                  </a:lnTo>
                  <a:close/>
                  <a:moveTo>
                    <a:pt x="2378329" y="194644"/>
                  </a:moveTo>
                  <a:lnTo>
                    <a:pt x="2378329" y="282349"/>
                  </a:lnTo>
                  <a:lnTo>
                    <a:pt x="2190180" y="282349"/>
                  </a:lnTo>
                  <a:lnTo>
                    <a:pt x="2190180" y="471607"/>
                  </a:lnTo>
                  <a:lnTo>
                    <a:pt x="2078365" y="471607"/>
                  </a:lnTo>
                  <a:lnTo>
                    <a:pt x="2078365" y="10002"/>
                  </a:lnTo>
                  <a:lnTo>
                    <a:pt x="2417660" y="10002"/>
                  </a:lnTo>
                  <a:lnTo>
                    <a:pt x="2417660" y="106170"/>
                  </a:lnTo>
                  <a:lnTo>
                    <a:pt x="2190180" y="106170"/>
                  </a:lnTo>
                  <a:lnTo>
                    <a:pt x="2190180" y="194644"/>
                  </a:lnTo>
                  <a:lnTo>
                    <a:pt x="2378329" y="194644"/>
                  </a:lnTo>
                  <a:close/>
                  <a:moveTo>
                    <a:pt x="2811018" y="471607"/>
                  </a:moveTo>
                  <a:lnTo>
                    <a:pt x="2492539" y="471607"/>
                  </a:lnTo>
                  <a:lnTo>
                    <a:pt x="2492539" y="10002"/>
                  </a:lnTo>
                  <a:lnTo>
                    <a:pt x="2604354" y="10002"/>
                  </a:lnTo>
                  <a:lnTo>
                    <a:pt x="2604354" y="375439"/>
                  </a:lnTo>
                  <a:lnTo>
                    <a:pt x="2811018" y="375439"/>
                  </a:lnTo>
                  <a:lnTo>
                    <a:pt x="2811018" y="471607"/>
                  </a:lnTo>
                  <a:close/>
                  <a:moveTo>
                    <a:pt x="3123287" y="10002"/>
                  </a:moveTo>
                  <a:lnTo>
                    <a:pt x="3299881" y="471607"/>
                  </a:lnTo>
                  <a:lnTo>
                    <a:pt x="3179584" y="471607"/>
                  </a:lnTo>
                  <a:lnTo>
                    <a:pt x="3151055" y="388518"/>
                  </a:lnTo>
                  <a:lnTo>
                    <a:pt x="2973690" y="388518"/>
                  </a:lnTo>
                  <a:lnTo>
                    <a:pt x="2945161" y="471607"/>
                  </a:lnTo>
                  <a:lnTo>
                    <a:pt x="2824864" y="471607"/>
                  </a:lnTo>
                  <a:lnTo>
                    <a:pt x="3001449" y="10002"/>
                  </a:lnTo>
                  <a:lnTo>
                    <a:pt x="3123287" y="10002"/>
                  </a:lnTo>
                  <a:close/>
                  <a:moveTo>
                    <a:pt x="3062368" y="130020"/>
                  </a:moveTo>
                  <a:lnTo>
                    <a:pt x="3003769" y="300813"/>
                  </a:lnTo>
                  <a:lnTo>
                    <a:pt x="3120976" y="300813"/>
                  </a:lnTo>
                  <a:lnTo>
                    <a:pt x="3062368" y="130020"/>
                  </a:lnTo>
                  <a:close/>
                  <a:moveTo>
                    <a:pt x="3452293" y="10002"/>
                  </a:moveTo>
                  <a:lnTo>
                    <a:pt x="3452293" y="203107"/>
                  </a:lnTo>
                  <a:lnTo>
                    <a:pt x="3627346" y="10002"/>
                  </a:lnTo>
                  <a:lnTo>
                    <a:pt x="3763829" y="10002"/>
                  </a:lnTo>
                  <a:lnTo>
                    <a:pt x="3763829" y="20004"/>
                  </a:lnTo>
                  <a:lnTo>
                    <a:pt x="3593416" y="207723"/>
                  </a:lnTo>
                  <a:lnTo>
                    <a:pt x="3763829" y="460837"/>
                  </a:lnTo>
                  <a:lnTo>
                    <a:pt x="3763829" y="471607"/>
                  </a:lnTo>
                  <a:lnTo>
                    <a:pt x="3637370" y="471607"/>
                  </a:lnTo>
                  <a:lnTo>
                    <a:pt x="3517072" y="291581"/>
                  </a:lnTo>
                  <a:lnTo>
                    <a:pt x="3452293" y="363900"/>
                  </a:lnTo>
                  <a:lnTo>
                    <a:pt x="3452293" y="471607"/>
                  </a:lnTo>
                  <a:lnTo>
                    <a:pt x="3340488" y="471607"/>
                  </a:lnTo>
                  <a:lnTo>
                    <a:pt x="3340488" y="10002"/>
                  </a:lnTo>
                  <a:lnTo>
                    <a:pt x="3452293" y="10002"/>
                  </a:lnTo>
                  <a:close/>
                  <a:moveTo>
                    <a:pt x="4115630" y="193874"/>
                  </a:moveTo>
                  <a:lnTo>
                    <a:pt x="4115630" y="281580"/>
                  </a:lnTo>
                  <a:lnTo>
                    <a:pt x="3927471" y="281580"/>
                  </a:lnTo>
                  <a:lnTo>
                    <a:pt x="3927471" y="375439"/>
                  </a:lnTo>
                  <a:lnTo>
                    <a:pt x="4151871" y="375439"/>
                  </a:lnTo>
                  <a:lnTo>
                    <a:pt x="4151871" y="471607"/>
                  </a:lnTo>
                  <a:lnTo>
                    <a:pt x="3815657" y="471607"/>
                  </a:lnTo>
                  <a:lnTo>
                    <a:pt x="3815657" y="10002"/>
                  </a:lnTo>
                  <a:lnTo>
                    <a:pt x="4151871" y="10002"/>
                  </a:lnTo>
                  <a:lnTo>
                    <a:pt x="4151871" y="106170"/>
                  </a:lnTo>
                  <a:lnTo>
                    <a:pt x="3927471" y="106170"/>
                  </a:lnTo>
                  <a:lnTo>
                    <a:pt x="3927471" y="193874"/>
                  </a:lnTo>
                  <a:lnTo>
                    <a:pt x="4115630" y="193874"/>
                  </a:lnTo>
                  <a:close/>
                </a:path>
              </a:pathLst>
            </a:custGeom>
            <a:solidFill>
              <a:srgbClr val="FFFFFF"/>
            </a:solidFill>
            <a:ln>
              <a:noFill/>
            </a:ln>
          </p:spPr>
          <p:txBody>
            <a:bodyPr anchorCtr="0" anchor="t" bIns="23900" lIns="47825" spcFirstLastPara="1" rIns="47825" wrap="square" tIns="23900">
              <a:noAutofit/>
            </a:bodyPr>
            <a:lstStyle/>
            <a:p>
              <a:pPr indent="0" lvl="0" marL="0" marR="0" rtl="0" algn="l">
                <a:spcBef>
                  <a:spcPts val="0"/>
                </a:spcBef>
                <a:spcAft>
                  <a:spcPts val="0"/>
                </a:spcAft>
                <a:buNone/>
              </a:pPr>
              <a:r>
                <a:t/>
              </a:r>
              <a:endParaRPr sz="942">
                <a:solidFill>
                  <a:srgbClr val="252525"/>
                </a:solidFill>
                <a:latin typeface="Arial"/>
                <a:ea typeface="Arial"/>
                <a:cs typeface="Arial"/>
                <a:sym typeface="Arial"/>
              </a:endParaRPr>
            </a:p>
          </p:txBody>
        </p:sp>
        <p:sp>
          <p:nvSpPr>
            <p:cNvPr id="296" name="Google Shape;296;p34"/>
            <p:cNvSpPr/>
            <p:nvPr/>
          </p:nvSpPr>
          <p:spPr>
            <a:xfrm>
              <a:off x="6848871" y="5019579"/>
              <a:ext cx="6663058" cy="723563"/>
            </a:xfrm>
            <a:custGeom>
              <a:rect b="b" l="l" r="r" t="t"/>
              <a:pathLst>
                <a:path extrusionOk="0" h="482375" w="4442039">
                  <a:moveTo>
                    <a:pt x="379397" y="471607"/>
                  </a:moveTo>
                  <a:lnTo>
                    <a:pt x="298423" y="212339"/>
                  </a:lnTo>
                  <a:lnTo>
                    <a:pt x="221309" y="471607"/>
                  </a:lnTo>
                  <a:lnTo>
                    <a:pt x="134942" y="471607"/>
                  </a:lnTo>
                  <a:lnTo>
                    <a:pt x="0" y="10002"/>
                  </a:lnTo>
                  <a:lnTo>
                    <a:pt x="122608" y="10002"/>
                  </a:lnTo>
                  <a:lnTo>
                    <a:pt x="181216" y="254653"/>
                  </a:lnTo>
                  <a:lnTo>
                    <a:pt x="256780" y="10002"/>
                  </a:lnTo>
                  <a:lnTo>
                    <a:pt x="340065" y="10002"/>
                  </a:lnTo>
                  <a:lnTo>
                    <a:pt x="417179" y="256190"/>
                  </a:lnTo>
                  <a:lnTo>
                    <a:pt x="477328" y="10002"/>
                  </a:lnTo>
                  <a:lnTo>
                    <a:pt x="600706" y="10002"/>
                  </a:lnTo>
                  <a:lnTo>
                    <a:pt x="465764" y="471607"/>
                  </a:lnTo>
                  <a:lnTo>
                    <a:pt x="379397" y="471607"/>
                  </a:lnTo>
                  <a:close/>
                  <a:moveTo>
                    <a:pt x="855318" y="482376"/>
                  </a:moveTo>
                  <a:cubicBezTo>
                    <a:pt x="715745" y="482376"/>
                    <a:pt x="618584" y="373135"/>
                    <a:pt x="618584" y="240801"/>
                  </a:cubicBezTo>
                  <a:cubicBezTo>
                    <a:pt x="618584" y="108478"/>
                    <a:pt x="715745" y="0"/>
                    <a:pt x="855318" y="0"/>
                  </a:cubicBezTo>
                  <a:cubicBezTo>
                    <a:pt x="996432" y="0"/>
                    <a:pt x="1093592" y="108478"/>
                    <a:pt x="1093592" y="240801"/>
                  </a:cubicBezTo>
                  <a:cubicBezTo>
                    <a:pt x="1093592" y="373135"/>
                    <a:pt x="996432" y="482376"/>
                    <a:pt x="855318" y="482376"/>
                  </a:cubicBezTo>
                  <a:close/>
                  <a:moveTo>
                    <a:pt x="855318" y="373903"/>
                  </a:moveTo>
                  <a:cubicBezTo>
                    <a:pt x="923949" y="373903"/>
                    <a:pt x="977926" y="320820"/>
                    <a:pt x="977926" y="240801"/>
                  </a:cubicBezTo>
                  <a:cubicBezTo>
                    <a:pt x="977926" y="160793"/>
                    <a:pt x="923949" y="107708"/>
                    <a:pt x="855318" y="107708"/>
                  </a:cubicBezTo>
                  <a:cubicBezTo>
                    <a:pt x="788227" y="107708"/>
                    <a:pt x="734251" y="160793"/>
                    <a:pt x="734251" y="240801"/>
                  </a:cubicBezTo>
                  <a:cubicBezTo>
                    <a:pt x="734251" y="320820"/>
                    <a:pt x="788227" y="373903"/>
                    <a:pt x="855318" y="373903"/>
                  </a:cubicBezTo>
                  <a:close/>
                  <a:moveTo>
                    <a:pt x="1162899" y="10002"/>
                  </a:moveTo>
                  <a:lnTo>
                    <a:pt x="1367252" y="10002"/>
                  </a:lnTo>
                  <a:cubicBezTo>
                    <a:pt x="1472894" y="10002"/>
                    <a:pt x="1545377" y="75396"/>
                    <a:pt x="1545377" y="165409"/>
                  </a:cubicBezTo>
                  <a:cubicBezTo>
                    <a:pt x="1545377" y="229264"/>
                    <a:pt x="1512227" y="277737"/>
                    <a:pt x="1459010" y="302348"/>
                  </a:cubicBezTo>
                  <a:lnTo>
                    <a:pt x="1459010" y="310811"/>
                  </a:lnTo>
                  <a:lnTo>
                    <a:pt x="1563113" y="463913"/>
                  </a:lnTo>
                  <a:lnTo>
                    <a:pt x="1563113" y="471607"/>
                  </a:lnTo>
                  <a:lnTo>
                    <a:pt x="1435883" y="471607"/>
                  </a:lnTo>
                  <a:lnTo>
                    <a:pt x="1339493" y="320052"/>
                  </a:lnTo>
                  <a:lnTo>
                    <a:pt x="1274713" y="320052"/>
                  </a:lnTo>
                  <a:lnTo>
                    <a:pt x="1274713" y="471607"/>
                  </a:lnTo>
                  <a:lnTo>
                    <a:pt x="1162899" y="471607"/>
                  </a:lnTo>
                  <a:lnTo>
                    <a:pt x="1162899" y="10002"/>
                  </a:lnTo>
                  <a:close/>
                  <a:moveTo>
                    <a:pt x="1429711" y="165409"/>
                  </a:moveTo>
                  <a:cubicBezTo>
                    <a:pt x="1429711" y="125403"/>
                    <a:pt x="1400412" y="106170"/>
                    <a:pt x="1359539" y="106170"/>
                  </a:cubicBezTo>
                  <a:lnTo>
                    <a:pt x="1274713" y="106170"/>
                  </a:lnTo>
                  <a:lnTo>
                    <a:pt x="1274713" y="225422"/>
                  </a:lnTo>
                  <a:lnTo>
                    <a:pt x="1360310" y="225422"/>
                  </a:lnTo>
                  <a:cubicBezTo>
                    <a:pt x="1399641" y="225422"/>
                    <a:pt x="1429711" y="204646"/>
                    <a:pt x="1429711" y="165409"/>
                  </a:cubicBezTo>
                  <a:close/>
                  <a:moveTo>
                    <a:pt x="1943756" y="471607"/>
                  </a:moveTo>
                  <a:lnTo>
                    <a:pt x="1625277" y="471607"/>
                  </a:lnTo>
                  <a:lnTo>
                    <a:pt x="1625277" y="10002"/>
                  </a:lnTo>
                  <a:lnTo>
                    <a:pt x="1737092" y="10002"/>
                  </a:lnTo>
                  <a:lnTo>
                    <a:pt x="1737092" y="375440"/>
                  </a:lnTo>
                  <a:lnTo>
                    <a:pt x="1943756" y="375440"/>
                  </a:lnTo>
                  <a:lnTo>
                    <a:pt x="1943756" y="471607"/>
                  </a:lnTo>
                  <a:close/>
                  <a:moveTo>
                    <a:pt x="2433380" y="240801"/>
                  </a:moveTo>
                  <a:cubicBezTo>
                    <a:pt x="2433380" y="373135"/>
                    <a:pt x="2339301" y="471607"/>
                    <a:pt x="2190475" y="471607"/>
                  </a:cubicBezTo>
                  <a:lnTo>
                    <a:pt x="2012349" y="471607"/>
                  </a:lnTo>
                  <a:lnTo>
                    <a:pt x="2012349" y="10002"/>
                  </a:lnTo>
                  <a:lnTo>
                    <a:pt x="2190475" y="10002"/>
                  </a:lnTo>
                  <a:cubicBezTo>
                    <a:pt x="2339301" y="10002"/>
                    <a:pt x="2433380" y="108478"/>
                    <a:pt x="2433380" y="240801"/>
                  </a:cubicBezTo>
                  <a:close/>
                  <a:moveTo>
                    <a:pt x="2181992" y="106170"/>
                  </a:moveTo>
                  <a:lnTo>
                    <a:pt x="2124164" y="106170"/>
                  </a:lnTo>
                  <a:lnTo>
                    <a:pt x="2124164" y="375440"/>
                  </a:lnTo>
                  <a:lnTo>
                    <a:pt x="2181992" y="375440"/>
                  </a:lnTo>
                  <a:cubicBezTo>
                    <a:pt x="2256795" y="375440"/>
                    <a:pt x="2317714" y="325431"/>
                    <a:pt x="2317714" y="240801"/>
                  </a:cubicBezTo>
                  <a:cubicBezTo>
                    <a:pt x="2317714" y="151560"/>
                    <a:pt x="2256795" y="106170"/>
                    <a:pt x="2181992" y="106170"/>
                  </a:cubicBezTo>
                  <a:close/>
                  <a:moveTo>
                    <a:pt x="2608814" y="106170"/>
                  </a:moveTo>
                  <a:lnTo>
                    <a:pt x="2608814" y="10002"/>
                  </a:lnTo>
                  <a:lnTo>
                    <a:pt x="2981270" y="10002"/>
                  </a:lnTo>
                  <a:lnTo>
                    <a:pt x="2981270" y="106170"/>
                  </a:lnTo>
                  <a:lnTo>
                    <a:pt x="2850949" y="106170"/>
                  </a:lnTo>
                  <a:lnTo>
                    <a:pt x="2850949" y="471607"/>
                  </a:lnTo>
                  <a:lnTo>
                    <a:pt x="2739135" y="471607"/>
                  </a:lnTo>
                  <a:lnTo>
                    <a:pt x="2739135" y="106170"/>
                  </a:lnTo>
                  <a:lnTo>
                    <a:pt x="2608814" y="106170"/>
                  </a:lnTo>
                  <a:close/>
                  <a:moveTo>
                    <a:pt x="3240997" y="482376"/>
                  </a:moveTo>
                  <a:cubicBezTo>
                    <a:pt x="3101414" y="482376"/>
                    <a:pt x="3004254" y="373135"/>
                    <a:pt x="3004254" y="240801"/>
                  </a:cubicBezTo>
                  <a:cubicBezTo>
                    <a:pt x="3004254" y="108478"/>
                    <a:pt x="3101414" y="0"/>
                    <a:pt x="3240997" y="0"/>
                  </a:cubicBezTo>
                  <a:cubicBezTo>
                    <a:pt x="3382111" y="0"/>
                    <a:pt x="3479271" y="108478"/>
                    <a:pt x="3479271" y="240801"/>
                  </a:cubicBezTo>
                  <a:cubicBezTo>
                    <a:pt x="3479271" y="373135"/>
                    <a:pt x="3382111" y="482376"/>
                    <a:pt x="3240997" y="482376"/>
                  </a:cubicBezTo>
                  <a:close/>
                  <a:moveTo>
                    <a:pt x="3240997" y="373903"/>
                  </a:moveTo>
                  <a:cubicBezTo>
                    <a:pt x="3309619" y="373903"/>
                    <a:pt x="3363606" y="320820"/>
                    <a:pt x="3363606" y="240801"/>
                  </a:cubicBezTo>
                  <a:cubicBezTo>
                    <a:pt x="3363606" y="160793"/>
                    <a:pt x="3309619" y="107708"/>
                    <a:pt x="3240997" y="107708"/>
                  </a:cubicBezTo>
                  <a:cubicBezTo>
                    <a:pt x="3173907" y="107708"/>
                    <a:pt x="3119930" y="160793"/>
                    <a:pt x="3119930" y="240801"/>
                  </a:cubicBezTo>
                  <a:cubicBezTo>
                    <a:pt x="3119930" y="320820"/>
                    <a:pt x="3173907" y="373903"/>
                    <a:pt x="3240997" y="373903"/>
                  </a:cubicBezTo>
                  <a:close/>
                  <a:moveTo>
                    <a:pt x="3747529" y="482376"/>
                  </a:moveTo>
                  <a:cubicBezTo>
                    <a:pt x="3622601" y="482376"/>
                    <a:pt x="3542406" y="391598"/>
                    <a:pt x="3542406" y="272348"/>
                  </a:cubicBezTo>
                  <a:lnTo>
                    <a:pt x="3542406" y="10002"/>
                  </a:lnTo>
                  <a:lnTo>
                    <a:pt x="3654221" y="10002"/>
                  </a:lnTo>
                  <a:lnTo>
                    <a:pt x="3654221" y="272348"/>
                  </a:lnTo>
                  <a:cubicBezTo>
                    <a:pt x="3654221" y="330052"/>
                    <a:pt x="3685070" y="373903"/>
                    <a:pt x="3747529" y="373903"/>
                  </a:cubicBezTo>
                  <a:cubicBezTo>
                    <a:pt x="3812300" y="373903"/>
                    <a:pt x="3840829" y="330052"/>
                    <a:pt x="3840829" y="272348"/>
                  </a:cubicBezTo>
                  <a:lnTo>
                    <a:pt x="3840829" y="10002"/>
                  </a:lnTo>
                  <a:lnTo>
                    <a:pt x="3952644" y="10002"/>
                  </a:lnTo>
                  <a:lnTo>
                    <a:pt x="3952644" y="272348"/>
                  </a:lnTo>
                  <a:cubicBezTo>
                    <a:pt x="3952644" y="391598"/>
                    <a:pt x="3875530" y="482376"/>
                    <a:pt x="3747529" y="482376"/>
                  </a:cubicBezTo>
                  <a:close/>
                  <a:moveTo>
                    <a:pt x="4041825" y="10002"/>
                  </a:moveTo>
                  <a:lnTo>
                    <a:pt x="4246178" y="10002"/>
                  </a:lnTo>
                  <a:cubicBezTo>
                    <a:pt x="4351821" y="10002"/>
                    <a:pt x="4424304" y="75396"/>
                    <a:pt x="4424304" y="165409"/>
                  </a:cubicBezTo>
                  <a:cubicBezTo>
                    <a:pt x="4424304" y="229264"/>
                    <a:pt x="4391143" y="277737"/>
                    <a:pt x="4337937" y="302348"/>
                  </a:cubicBezTo>
                  <a:lnTo>
                    <a:pt x="4337937" y="310811"/>
                  </a:lnTo>
                  <a:lnTo>
                    <a:pt x="4442040" y="463913"/>
                  </a:lnTo>
                  <a:lnTo>
                    <a:pt x="4442040" y="471607"/>
                  </a:lnTo>
                  <a:lnTo>
                    <a:pt x="4314809" y="471607"/>
                  </a:lnTo>
                  <a:lnTo>
                    <a:pt x="4218420" y="320052"/>
                  </a:lnTo>
                  <a:lnTo>
                    <a:pt x="4153640" y="320052"/>
                  </a:lnTo>
                  <a:lnTo>
                    <a:pt x="4153640" y="471607"/>
                  </a:lnTo>
                  <a:lnTo>
                    <a:pt x="4041825" y="471607"/>
                  </a:lnTo>
                  <a:lnTo>
                    <a:pt x="4041825" y="10002"/>
                  </a:lnTo>
                  <a:close/>
                  <a:moveTo>
                    <a:pt x="4308638" y="165409"/>
                  </a:moveTo>
                  <a:cubicBezTo>
                    <a:pt x="4308638" y="125403"/>
                    <a:pt x="4279339" y="106170"/>
                    <a:pt x="4238466" y="106170"/>
                  </a:cubicBezTo>
                  <a:lnTo>
                    <a:pt x="4153640" y="106170"/>
                  </a:lnTo>
                  <a:lnTo>
                    <a:pt x="4153640" y="225422"/>
                  </a:lnTo>
                  <a:lnTo>
                    <a:pt x="4239236" y="225422"/>
                  </a:lnTo>
                  <a:cubicBezTo>
                    <a:pt x="4278559" y="225422"/>
                    <a:pt x="4308638" y="204646"/>
                    <a:pt x="4308638" y="165409"/>
                  </a:cubicBezTo>
                  <a:close/>
                </a:path>
              </a:pathLst>
            </a:custGeom>
            <a:solidFill>
              <a:srgbClr val="000000"/>
            </a:solidFill>
            <a:ln>
              <a:noFill/>
            </a:ln>
          </p:spPr>
          <p:txBody>
            <a:bodyPr anchorCtr="0" anchor="t" bIns="23900" lIns="47825" spcFirstLastPara="1" rIns="47825" wrap="square" tIns="23900">
              <a:noAutofit/>
            </a:bodyPr>
            <a:lstStyle/>
            <a:p>
              <a:pPr indent="0" lvl="0" marL="0" marR="0" rtl="0" algn="l">
                <a:spcBef>
                  <a:spcPts val="0"/>
                </a:spcBef>
                <a:spcAft>
                  <a:spcPts val="0"/>
                </a:spcAft>
                <a:buNone/>
              </a:pPr>
              <a:r>
                <a:t/>
              </a:r>
              <a:endParaRPr sz="942">
                <a:solidFill>
                  <a:srgbClr val="252525"/>
                </a:solidFill>
                <a:latin typeface="Arial"/>
                <a:ea typeface="Arial"/>
                <a:cs typeface="Arial"/>
                <a:sym typeface="Arial"/>
              </a:endParaRPr>
            </a:p>
          </p:txBody>
        </p:sp>
      </p:grpSp>
      <p:pic>
        <p:nvPicPr>
          <p:cNvPr id="297" name="Google Shape;297;p34" title="summit-lock-ups 1.png"/>
          <p:cNvPicPr preferRelativeResize="0"/>
          <p:nvPr/>
        </p:nvPicPr>
        <p:blipFill>
          <a:blip r:embed="rId2">
            <a:alphaModFix/>
          </a:blip>
          <a:stretch>
            <a:fillRect/>
          </a:stretch>
        </p:blipFill>
        <p:spPr>
          <a:xfrm>
            <a:off x="2347823" y="1328425"/>
            <a:ext cx="15940178" cy="8958575"/>
          </a:xfrm>
          <a:prstGeom prst="rect">
            <a:avLst/>
          </a:prstGeom>
          <a:noFill/>
          <a:ln>
            <a:noFill/>
          </a:ln>
        </p:spPr>
      </p:pic>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1">
  <p:cSld name="Multi-use layout_2">
    <p:spTree>
      <p:nvGrpSpPr>
        <p:cNvPr id="298" name="Shape 298"/>
        <p:cNvGrpSpPr/>
        <p:nvPr/>
      </p:nvGrpSpPr>
      <p:grpSpPr>
        <a:xfrm>
          <a:off x="0" y="0"/>
          <a:ext cx="0" cy="0"/>
          <a:chOff x="0" y="0"/>
          <a:chExt cx="0" cy="0"/>
        </a:xfrm>
      </p:grpSpPr>
      <p:sp>
        <p:nvSpPr>
          <p:cNvPr id="299" name="Google Shape;299;p35"/>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00" name="Google Shape;300;p35"/>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01" name="Google Shape;301;p35"/>
          <p:cNvSpPr txBox="1"/>
          <p:nvPr>
            <p:ph type="title"/>
          </p:nvPr>
        </p:nvSpPr>
        <p:spPr>
          <a:xfrm>
            <a:off x="735800" y="548646"/>
            <a:ext cx="16689600" cy="731400"/>
          </a:xfrm>
          <a:prstGeom prst="rect">
            <a:avLst/>
          </a:prstGeom>
        </p:spPr>
        <p:txBody>
          <a:bodyPr anchorCtr="0" anchor="t" bIns="182900" lIns="182900" spcFirstLastPara="1" rIns="182900" wrap="square" tIns="182900">
            <a:noAutofit/>
          </a:bodyPr>
          <a:lstStyle>
            <a:lvl1pPr lvl="0">
              <a:spcBef>
                <a:spcPts val="0"/>
              </a:spcBef>
              <a:spcAft>
                <a:spcPts val="0"/>
              </a:spcAft>
              <a:buSzPts val="5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2" name="Google Shape;302;p35"/>
          <p:cNvSpPr txBox="1"/>
          <p:nvPr>
            <p:ph idx="1" type="subTitle"/>
          </p:nvPr>
        </p:nvSpPr>
        <p:spPr>
          <a:xfrm>
            <a:off x="731520" y="2244734"/>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Font typeface="Lato"/>
              <a:buNone/>
              <a:defRPr>
                <a:solidFill>
                  <a:srgbClr val="5B5B5B"/>
                </a:solidFill>
                <a:latin typeface="Lato"/>
                <a:ea typeface="Lato"/>
                <a:cs typeface="Lato"/>
                <a:sym typeface="Lato"/>
              </a:defRPr>
            </a:lvl1pPr>
            <a:lvl2pPr lvl="1">
              <a:spcBef>
                <a:spcPts val="2000"/>
              </a:spcBef>
              <a:spcAft>
                <a:spcPts val="0"/>
              </a:spcAft>
              <a:buClr>
                <a:srgbClr val="5B5B5B"/>
              </a:buClr>
              <a:buSzPts val="3600"/>
              <a:buFont typeface="Lato"/>
              <a:buNone/>
              <a:defRPr>
                <a:solidFill>
                  <a:srgbClr val="5B5B5B"/>
                </a:solidFill>
                <a:latin typeface="Lato"/>
                <a:ea typeface="Lato"/>
                <a:cs typeface="Lato"/>
                <a:sym typeface="Lato"/>
              </a:defRPr>
            </a:lvl2pPr>
            <a:lvl3pPr lvl="2">
              <a:spcBef>
                <a:spcPts val="1200"/>
              </a:spcBef>
              <a:spcAft>
                <a:spcPts val="0"/>
              </a:spcAft>
              <a:buClr>
                <a:srgbClr val="5B5B5B"/>
              </a:buClr>
              <a:buSzPts val="3000"/>
              <a:buFont typeface="Lato"/>
              <a:buNone/>
              <a:defRPr>
                <a:solidFill>
                  <a:srgbClr val="5B5B5B"/>
                </a:solidFill>
                <a:latin typeface="Lato"/>
                <a:ea typeface="Lato"/>
                <a:cs typeface="Lato"/>
                <a:sym typeface="Lato"/>
              </a:defRPr>
            </a:lvl3pPr>
            <a:lvl4pPr lvl="3">
              <a:spcBef>
                <a:spcPts val="1200"/>
              </a:spcBef>
              <a:spcAft>
                <a:spcPts val="0"/>
              </a:spcAft>
              <a:buClr>
                <a:srgbClr val="5B5B5B"/>
              </a:buClr>
              <a:buSzPts val="2800"/>
              <a:buFont typeface="Lato"/>
              <a:buNone/>
              <a:defRPr>
                <a:solidFill>
                  <a:srgbClr val="5B5B5B"/>
                </a:solidFill>
                <a:latin typeface="Lato"/>
                <a:ea typeface="Lato"/>
                <a:cs typeface="Lato"/>
                <a:sym typeface="Lato"/>
              </a:defRPr>
            </a:lvl4pPr>
            <a:lvl5pPr lvl="4">
              <a:spcBef>
                <a:spcPts val="1200"/>
              </a:spcBef>
              <a:spcAft>
                <a:spcPts val="0"/>
              </a:spcAft>
              <a:buClr>
                <a:srgbClr val="5B5B5B"/>
              </a:buClr>
              <a:buSzPts val="2800"/>
              <a:buFont typeface="Lato"/>
              <a:buNone/>
              <a:defRPr>
                <a:solidFill>
                  <a:srgbClr val="5B5B5B"/>
                </a:solidFill>
                <a:latin typeface="Lato"/>
                <a:ea typeface="Lato"/>
                <a:cs typeface="Lato"/>
                <a:sym typeface="Lato"/>
              </a:defRPr>
            </a:lvl5pPr>
            <a:lvl6pPr lvl="5">
              <a:spcBef>
                <a:spcPts val="1200"/>
              </a:spcBef>
              <a:spcAft>
                <a:spcPts val="0"/>
              </a:spcAft>
              <a:buClr>
                <a:srgbClr val="5B5B5B"/>
              </a:buClr>
              <a:buSzPts val="2800"/>
              <a:buFont typeface="Lato"/>
              <a:buNone/>
              <a:defRPr>
                <a:solidFill>
                  <a:srgbClr val="5B5B5B"/>
                </a:solidFill>
                <a:latin typeface="Lato"/>
                <a:ea typeface="Lato"/>
                <a:cs typeface="Lato"/>
                <a:sym typeface="Lato"/>
              </a:defRPr>
            </a:lvl6pPr>
            <a:lvl7pPr lvl="6">
              <a:spcBef>
                <a:spcPts val="800"/>
              </a:spcBef>
              <a:spcAft>
                <a:spcPts val="0"/>
              </a:spcAft>
              <a:buClr>
                <a:srgbClr val="5B5B5B"/>
              </a:buClr>
              <a:buSzPts val="2800"/>
              <a:buFont typeface="Lato"/>
              <a:buNone/>
              <a:defRPr>
                <a:solidFill>
                  <a:srgbClr val="5B5B5B"/>
                </a:solidFill>
                <a:latin typeface="Lato"/>
                <a:ea typeface="Lato"/>
                <a:cs typeface="Lato"/>
                <a:sym typeface="Lato"/>
              </a:defRPr>
            </a:lvl7pPr>
            <a:lvl8pPr lvl="7">
              <a:spcBef>
                <a:spcPts val="800"/>
              </a:spcBef>
              <a:spcAft>
                <a:spcPts val="0"/>
              </a:spcAft>
              <a:buClr>
                <a:srgbClr val="5B5B5B"/>
              </a:buClr>
              <a:buSzPts val="2800"/>
              <a:buFont typeface="Lato"/>
              <a:buNone/>
              <a:defRPr>
                <a:solidFill>
                  <a:srgbClr val="5B5B5B"/>
                </a:solidFill>
                <a:latin typeface="Lato"/>
                <a:ea typeface="Lato"/>
                <a:cs typeface="Lato"/>
                <a:sym typeface="Lato"/>
              </a:defRPr>
            </a:lvl8pPr>
            <a:lvl9pPr lvl="8">
              <a:spcBef>
                <a:spcPts val="800"/>
              </a:spcBef>
              <a:spcAft>
                <a:spcPts val="0"/>
              </a:spcAft>
              <a:buClr>
                <a:srgbClr val="5B5B5B"/>
              </a:buClr>
              <a:buSzPts val="2800"/>
              <a:buFont typeface="Lato"/>
              <a:buNone/>
              <a:defRPr>
                <a:solidFill>
                  <a:srgbClr val="5B5B5B"/>
                </a:solidFill>
                <a:latin typeface="Lato"/>
                <a:ea typeface="Lato"/>
                <a:cs typeface="Lato"/>
                <a:sym typeface="Lato"/>
              </a:defRPr>
            </a:lvl9pPr>
          </a:lstStyle>
          <a:p/>
        </p:txBody>
      </p:sp>
      <p:sp>
        <p:nvSpPr>
          <p:cNvPr id="303" name="Google Shape;303;p35"/>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04" name="Google Shape;304;p35"/>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05" name="Google Shape;305;p35"/>
          <p:cNvSpPr/>
          <p:nvPr/>
        </p:nvSpPr>
        <p:spPr>
          <a:xfrm>
            <a:off x="0" y="687000"/>
            <a:ext cx="274200" cy="14628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b32492fa3_127_0)">
  <p:cSld name="Generated (g3eb32492fa3_127_0)">
    <p:spTree>
      <p:nvGrpSpPr>
        <p:cNvPr id="306" name="Shape 306"/>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1">
  <p:cSld name="One Column Layout_1">
    <p:spTree>
      <p:nvGrpSpPr>
        <p:cNvPr id="307" name="Shape 307"/>
        <p:cNvGrpSpPr/>
        <p:nvPr/>
      </p:nvGrpSpPr>
      <p:grpSpPr>
        <a:xfrm>
          <a:off x="0" y="0"/>
          <a:ext cx="0" cy="0"/>
          <a:chOff x="0" y="0"/>
          <a:chExt cx="0" cy="0"/>
        </a:xfrm>
      </p:grpSpPr>
      <p:sp>
        <p:nvSpPr>
          <p:cNvPr id="308" name="Google Shape;308;p37"/>
          <p:cNvSpPr txBox="1"/>
          <p:nvPr>
            <p:ph type="title"/>
          </p:nvPr>
        </p:nvSpPr>
        <p:spPr>
          <a:xfrm>
            <a:off x="731500" y="548646"/>
            <a:ext cx="16696800" cy="731400"/>
          </a:xfrm>
          <a:prstGeom prst="rect">
            <a:avLst/>
          </a:prstGeom>
        </p:spPr>
        <p:txBody>
          <a:bodyPr anchorCtr="0" anchor="t" bIns="182900" lIns="182900" spcFirstLastPara="1" rIns="182900" wrap="square" tIns="182900">
            <a:spAutoFit/>
          </a:bodyPr>
          <a:lstStyle>
            <a:lvl1pPr lvl="0">
              <a:spcBef>
                <a:spcPts val="0"/>
              </a:spcBef>
              <a:spcAft>
                <a:spcPts val="0"/>
              </a:spcAft>
              <a:buSzPts val="5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9" name="Google Shape;309;p37"/>
          <p:cNvSpPr txBox="1"/>
          <p:nvPr>
            <p:ph idx="1" type="body"/>
          </p:nvPr>
        </p:nvSpPr>
        <p:spPr>
          <a:xfrm>
            <a:off x="731500" y="2743201"/>
            <a:ext cx="8320800" cy="6629400"/>
          </a:xfrm>
          <a:prstGeom prst="rect">
            <a:avLst/>
          </a:prstGeom>
        </p:spPr>
        <p:txBody>
          <a:bodyPr anchorCtr="0" anchor="t" bIns="45700" lIns="91450" spcFirstLastPara="1" rIns="91450" wrap="square" tIns="45700">
            <a:noAutofit/>
          </a:bodyPr>
          <a:lstStyle>
            <a:lvl1pPr indent="-228600" lvl="0" marL="457200">
              <a:spcBef>
                <a:spcPts val="0"/>
              </a:spcBef>
              <a:spcAft>
                <a:spcPts val="0"/>
              </a:spcAft>
              <a:buSzPts val="3600"/>
              <a:buNone/>
              <a:defRPr/>
            </a:lvl1pPr>
            <a:lvl2pPr indent="-457200" lvl="1" marL="914400">
              <a:spcBef>
                <a:spcPts val="2000"/>
              </a:spcBef>
              <a:spcAft>
                <a:spcPts val="0"/>
              </a:spcAft>
              <a:buSzPts val="3600"/>
              <a:buChar char="•"/>
              <a:defRPr/>
            </a:lvl2pPr>
            <a:lvl3pPr indent="-419100" lvl="2" marL="1371600">
              <a:spcBef>
                <a:spcPts val="1200"/>
              </a:spcBef>
              <a:spcAft>
                <a:spcPts val="0"/>
              </a:spcAft>
              <a:buSzPts val="3000"/>
              <a:buChar char="•"/>
              <a:defRPr/>
            </a:lvl3pPr>
            <a:lvl4pPr indent="-406400" lvl="3" marL="1828800">
              <a:spcBef>
                <a:spcPts val="1200"/>
              </a:spcBef>
              <a:spcAft>
                <a:spcPts val="0"/>
              </a:spcAft>
              <a:buSzPts val="2800"/>
              <a:buChar char="•"/>
              <a:defRPr/>
            </a:lvl4pPr>
            <a:lvl5pPr indent="-406400" lvl="4" marL="2286000">
              <a:spcBef>
                <a:spcPts val="1200"/>
              </a:spcBef>
              <a:spcAft>
                <a:spcPts val="0"/>
              </a:spcAft>
              <a:buSzPts val="2800"/>
              <a:buChar char="•"/>
              <a:defRPr/>
            </a:lvl5pPr>
            <a:lvl6pPr indent="-406400" lvl="5" marL="2743200">
              <a:spcBef>
                <a:spcPts val="1200"/>
              </a:spcBef>
              <a:spcAft>
                <a:spcPts val="0"/>
              </a:spcAft>
              <a:buSzPts val="2800"/>
              <a:buChar char="•"/>
              <a:defRPr/>
            </a:lvl6pPr>
            <a:lvl7pPr indent="-406400" lvl="6" marL="3200400">
              <a:spcBef>
                <a:spcPts val="800"/>
              </a:spcBef>
              <a:spcAft>
                <a:spcPts val="0"/>
              </a:spcAft>
              <a:buSzPts val="2800"/>
              <a:buChar char="•"/>
              <a:defRPr/>
            </a:lvl7pPr>
            <a:lvl8pPr indent="-406400" lvl="7" marL="3657600">
              <a:spcBef>
                <a:spcPts val="800"/>
              </a:spcBef>
              <a:spcAft>
                <a:spcPts val="0"/>
              </a:spcAft>
              <a:buSzPts val="2800"/>
              <a:buChar char="•"/>
              <a:defRPr/>
            </a:lvl8pPr>
            <a:lvl9pPr indent="-406400" lvl="8" marL="4114800">
              <a:spcBef>
                <a:spcPts val="800"/>
              </a:spcBef>
              <a:spcAft>
                <a:spcPts val="0"/>
              </a:spcAft>
              <a:buSzPts val="2800"/>
              <a:buChar char="•"/>
              <a:defRPr/>
            </a:lvl9pPr>
          </a:lstStyle>
          <a:p/>
        </p:txBody>
      </p:sp>
      <p:sp>
        <p:nvSpPr>
          <p:cNvPr id="310" name="Google Shape;310;p37"/>
          <p:cNvSpPr txBox="1"/>
          <p:nvPr>
            <p:ph idx="2" type="body"/>
          </p:nvPr>
        </p:nvSpPr>
        <p:spPr>
          <a:xfrm>
            <a:off x="9235443" y="2743200"/>
            <a:ext cx="8320800" cy="6629400"/>
          </a:xfrm>
          <a:prstGeom prst="rect">
            <a:avLst/>
          </a:prstGeom>
        </p:spPr>
        <p:txBody>
          <a:bodyPr anchorCtr="0" anchor="t" bIns="45700" lIns="91450" spcFirstLastPara="1" rIns="91450" wrap="square" tIns="45700">
            <a:noAutofit/>
          </a:bodyPr>
          <a:lstStyle>
            <a:lvl1pPr indent="-228600" lvl="0" marL="457200">
              <a:spcBef>
                <a:spcPts val="0"/>
              </a:spcBef>
              <a:spcAft>
                <a:spcPts val="0"/>
              </a:spcAft>
              <a:buSzPts val="3600"/>
              <a:buNone/>
              <a:defRPr/>
            </a:lvl1pPr>
            <a:lvl2pPr indent="-457200" lvl="1" marL="914400">
              <a:spcBef>
                <a:spcPts val="2000"/>
              </a:spcBef>
              <a:spcAft>
                <a:spcPts val="0"/>
              </a:spcAft>
              <a:buSzPts val="3600"/>
              <a:buChar char="•"/>
              <a:defRPr/>
            </a:lvl2pPr>
            <a:lvl3pPr indent="-419100" lvl="2" marL="1371600">
              <a:spcBef>
                <a:spcPts val="1200"/>
              </a:spcBef>
              <a:spcAft>
                <a:spcPts val="0"/>
              </a:spcAft>
              <a:buSzPts val="3000"/>
              <a:buChar char="•"/>
              <a:defRPr/>
            </a:lvl3pPr>
            <a:lvl4pPr indent="-406400" lvl="3" marL="1828800">
              <a:spcBef>
                <a:spcPts val="1200"/>
              </a:spcBef>
              <a:spcAft>
                <a:spcPts val="0"/>
              </a:spcAft>
              <a:buSzPts val="2800"/>
              <a:buChar char="•"/>
              <a:defRPr/>
            </a:lvl4pPr>
            <a:lvl5pPr indent="-406400" lvl="4" marL="2286000">
              <a:spcBef>
                <a:spcPts val="1200"/>
              </a:spcBef>
              <a:spcAft>
                <a:spcPts val="0"/>
              </a:spcAft>
              <a:buSzPts val="2800"/>
              <a:buChar char="•"/>
              <a:defRPr/>
            </a:lvl5pPr>
            <a:lvl6pPr indent="-406400" lvl="5" marL="2743200">
              <a:spcBef>
                <a:spcPts val="1200"/>
              </a:spcBef>
              <a:spcAft>
                <a:spcPts val="0"/>
              </a:spcAft>
              <a:buSzPts val="2800"/>
              <a:buChar char="•"/>
              <a:defRPr/>
            </a:lvl6pPr>
            <a:lvl7pPr indent="-406400" lvl="6" marL="3200400">
              <a:spcBef>
                <a:spcPts val="800"/>
              </a:spcBef>
              <a:spcAft>
                <a:spcPts val="0"/>
              </a:spcAft>
              <a:buSzPts val="2800"/>
              <a:buChar char="•"/>
              <a:defRPr/>
            </a:lvl7pPr>
            <a:lvl8pPr indent="-406400" lvl="7" marL="3657600">
              <a:spcBef>
                <a:spcPts val="800"/>
              </a:spcBef>
              <a:spcAft>
                <a:spcPts val="0"/>
              </a:spcAft>
              <a:buSzPts val="2800"/>
              <a:buChar char="•"/>
              <a:defRPr/>
            </a:lvl8pPr>
            <a:lvl9pPr indent="-406400" lvl="8" marL="4114800">
              <a:spcBef>
                <a:spcPts val="800"/>
              </a:spcBef>
              <a:spcAft>
                <a:spcPts val="0"/>
              </a:spcAft>
              <a:buSzPts val="2800"/>
              <a:buChar char="•"/>
              <a:defRPr/>
            </a:lvl9pPr>
          </a:lstStyle>
          <a:p/>
        </p:txBody>
      </p:sp>
      <p:sp>
        <p:nvSpPr>
          <p:cNvPr id="311" name="Google Shape;311;p37"/>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12" name="Google Shape;312;p37"/>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13" name="Google Shape;313;p37"/>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14" name="Google Shape;314;p37"/>
          <p:cNvSpPr txBox="1"/>
          <p:nvPr>
            <p:ph idx="3"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1200"/>
              </a:spcBef>
              <a:spcAft>
                <a:spcPts val="0"/>
              </a:spcAft>
              <a:buClr>
                <a:srgbClr val="5B5B5B"/>
              </a:buClr>
              <a:buSzPts val="3000"/>
              <a:buNone/>
              <a:defRPr>
                <a:solidFill>
                  <a:srgbClr val="5B5B5B"/>
                </a:solidFill>
              </a:defRPr>
            </a:lvl3pPr>
            <a:lvl4pPr lvl="3">
              <a:spcBef>
                <a:spcPts val="1200"/>
              </a:spcBef>
              <a:spcAft>
                <a:spcPts val="0"/>
              </a:spcAft>
              <a:buClr>
                <a:srgbClr val="5B5B5B"/>
              </a:buClr>
              <a:buSzPts val="2800"/>
              <a:buNone/>
              <a:defRPr>
                <a:solidFill>
                  <a:srgbClr val="5B5B5B"/>
                </a:solidFill>
              </a:defRPr>
            </a:lvl4pPr>
            <a:lvl5pPr lvl="4">
              <a:spcBef>
                <a:spcPts val="1200"/>
              </a:spcBef>
              <a:spcAft>
                <a:spcPts val="0"/>
              </a:spcAft>
              <a:buClr>
                <a:srgbClr val="5B5B5B"/>
              </a:buClr>
              <a:buSzPts val="2800"/>
              <a:buNone/>
              <a:defRPr>
                <a:solidFill>
                  <a:srgbClr val="5B5B5B"/>
                </a:solidFill>
              </a:defRPr>
            </a:lvl5pPr>
            <a:lvl6pPr lvl="5">
              <a:spcBef>
                <a:spcPts val="1200"/>
              </a:spcBef>
              <a:spcAft>
                <a:spcPts val="0"/>
              </a:spcAft>
              <a:buClr>
                <a:srgbClr val="5B5B5B"/>
              </a:buClr>
              <a:buSzPts val="2800"/>
              <a:buNone/>
              <a:defRPr>
                <a:solidFill>
                  <a:srgbClr val="5B5B5B"/>
                </a:solidFill>
              </a:defRPr>
            </a:lvl6pPr>
            <a:lvl7pPr lvl="6">
              <a:spcBef>
                <a:spcPts val="800"/>
              </a:spcBef>
              <a:spcAft>
                <a:spcPts val="0"/>
              </a:spcAft>
              <a:buClr>
                <a:srgbClr val="5B5B5B"/>
              </a:buClr>
              <a:buSzPts val="2800"/>
              <a:buNone/>
              <a:defRPr>
                <a:solidFill>
                  <a:srgbClr val="5B5B5B"/>
                </a:solidFill>
              </a:defRPr>
            </a:lvl7pPr>
            <a:lvl8pPr lvl="7">
              <a:spcBef>
                <a:spcPts val="800"/>
              </a:spcBef>
              <a:spcAft>
                <a:spcPts val="0"/>
              </a:spcAft>
              <a:buClr>
                <a:srgbClr val="5B5B5B"/>
              </a:buClr>
              <a:buSzPts val="2800"/>
              <a:buNone/>
              <a:defRPr>
                <a:solidFill>
                  <a:srgbClr val="5B5B5B"/>
                </a:solidFill>
              </a:defRPr>
            </a:lvl8pPr>
            <a:lvl9pPr lvl="8">
              <a:spcBef>
                <a:spcPts val="800"/>
              </a:spcBef>
              <a:spcAft>
                <a:spcPts val="0"/>
              </a:spcAft>
              <a:buClr>
                <a:srgbClr val="5B5B5B"/>
              </a:buClr>
              <a:buSzPts val="2800"/>
              <a:buNone/>
              <a:defRPr>
                <a:solidFill>
                  <a:srgbClr val="5B5B5B"/>
                </a:solidFill>
              </a:defRPr>
            </a:lvl9pPr>
          </a:lstStyle>
          <a:p/>
        </p:txBody>
      </p:sp>
      <p:sp>
        <p:nvSpPr>
          <p:cNvPr id="315" name="Google Shape;315;p37"/>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1">
  <p:cSld name="One Column Layout_1_1">
    <p:spTree>
      <p:nvGrpSpPr>
        <p:cNvPr id="316" name="Shape 316"/>
        <p:cNvGrpSpPr/>
        <p:nvPr/>
      </p:nvGrpSpPr>
      <p:grpSpPr>
        <a:xfrm>
          <a:off x="0" y="0"/>
          <a:ext cx="0" cy="0"/>
          <a:chOff x="0" y="0"/>
          <a:chExt cx="0" cy="0"/>
        </a:xfrm>
      </p:grpSpPr>
      <p:sp>
        <p:nvSpPr>
          <p:cNvPr id="317" name="Google Shape;317;p38"/>
          <p:cNvSpPr txBox="1"/>
          <p:nvPr>
            <p:ph type="title"/>
          </p:nvPr>
        </p:nvSpPr>
        <p:spPr>
          <a:xfrm>
            <a:off x="731501" y="548640"/>
            <a:ext cx="16715400" cy="731400"/>
          </a:xfrm>
          <a:prstGeom prst="rect">
            <a:avLst/>
          </a:prstGeom>
        </p:spPr>
        <p:txBody>
          <a:bodyPr anchorCtr="0" anchor="t" bIns="182900" lIns="182900" spcFirstLastPara="1" rIns="182900" wrap="square" tIns="182900">
            <a:noAutofit/>
          </a:bodyPr>
          <a:lstStyle>
            <a:lvl1pPr lvl="0">
              <a:spcBef>
                <a:spcPts val="0"/>
              </a:spcBef>
              <a:spcAft>
                <a:spcPts val="0"/>
              </a:spcAft>
              <a:buSzPts val="5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8" name="Google Shape;318;p38"/>
          <p:cNvSpPr txBox="1"/>
          <p:nvPr>
            <p:ph idx="1" type="body"/>
          </p:nvPr>
        </p:nvSpPr>
        <p:spPr>
          <a:xfrm>
            <a:off x="731500" y="2743200"/>
            <a:ext cx="53952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381000" lvl="2" marL="1371600">
              <a:spcBef>
                <a:spcPts val="1200"/>
              </a:spcBef>
              <a:spcAft>
                <a:spcPts val="0"/>
              </a:spcAft>
              <a:buSzPts val="2400"/>
              <a:buChar char="•"/>
              <a:defRPr sz="2400"/>
            </a:lvl3pPr>
            <a:lvl4pPr indent="-381000" lvl="3" marL="1828800">
              <a:spcBef>
                <a:spcPts val="1200"/>
              </a:spcBef>
              <a:spcAft>
                <a:spcPts val="0"/>
              </a:spcAft>
              <a:buSzPts val="2400"/>
              <a:buChar char="•"/>
              <a:defRPr sz="2400"/>
            </a:lvl4pPr>
            <a:lvl5pPr indent="-381000" lvl="4" marL="2286000">
              <a:spcBef>
                <a:spcPts val="1200"/>
              </a:spcBef>
              <a:spcAft>
                <a:spcPts val="0"/>
              </a:spcAft>
              <a:buSzPts val="2400"/>
              <a:buChar char="•"/>
              <a:defRPr sz="2400"/>
            </a:lvl5pPr>
            <a:lvl6pPr indent="-381000" lvl="5" marL="2743200">
              <a:spcBef>
                <a:spcPts val="1200"/>
              </a:spcBef>
              <a:spcAft>
                <a:spcPts val="0"/>
              </a:spcAft>
              <a:buSzPts val="2400"/>
              <a:buChar char="•"/>
              <a:defRPr sz="2400"/>
            </a:lvl6pPr>
            <a:lvl7pPr indent="-381000" lvl="6" marL="3200400">
              <a:spcBef>
                <a:spcPts val="800"/>
              </a:spcBef>
              <a:spcAft>
                <a:spcPts val="0"/>
              </a:spcAft>
              <a:buSzPts val="2400"/>
              <a:buChar char="•"/>
              <a:defRPr sz="2400"/>
            </a:lvl7pPr>
            <a:lvl8pPr indent="-381000" lvl="7" marL="3657600">
              <a:spcBef>
                <a:spcPts val="800"/>
              </a:spcBef>
              <a:spcAft>
                <a:spcPts val="0"/>
              </a:spcAft>
              <a:buSzPts val="2400"/>
              <a:buChar char="•"/>
              <a:defRPr sz="2400"/>
            </a:lvl8pPr>
            <a:lvl9pPr indent="-381000" lvl="8" marL="4114800">
              <a:spcBef>
                <a:spcPts val="800"/>
              </a:spcBef>
              <a:spcAft>
                <a:spcPts val="0"/>
              </a:spcAft>
              <a:buSzPts val="2400"/>
              <a:buChar char="•"/>
              <a:defRPr sz="2400"/>
            </a:lvl9pPr>
          </a:lstStyle>
          <a:p/>
        </p:txBody>
      </p:sp>
      <p:sp>
        <p:nvSpPr>
          <p:cNvPr id="319" name="Google Shape;319;p38"/>
          <p:cNvSpPr txBox="1"/>
          <p:nvPr>
            <p:ph idx="2" type="body"/>
          </p:nvPr>
        </p:nvSpPr>
        <p:spPr>
          <a:xfrm>
            <a:off x="6338063" y="2743200"/>
            <a:ext cx="53952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381000" lvl="2" marL="1371600">
              <a:spcBef>
                <a:spcPts val="1200"/>
              </a:spcBef>
              <a:spcAft>
                <a:spcPts val="0"/>
              </a:spcAft>
              <a:buSzPts val="2400"/>
              <a:buChar char="•"/>
              <a:defRPr sz="2400"/>
            </a:lvl3pPr>
            <a:lvl4pPr indent="-381000" lvl="3" marL="1828800">
              <a:spcBef>
                <a:spcPts val="1200"/>
              </a:spcBef>
              <a:spcAft>
                <a:spcPts val="0"/>
              </a:spcAft>
              <a:buSzPts val="2400"/>
              <a:buChar char="•"/>
              <a:defRPr sz="2400"/>
            </a:lvl4pPr>
            <a:lvl5pPr indent="-381000" lvl="4" marL="2286000">
              <a:spcBef>
                <a:spcPts val="1200"/>
              </a:spcBef>
              <a:spcAft>
                <a:spcPts val="0"/>
              </a:spcAft>
              <a:buSzPts val="2400"/>
              <a:buChar char="•"/>
              <a:defRPr sz="2400"/>
            </a:lvl5pPr>
            <a:lvl6pPr indent="-381000" lvl="5" marL="2743200">
              <a:spcBef>
                <a:spcPts val="1200"/>
              </a:spcBef>
              <a:spcAft>
                <a:spcPts val="0"/>
              </a:spcAft>
              <a:buSzPts val="2400"/>
              <a:buChar char="•"/>
              <a:defRPr sz="2400"/>
            </a:lvl6pPr>
            <a:lvl7pPr indent="-381000" lvl="6" marL="3200400">
              <a:spcBef>
                <a:spcPts val="800"/>
              </a:spcBef>
              <a:spcAft>
                <a:spcPts val="0"/>
              </a:spcAft>
              <a:buSzPts val="2400"/>
              <a:buChar char="•"/>
              <a:defRPr sz="2400"/>
            </a:lvl7pPr>
            <a:lvl8pPr indent="-381000" lvl="7" marL="3657600">
              <a:spcBef>
                <a:spcPts val="800"/>
              </a:spcBef>
              <a:spcAft>
                <a:spcPts val="0"/>
              </a:spcAft>
              <a:buSzPts val="2400"/>
              <a:buChar char="•"/>
              <a:defRPr sz="2400"/>
            </a:lvl8pPr>
            <a:lvl9pPr indent="-381000" lvl="8" marL="4114800">
              <a:spcBef>
                <a:spcPts val="800"/>
              </a:spcBef>
              <a:spcAft>
                <a:spcPts val="0"/>
              </a:spcAft>
              <a:buSzPts val="2400"/>
              <a:buChar char="•"/>
              <a:defRPr sz="2400"/>
            </a:lvl9pPr>
          </a:lstStyle>
          <a:p/>
        </p:txBody>
      </p:sp>
      <p:sp>
        <p:nvSpPr>
          <p:cNvPr id="320" name="Google Shape;320;p38"/>
          <p:cNvSpPr txBox="1"/>
          <p:nvPr>
            <p:ph idx="3" type="body"/>
          </p:nvPr>
        </p:nvSpPr>
        <p:spPr>
          <a:xfrm>
            <a:off x="12255850" y="2743200"/>
            <a:ext cx="53952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381000" lvl="2" marL="1371600">
              <a:spcBef>
                <a:spcPts val="1200"/>
              </a:spcBef>
              <a:spcAft>
                <a:spcPts val="0"/>
              </a:spcAft>
              <a:buSzPts val="2400"/>
              <a:buChar char="•"/>
              <a:defRPr sz="2400"/>
            </a:lvl3pPr>
            <a:lvl4pPr indent="-381000" lvl="3" marL="1828800">
              <a:spcBef>
                <a:spcPts val="1200"/>
              </a:spcBef>
              <a:spcAft>
                <a:spcPts val="0"/>
              </a:spcAft>
              <a:buSzPts val="2400"/>
              <a:buChar char="•"/>
              <a:defRPr sz="2400"/>
            </a:lvl4pPr>
            <a:lvl5pPr indent="-381000" lvl="4" marL="2286000">
              <a:spcBef>
                <a:spcPts val="1200"/>
              </a:spcBef>
              <a:spcAft>
                <a:spcPts val="0"/>
              </a:spcAft>
              <a:buSzPts val="2400"/>
              <a:buChar char="•"/>
              <a:defRPr sz="2400"/>
            </a:lvl5pPr>
            <a:lvl6pPr indent="-381000" lvl="5" marL="2743200">
              <a:spcBef>
                <a:spcPts val="1200"/>
              </a:spcBef>
              <a:spcAft>
                <a:spcPts val="0"/>
              </a:spcAft>
              <a:buSzPts val="2400"/>
              <a:buChar char="•"/>
              <a:defRPr sz="2400"/>
            </a:lvl6pPr>
            <a:lvl7pPr indent="-381000" lvl="6" marL="3200400">
              <a:spcBef>
                <a:spcPts val="800"/>
              </a:spcBef>
              <a:spcAft>
                <a:spcPts val="0"/>
              </a:spcAft>
              <a:buSzPts val="2400"/>
              <a:buChar char="•"/>
              <a:defRPr sz="2400"/>
            </a:lvl7pPr>
            <a:lvl8pPr indent="-381000" lvl="7" marL="3657600">
              <a:spcBef>
                <a:spcPts val="800"/>
              </a:spcBef>
              <a:spcAft>
                <a:spcPts val="0"/>
              </a:spcAft>
              <a:buSzPts val="2400"/>
              <a:buChar char="•"/>
              <a:defRPr sz="2400"/>
            </a:lvl8pPr>
            <a:lvl9pPr indent="-381000" lvl="8" marL="4114800">
              <a:spcBef>
                <a:spcPts val="800"/>
              </a:spcBef>
              <a:spcAft>
                <a:spcPts val="0"/>
              </a:spcAft>
              <a:buSzPts val="2400"/>
              <a:buChar char="•"/>
              <a:defRPr sz="2400"/>
            </a:lvl9pPr>
          </a:lstStyle>
          <a:p/>
        </p:txBody>
      </p:sp>
      <p:sp>
        <p:nvSpPr>
          <p:cNvPr id="321" name="Google Shape;321;p38"/>
          <p:cNvSpPr txBox="1"/>
          <p:nvPr>
            <p:ph idx="12" type="sldNum"/>
          </p:nvPr>
        </p:nvSpPr>
        <p:spPr>
          <a:xfrm>
            <a:off x="16459200" y="9729216"/>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22" name="Google Shape;322;p38"/>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23" name="Google Shape;323;p38"/>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24" name="Google Shape;324;p38"/>
          <p:cNvSpPr txBox="1"/>
          <p:nvPr>
            <p:ph idx="4"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1200"/>
              </a:spcBef>
              <a:spcAft>
                <a:spcPts val="0"/>
              </a:spcAft>
              <a:buClr>
                <a:srgbClr val="5B5B5B"/>
              </a:buClr>
              <a:buSzPts val="3000"/>
              <a:buNone/>
              <a:defRPr>
                <a:solidFill>
                  <a:srgbClr val="5B5B5B"/>
                </a:solidFill>
              </a:defRPr>
            </a:lvl3pPr>
            <a:lvl4pPr lvl="3">
              <a:spcBef>
                <a:spcPts val="1200"/>
              </a:spcBef>
              <a:spcAft>
                <a:spcPts val="0"/>
              </a:spcAft>
              <a:buClr>
                <a:srgbClr val="5B5B5B"/>
              </a:buClr>
              <a:buSzPts val="2800"/>
              <a:buNone/>
              <a:defRPr>
                <a:solidFill>
                  <a:srgbClr val="5B5B5B"/>
                </a:solidFill>
              </a:defRPr>
            </a:lvl4pPr>
            <a:lvl5pPr lvl="4">
              <a:spcBef>
                <a:spcPts val="1200"/>
              </a:spcBef>
              <a:spcAft>
                <a:spcPts val="0"/>
              </a:spcAft>
              <a:buClr>
                <a:srgbClr val="5B5B5B"/>
              </a:buClr>
              <a:buSzPts val="2800"/>
              <a:buNone/>
              <a:defRPr>
                <a:solidFill>
                  <a:srgbClr val="5B5B5B"/>
                </a:solidFill>
              </a:defRPr>
            </a:lvl5pPr>
            <a:lvl6pPr lvl="5">
              <a:spcBef>
                <a:spcPts val="1200"/>
              </a:spcBef>
              <a:spcAft>
                <a:spcPts val="0"/>
              </a:spcAft>
              <a:buClr>
                <a:srgbClr val="5B5B5B"/>
              </a:buClr>
              <a:buSzPts val="2800"/>
              <a:buNone/>
              <a:defRPr>
                <a:solidFill>
                  <a:srgbClr val="5B5B5B"/>
                </a:solidFill>
              </a:defRPr>
            </a:lvl6pPr>
            <a:lvl7pPr lvl="6">
              <a:spcBef>
                <a:spcPts val="800"/>
              </a:spcBef>
              <a:spcAft>
                <a:spcPts val="0"/>
              </a:spcAft>
              <a:buClr>
                <a:srgbClr val="5B5B5B"/>
              </a:buClr>
              <a:buSzPts val="2800"/>
              <a:buNone/>
              <a:defRPr>
                <a:solidFill>
                  <a:srgbClr val="5B5B5B"/>
                </a:solidFill>
              </a:defRPr>
            </a:lvl7pPr>
            <a:lvl8pPr lvl="7">
              <a:spcBef>
                <a:spcPts val="800"/>
              </a:spcBef>
              <a:spcAft>
                <a:spcPts val="0"/>
              </a:spcAft>
              <a:buClr>
                <a:srgbClr val="5B5B5B"/>
              </a:buClr>
              <a:buSzPts val="2800"/>
              <a:buNone/>
              <a:defRPr>
                <a:solidFill>
                  <a:srgbClr val="5B5B5B"/>
                </a:solidFill>
              </a:defRPr>
            </a:lvl8pPr>
            <a:lvl9pPr lvl="8">
              <a:spcBef>
                <a:spcPts val="800"/>
              </a:spcBef>
              <a:spcAft>
                <a:spcPts val="0"/>
              </a:spcAft>
              <a:buClr>
                <a:srgbClr val="5B5B5B"/>
              </a:buClr>
              <a:buSzPts val="2800"/>
              <a:buNone/>
              <a:defRPr>
                <a:solidFill>
                  <a:srgbClr val="5B5B5B"/>
                </a:solidFill>
              </a:defRPr>
            </a:lvl9pPr>
          </a:lstStyle>
          <a:p/>
        </p:txBody>
      </p:sp>
      <p:sp>
        <p:nvSpPr>
          <p:cNvPr id="325" name="Google Shape;325;p38"/>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993">
          <p15:clr>
            <a:srgbClr val="FA7B17"/>
          </p15:clr>
        </p15:guide>
        <p15:guide id="2" pos="3813">
          <p15:clr>
            <a:srgbClr val="FA7B17"/>
          </p15:clr>
        </p15:guide>
        <p15:guide id="3" pos="7517">
          <p15:clr>
            <a:srgbClr val="FA7B17"/>
          </p15:clr>
        </p15:guide>
        <p15:guide id="4" pos="7720">
          <p15:clr>
            <a:srgbClr val="FA7B17"/>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1">
  <p:cSld name="One Column Layout_1_1_1">
    <p:spTree>
      <p:nvGrpSpPr>
        <p:cNvPr id="326" name="Shape 326"/>
        <p:cNvGrpSpPr/>
        <p:nvPr/>
      </p:nvGrpSpPr>
      <p:grpSpPr>
        <a:xfrm>
          <a:off x="0" y="0"/>
          <a:ext cx="0" cy="0"/>
          <a:chOff x="0" y="0"/>
          <a:chExt cx="0" cy="0"/>
        </a:xfrm>
      </p:grpSpPr>
      <p:sp>
        <p:nvSpPr>
          <p:cNvPr id="327" name="Google Shape;327;p39"/>
          <p:cNvSpPr/>
          <p:nvPr/>
        </p:nvSpPr>
        <p:spPr>
          <a:xfrm>
            <a:off x="914390" y="9693015"/>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28" name="Google Shape;328;p39"/>
          <p:cNvSpPr txBox="1"/>
          <p:nvPr>
            <p:ph idx="12" type="sldNum"/>
          </p:nvPr>
        </p:nvSpPr>
        <p:spPr>
          <a:xfrm>
            <a:off x="16459200" y="9729216"/>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29" name="Google Shape;329;p39"/>
          <p:cNvSpPr txBox="1"/>
          <p:nvPr>
            <p:ph type="title"/>
          </p:nvPr>
        </p:nvSpPr>
        <p:spPr>
          <a:xfrm>
            <a:off x="731501" y="548640"/>
            <a:ext cx="16696800" cy="731400"/>
          </a:xfrm>
          <a:prstGeom prst="rect">
            <a:avLst/>
          </a:prstGeom>
        </p:spPr>
        <p:txBody>
          <a:bodyPr anchorCtr="0" anchor="t" bIns="182900" lIns="182900" spcFirstLastPara="1" rIns="182900" wrap="square" tIns="182900">
            <a:noAutofit/>
          </a:bodyPr>
          <a:lstStyle>
            <a:lvl1pPr lvl="0">
              <a:spcBef>
                <a:spcPts val="0"/>
              </a:spcBef>
              <a:spcAft>
                <a:spcPts val="0"/>
              </a:spcAft>
              <a:buSzPts val="5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0" name="Google Shape;330;p39"/>
          <p:cNvSpPr txBox="1"/>
          <p:nvPr>
            <p:ph idx="1" type="body"/>
          </p:nvPr>
        </p:nvSpPr>
        <p:spPr>
          <a:xfrm>
            <a:off x="731500" y="2743200"/>
            <a:ext cx="38406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406400" lvl="2" marL="1371600">
              <a:spcBef>
                <a:spcPts val="1200"/>
              </a:spcBef>
              <a:spcAft>
                <a:spcPts val="0"/>
              </a:spcAft>
              <a:buSzPts val="2800"/>
              <a:buChar char="•"/>
              <a:defRPr sz="2800"/>
            </a:lvl3pPr>
            <a:lvl4pPr indent="-406400" lvl="3" marL="1828800">
              <a:spcBef>
                <a:spcPts val="1200"/>
              </a:spcBef>
              <a:spcAft>
                <a:spcPts val="0"/>
              </a:spcAft>
              <a:buSzPts val="2800"/>
              <a:buChar char="•"/>
              <a:defRPr sz="2800"/>
            </a:lvl4pPr>
            <a:lvl5pPr indent="-406400" lvl="4" marL="2286000">
              <a:spcBef>
                <a:spcPts val="1200"/>
              </a:spcBef>
              <a:spcAft>
                <a:spcPts val="0"/>
              </a:spcAft>
              <a:buSzPts val="2800"/>
              <a:buChar char="•"/>
              <a:defRPr sz="2800"/>
            </a:lvl5pPr>
            <a:lvl6pPr indent="-406400" lvl="5" marL="2743200">
              <a:spcBef>
                <a:spcPts val="1200"/>
              </a:spcBef>
              <a:spcAft>
                <a:spcPts val="0"/>
              </a:spcAft>
              <a:buSzPts val="2800"/>
              <a:buChar char="•"/>
              <a:defRPr sz="2800"/>
            </a:lvl6pPr>
            <a:lvl7pPr indent="-406400" lvl="6" marL="3200400">
              <a:spcBef>
                <a:spcPts val="800"/>
              </a:spcBef>
              <a:spcAft>
                <a:spcPts val="0"/>
              </a:spcAft>
              <a:buSzPts val="2800"/>
              <a:buChar char="•"/>
              <a:defRPr sz="2800"/>
            </a:lvl7pPr>
            <a:lvl8pPr indent="-406400" lvl="7" marL="3657600">
              <a:spcBef>
                <a:spcPts val="800"/>
              </a:spcBef>
              <a:spcAft>
                <a:spcPts val="0"/>
              </a:spcAft>
              <a:buSzPts val="2800"/>
              <a:buChar char="•"/>
              <a:defRPr sz="2800"/>
            </a:lvl8pPr>
            <a:lvl9pPr indent="-406400" lvl="8" marL="4114800">
              <a:spcBef>
                <a:spcPts val="800"/>
              </a:spcBef>
              <a:spcAft>
                <a:spcPts val="0"/>
              </a:spcAft>
              <a:buSzPts val="2800"/>
              <a:buChar char="•"/>
              <a:defRPr sz="2800"/>
            </a:lvl9pPr>
          </a:lstStyle>
          <a:p/>
        </p:txBody>
      </p:sp>
      <p:sp>
        <p:nvSpPr>
          <p:cNvPr id="331" name="Google Shape;331;p39"/>
          <p:cNvSpPr txBox="1"/>
          <p:nvPr>
            <p:ph idx="2" type="body"/>
          </p:nvPr>
        </p:nvSpPr>
        <p:spPr>
          <a:xfrm>
            <a:off x="4918817" y="2743200"/>
            <a:ext cx="38406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406400" lvl="2" marL="1371600">
              <a:spcBef>
                <a:spcPts val="1200"/>
              </a:spcBef>
              <a:spcAft>
                <a:spcPts val="0"/>
              </a:spcAft>
              <a:buSzPts val="2800"/>
              <a:buChar char="•"/>
              <a:defRPr sz="2800"/>
            </a:lvl3pPr>
            <a:lvl4pPr indent="-406400" lvl="3" marL="1828800">
              <a:spcBef>
                <a:spcPts val="1200"/>
              </a:spcBef>
              <a:spcAft>
                <a:spcPts val="0"/>
              </a:spcAft>
              <a:buSzPts val="2800"/>
              <a:buChar char="•"/>
              <a:defRPr sz="2800"/>
            </a:lvl4pPr>
            <a:lvl5pPr indent="-406400" lvl="4" marL="2286000">
              <a:spcBef>
                <a:spcPts val="1200"/>
              </a:spcBef>
              <a:spcAft>
                <a:spcPts val="0"/>
              </a:spcAft>
              <a:buSzPts val="2800"/>
              <a:buChar char="•"/>
              <a:defRPr sz="2800"/>
            </a:lvl5pPr>
            <a:lvl6pPr indent="-406400" lvl="5" marL="2743200">
              <a:spcBef>
                <a:spcPts val="1200"/>
              </a:spcBef>
              <a:spcAft>
                <a:spcPts val="0"/>
              </a:spcAft>
              <a:buSzPts val="2800"/>
              <a:buChar char="•"/>
              <a:defRPr sz="2800"/>
            </a:lvl6pPr>
            <a:lvl7pPr indent="-406400" lvl="6" marL="3200400">
              <a:spcBef>
                <a:spcPts val="800"/>
              </a:spcBef>
              <a:spcAft>
                <a:spcPts val="0"/>
              </a:spcAft>
              <a:buSzPts val="2800"/>
              <a:buChar char="•"/>
              <a:defRPr sz="2800"/>
            </a:lvl7pPr>
            <a:lvl8pPr indent="-406400" lvl="7" marL="3657600">
              <a:spcBef>
                <a:spcPts val="800"/>
              </a:spcBef>
              <a:spcAft>
                <a:spcPts val="0"/>
              </a:spcAft>
              <a:buSzPts val="2800"/>
              <a:buChar char="•"/>
              <a:defRPr sz="2800"/>
            </a:lvl8pPr>
            <a:lvl9pPr indent="-406400" lvl="8" marL="4114800">
              <a:spcBef>
                <a:spcPts val="800"/>
              </a:spcBef>
              <a:spcAft>
                <a:spcPts val="0"/>
              </a:spcAft>
              <a:buSzPts val="2800"/>
              <a:buChar char="•"/>
              <a:defRPr sz="2800"/>
            </a:lvl9pPr>
          </a:lstStyle>
          <a:p/>
        </p:txBody>
      </p:sp>
      <p:sp>
        <p:nvSpPr>
          <p:cNvPr id="332" name="Google Shape;332;p39"/>
          <p:cNvSpPr txBox="1"/>
          <p:nvPr>
            <p:ph idx="3" type="body"/>
          </p:nvPr>
        </p:nvSpPr>
        <p:spPr>
          <a:xfrm>
            <a:off x="9346383" y="2743200"/>
            <a:ext cx="38406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406400" lvl="2" marL="1371600">
              <a:spcBef>
                <a:spcPts val="1200"/>
              </a:spcBef>
              <a:spcAft>
                <a:spcPts val="0"/>
              </a:spcAft>
              <a:buSzPts val="2800"/>
              <a:buChar char="•"/>
              <a:defRPr sz="2800"/>
            </a:lvl3pPr>
            <a:lvl4pPr indent="-406400" lvl="3" marL="1828800">
              <a:spcBef>
                <a:spcPts val="1200"/>
              </a:spcBef>
              <a:spcAft>
                <a:spcPts val="0"/>
              </a:spcAft>
              <a:buSzPts val="2800"/>
              <a:buChar char="•"/>
              <a:defRPr sz="2800"/>
            </a:lvl4pPr>
            <a:lvl5pPr indent="-406400" lvl="4" marL="2286000">
              <a:spcBef>
                <a:spcPts val="1200"/>
              </a:spcBef>
              <a:spcAft>
                <a:spcPts val="0"/>
              </a:spcAft>
              <a:buSzPts val="2800"/>
              <a:buChar char="•"/>
              <a:defRPr sz="2800"/>
            </a:lvl5pPr>
            <a:lvl6pPr indent="-406400" lvl="5" marL="2743200">
              <a:spcBef>
                <a:spcPts val="1200"/>
              </a:spcBef>
              <a:spcAft>
                <a:spcPts val="0"/>
              </a:spcAft>
              <a:buSzPts val="2800"/>
              <a:buChar char="•"/>
              <a:defRPr sz="2800"/>
            </a:lvl6pPr>
            <a:lvl7pPr indent="-406400" lvl="6" marL="3200400">
              <a:spcBef>
                <a:spcPts val="800"/>
              </a:spcBef>
              <a:spcAft>
                <a:spcPts val="0"/>
              </a:spcAft>
              <a:buSzPts val="2800"/>
              <a:buChar char="•"/>
              <a:defRPr sz="2800"/>
            </a:lvl7pPr>
            <a:lvl8pPr indent="-406400" lvl="7" marL="3657600">
              <a:spcBef>
                <a:spcPts val="800"/>
              </a:spcBef>
              <a:spcAft>
                <a:spcPts val="0"/>
              </a:spcAft>
              <a:buSzPts val="2800"/>
              <a:buChar char="•"/>
              <a:defRPr sz="2800"/>
            </a:lvl8pPr>
            <a:lvl9pPr indent="-406400" lvl="8" marL="4114800">
              <a:spcBef>
                <a:spcPts val="800"/>
              </a:spcBef>
              <a:spcAft>
                <a:spcPts val="0"/>
              </a:spcAft>
              <a:buSzPts val="2800"/>
              <a:buChar char="•"/>
              <a:defRPr sz="2800"/>
            </a:lvl9pPr>
          </a:lstStyle>
          <a:p/>
        </p:txBody>
      </p:sp>
      <p:sp>
        <p:nvSpPr>
          <p:cNvPr id="333" name="Google Shape;333;p39"/>
          <p:cNvSpPr txBox="1"/>
          <p:nvPr>
            <p:ph idx="4" type="body"/>
          </p:nvPr>
        </p:nvSpPr>
        <p:spPr>
          <a:xfrm>
            <a:off x="13774000" y="2743200"/>
            <a:ext cx="38406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406400" lvl="2" marL="1371600">
              <a:spcBef>
                <a:spcPts val="1200"/>
              </a:spcBef>
              <a:spcAft>
                <a:spcPts val="0"/>
              </a:spcAft>
              <a:buSzPts val="2800"/>
              <a:buChar char="•"/>
              <a:defRPr sz="2800"/>
            </a:lvl3pPr>
            <a:lvl4pPr indent="-406400" lvl="3" marL="1828800">
              <a:spcBef>
                <a:spcPts val="1200"/>
              </a:spcBef>
              <a:spcAft>
                <a:spcPts val="0"/>
              </a:spcAft>
              <a:buSzPts val="2800"/>
              <a:buChar char="•"/>
              <a:defRPr sz="2800"/>
            </a:lvl4pPr>
            <a:lvl5pPr indent="-406400" lvl="4" marL="2286000">
              <a:spcBef>
                <a:spcPts val="1200"/>
              </a:spcBef>
              <a:spcAft>
                <a:spcPts val="0"/>
              </a:spcAft>
              <a:buSzPts val="2800"/>
              <a:buChar char="•"/>
              <a:defRPr sz="2800"/>
            </a:lvl5pPr>
            <a:lvl6pPr indent="-406400" lvl="5" marL="2743200">
              <a:spcBef>
                <a:spcPts val="1200"/>
              </a:spcBef>
              <a:spcAft>
                <a:spcPts val="0"/>
              </a:spcAft>
              <a:buSzPts val="2800"/>
              <a:buChar char="•"/>
              <a:defRPr sz="2800"/>
            </a:lvl6pPr>
            <a:lvl7pPr indent="-406400" lvl="6" marL="3200400">
              <a:spcBef>
                <a:spcPts val="800"/>
              </a:spcBef>
              <a:spcAft>
                <a:spcPts val="0"/>
              </a:spcAft>
              <a:buSzPts val="2800"/>
              <a:buChar char="•"/>
              <a:defRPr sz="2800"/>
            </a:lvl7pPr>
            <a:lvl8pPr indent="-406400" lvl="7" marL="3657600">
              <a:spcBef>
                <a:spcPts val="800"/>
              </a:spcBef>
              <a:spcAft>
                <a:spcPts val="0"/>
              </a:spcAft>
              <a:buSzPts val="2800"/>
              <a:buChar char="•"/>
              <a:defRPr sz="2800"/>
            </a:lvl8pPr>
            <a:lvl9pPr indent="-406400" lvl="8" marL="4114800">
              <a:spcBef>
                <a:spcPts val="800"/>
              </a:spcBef>
              <a:spcAft>
                <a:spcPts val="0"/>
              </a:spcAft>
              <a:buSzPts val="2800"/>
              <a:buChar char="•"/>
              <a:defRPr sz="2800"/>
            </a:lvl9pPr>
          </a:lstStyle>
          <a:p/>
        </p:txBody>
      </p:sp>
      <p:sp>
        <p:nvSpPr>
          <p:cNvPr id="334" name="Google Shape;334;p39"/>
          <p:cNvSpPr/>
          <p:nvPr/>
        </p:nvSpPr>
        <p:spPr>
          <a:xfrm>
            <a:off x="1321280" y="9734185"/>
            <a:ext cx="29466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35" name="Google Shape;335;p39"/>
          <p:cNvSpPr txBox="1"/>
          <p:nvPr>
            <p:ph idx="5"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1200"/>
              </a:spcBef>
              <a:spcAft>
                <a:spcPts val="0"/>
              </a:spcAft>
              <a:buClr>
                <a:srgbClr val="5B5B5B"/>
              </a:buClr>
              <a:buSzPts val="3000"/>
              <a:buNone/>
              <a:defRPr>
                <a:solidFill>
                  <a:srgbClr val="5B5B5B"/>
                </a:solidFill>
              </a:defRPr>
            </a:lvl3pPr>
            <a:lvl4pPr lvl="3">
              <a:spcBef>
                <a:spcPts val="1200"/>
              </a:spcBef>
              <a:spcAft>
                <a:spcPts val="0"/>
              </a:spcAft>
              <a:buClr>
                <a:srgbClr val="5B5B5B"/>
              </a:buClr>
              <a:buSzPts val="2800"/>
              <a:buNone/>
              <a:defRPr>
                <a:solidFill>
                  <a:srgbClr val="5B5B5B"/>
                </a:solidFill>
              </a:defRPr>
            </a:lvl4pPr>
            <a:lvl5pPr lvl="4">
              <a:spcBef>
                <a:spcPts val="1200"/>
              </a:spcBef>
              <a:spcAft>
                <a:spcPts val="0"/>
              </a:spcAft>
              <a:buClr>
                <a:srgbClr val="5B5B5B"/>
              </a:buClr>
              <a:buSzPts val="2800"/>
              <a:buNone/>
              <a:defRPr>
                <a:solidFill>
                  <a:srgbClr val="5B5B5B"/>
                </a:solidFill>
              </a:defRPr>
            </a:lvl5pPr>
            <a:lvl6pPr lvl="5">
              <a:spcBef>
                <a:spcPts val="1200"/>
              </a:spcBef>
              <a:spcAft>
                <a:spcPts val="0"/>
              </a:spcAft>
              <a:buClr>
                <a:srgbClr val="5B5B5B"/>
              </a:buClr>
              <a:buSzPts val="2800"/>
              <a:buNone/>
              <a:defRPr>
                <a:solidFill>
                  <a:srgbClr val="5B5B5B"/>
                </a:solidFill>
              </a:defRPr>
            </a:lvl6pPr>
            <a:lvl7pPr lvl="6">
              <a:spcBef>
                <a:spcPts val="800"/>
              </a:spcBef>
              <a:spcAft>
                <a:spcPts val="0"/>
              </a:spcAft>
              <a:buClr>
                <a:srgbClr val="5B5B5B"/>
              </a:buClr>
              <a:buSzPts val="2800"/>
              <a:buNone/>
              <a:defRPr>
                <a:solidFill>
                  <a:srgbClr val="5B5B5B"/>
                </a:solidFill>
              </a:defRPr>
            </a:lvl7pPr>
            <a:lvl8pPr lvl="7">
              <a:spcBef>
                <a:spcPts val="800"/>
              </a:spcBef>
              <a:spcAft>
                <a:spcPts val="0"/>
              </a:spcAft>
              <a:buClr>
                <a:srgbClr val="5B5B5B"/>
              </a:buClr>
              <a:buSzPts val="2800"/>
              <a:buNone/>
              <a:defRPr>
                <a:solidFill>
                  <a:srgbClr val="5B5B5B"/>
                </a:solidFill>
              </a:defRPr>
            </a:lvl8pPr>
            <a:lvl9pPr lvl="8">
              <a:spcBef>
                <a:spcPts val="800"/>
              </a:spcBef>
              <a:spcAft>
                <a:spcPts val="0"/>
              </a:spcAft>
              <a:buClr>
                <a:srgbClr val="5B5B5B"/>
              </a:buClr>
              <a:buSzPts val="2800"/>
              <a:buNone/>
              <a:defRPr>
                <a:solidFill>
                  <a:srgbClr val="5B5B5B"/>
                </a:solidFill>
              </a:defRPr>
            </a:lvl9pPr>
          </a:lstStyle>
          <a:p/>
        </p:txBody>
      </p:sp>
      <p:sp>
        <p:nvSpPr>
          <p:cNvPr id="336" name="Google Shape;336;p39"/>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2844">
          <p15:clr>
            <a:srgbClr val="FA7B17"/>
          </p15:clr>
        </p15:guide>
        <p15:guide id="2" pos="8422">
          <p15:clr>
            <a:srgbClr val="FA7B17"/>
          </p15:clr>
        </p15:guide>
        <p15:guide id="3" pos="3098">
          <p15:clr>
            <a:srgbClr val="FA7B17"/>
          </p15:clr>
        </p15:guide>
        <p15:guide id="4" pos="5632">
          <p15:clr>
            <a:srgbClr val="FA7B17"/>
          </p15:clr>
        </p15:guide>
        <p15:guide id="5" pos="5887">
          <p15:clr>
            <a:srgbClr val="FA7B17"/>
          </p15:clr>
        </p15:guide>
        <p15:guide id="6" pos="8677">
          <p15:clr>
            <a:srgbClr val="FA7B17"/>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1">
  <p:cSld name="Multi-use layout_1_1_1">
    <p:spTree>
      <p:nvGrpSpPr>
        <p:cNvPr id="337" name="Shape 337"/>
        <p:cNvGrpSpPr/>
        <p:nvPr/>
      </p:nvGrpSpPr>
      <p:grpSpPr>
        <a:xfrm>
          <a:off x="0" y="0"/>
          <a:ext cx="0" cy="0"/>
          <a:chOff x="0" y="0"/>
          <a:chExt cx="0" cy="0"/>
        </a:xfrm>
      </p:grpSpPr>
      <p:pic>
        <p:nvPicPr>
          <p:cNvPr id="338" name="Google Shape;338;p40"/>
          <p:cNvPicPr preferRelativeResize="0"/>
          <p:nvPr/>
        </p:nvPicPr>
        <p:blipFill rotWithShape="1">
          <a:blip r:embed="rId2">
            <a:alphaModFix/>
          </a:blip>
          <a:srcRect b="0" l="22840" r="0" t="0"/>
          <a:stretch/>
        </p:blipFill>
        <p:spPr>
          <a:xfrm flipH="1">
            <a:off x="15564750" y="5871350"/>
            <a:ext cx="2736300" cy="3862446"/>
          </a:xfrm>
          <a:prstGeom prst="rect">
            <a:avLst/>
          </a:prstGeom>
          <a:noFill/>
          <a:ln>
            <a:noFill/>
          </a:ln>
        </p:spPr>
      </p:pic>
      <p:sp>
        <p:nvSpPr>
          <p:cNvPr id="339" name="Google Shape;339;p40"/>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40" name="Google Shape;340;p40"/>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41" name="Google Shape;341;p40"/>
          <p:cNvSpPr txBox="1"/>
          <p:nvPr>
            <p:ph type="title"/>
          </p:nvPr>
        </p:nvSpPr>
        <p:spPr>
          <a:xfrm>
            <a:off x="735800" y="548646"/>
            <a:ext cx="16689600" cy="731400"/>
          </a:xfrm>
          <a:prstGeom prst="rect">
            <a:avLst/>
          </a:prstGeom>
        </p:spPr>
        <p:txBody>
          <a:bodyPr anchorCtr="0" anchor="t" bIns="182900" lIns="182900" spcFirstLastPara="1" rIns="182900" wrap="square" tIns="182900">
            <a:noAutofit/>
          </a:bodyPr>
          <a:lstStyle>
            <a:lvl1pPr lvl="0">
              <a:spcBef>
                <a:spcPts val="0"/>
              </a:spcBef>
              <a:spcAft>
                <a:spcPts val="0"/>
              </a:spcAft>
              <a:buSzPts val="5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2" name="Google Shape;342;p40"/>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1200"/>
              </a:spcBef>
              <a:spcAft>
                <a:spcPts val="0"/>
              </a:spcAft>
              <a:buClr>
                <a:srgbClr val="5B5B5B"/>
              </a:buClr>
              <a:buSzPts val="3000"/>
              <a:buNone/>
              <a:defRPr>
                <a:solidFill>
                  <a:srgbClr val="5B5B5B"/>
                </a:solidFill>
              </a:defRPr>
            </a:lvl3pPr>
            <a:lvl4pPr lvl="3">
              <a:spcBef>
                <a:spcPts val="1200"/>
              </a:spcBef>
              <a:spcAft>
                <a:spcPts val="0"/>
              </a:spcAft>
              <a:buClr>
                <a:srgbClr val="5B5B5B"/>
              </a:buClr>
              <a:buSzPts val="2800"/>
              <a:buNone/>
              <a:defRPr>
                <a:solidFill>
                  <a:srgbClr val="5B5B5B"/>
                </a:solidFill>
              </a:defRPr>
            </a:lvl4pPr>
            <a:lvl5pPr lvl="4">
              <a:spcBef>
                <a:spcPts val="1200"/>
              </a:spcBef>
              <a:spcAft>
                <a:spcPts val="0"/>
              </a:spcAft>
              <a:buClr>
                <a:srgbClr val="5B5B5B"/>
              </a:buClr>
              <a:buSzPts val="2800"/>
              <a:buNone/>
              <a:defRPr>
                <a:solidFill>
                  <a:srgbClr val="5B5B5B"/>
                </a:solidFill>
              </a:defRPr>
            </a:lvl5pPr>
            <a:lvl6pPr lvl="5">
              <a:spcBef>
                <a:spcPts val="1200"/>
              </a:spcBef>
              <a:spcAft>
                <a:spcPts val="0"/>
              </a:spcAft>
              <a:buClr>
                <a:srgbClr val="5B5B5B"/>
              </a:buClr>
              <a:buSzPts val="2800"/>
              <a:buNone/>
              <a:defRPr>
                <a:solidFill>
                  <a:srgbClr val="5B5B5B"/>
                </a:solidFill>
              </a:defRPr>
            </a:lvl6pPr>
            <a:lvl7pPr lvl="6">
              <a:spcBef>
                <a:spcPts val="800"/>
              </a:spcBef>
              <a:spcAft>
                <a:spcPts val="0"/>
              </a:spcAft>
              <a:buClr>
                <a:srgbClr val="5B5B5B"/>
              </a:buClr>
              <a:buSzPts val="2800"/>
              <a:buNone/>
              <a:defRPr>
                <a:solidFill>
                  <a:srgbClr val="5B5B5B"/>
                </a:solidFill>
              </a:defRPr>
            </a:lvl7pPr>
            <a:lvl8pPr lvl="7">
              <a:spcBef>
                <a:spcPts val="800"/>
              </a:spcBef>
              <a:spcAft>
                <a:spcPts val="0"/>
              </a:spcAft>
              <a:buClr>
                <a:srgbClr val="5B5B5B"/>
              </a:buClr>
              <a:buSzPts val="2800"/>
              <a:buNone/>
              <a:defRPr>
                <a:solidFill>
                  <a:srgbClr val="5B5B5B"/>
                </a:solidFill>
              </a:defRPr>
            </a:lvl8pPr>
            <a:lvl9pPr lvl="8">
              <a:spcBef>
                <a:spcPts val="800"/>
              </a:spcBef>
              <a:spcAft>
                <a:spcPts val="0"/>
              </a:spcAft>
              <a:buClr>
                <a:srgbClr val="5B5B5B"/>
              </a:buClr>
              <a:buSzPts val="2800"/>
              <a:buNone/>
              <a:defRPr>
                <a:solidFill>
                  <a:srgbClr val="5B5B5B"/>
                </a:solidFill>
              </a:defRPr>
            </a:lvl9pPr>
          </a:lstStyle>
          <a:p/>
        </p:txBody>
      </p:sp>
      <p:sp>
        <p:nvSpPr>
          <p:cNvPr id="343" name="Google Shape;343;p40"/>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44" name="Google Shape;344;p40"/>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45" name="Google Shape;345;p40"/>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351" name="Shape 351"/>
        <p:cNvGrpSpPr/>
        <p:nvPr/>
      </p:nvGrpSpPr>
      <p:grpSpPr>
        <a:xfrm>
          <a:off x="0" y="0"/>
          <a:ext cx="0" cy="0"/>
          <a:chOff x="0" y="0"/>
          <a:chExt cx="0" cy="0"/>
        </a:xfrm>
      </p:grpSpPr>
      <p:sp>
        <p:nvSpPr>
          <p:cNvPr id="352" name="Google Shape;352;p42"/>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53" name="Google Shape;353;p42"/>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54" name="Google Shape;354;p42"/>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355" name="Google Shape;355;p42"/>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56" name="Google Shape;356;p42"/>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57" name="Google Shape;357;p42"/>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58" name="Google Shape;358;p42"/>
          <p:cNvSpPr txBox="1"/>
          <p:nvPr>
            <p:ph type="title"/>
          </p:nvPr>
        </p:nvSpPr>
        <p:spPr>
          <a:xfrm>
            <a:off x="731500" y="548646"/>
            <a:ext cx="16689600" cy="731400"/>
          </a:xfrm>
          <a:prstGeom prst="rect">
            <a:avLst/>
          </a:prstGeom>
        </p:spPr>
        <p:txBody>
          <a:bodyPr anchorCtr="0" anchor="t" bIns="182850" lIns="182850" spcFirstLastPara="1" rIns="182850" wrap="square" tIns="182850">
            <a:noAutofit/>
          </a:bodyPr>
          <a:lstStyle>
            <a:lvl1pPr lvl="0">
              <a:lnSpc>
                <a:spcPct val="85000"/>
              </a:lnSpc>
              <a:spcBef>
                <a:spcPts val="0"/>
              </a:spcBef>
              <a:spcAft>
                <a:spcPts val="0"/>
              </a:spcAft>
              <a:buSzPts val="5200"/>
              <a:buNone/>
              <a:defRPr/>
            </a:lvl1pPr>
            <a:lvl2pPr lvl="1">
              <a:lnSpc>
                <a:spcPct val="85000"/>
              </a:lnSpc>
              <a:spcBef>
                <a:spcPts val="2000"/>
              </a:spcBef>
              <a:spcAft>
                <a:spcPts val="0"/>
              </a:spcAft>
              <a:buSzPts val="2800"/>
              <a:buNone/>
              <a:defRPr/>
            </a:lvl2pPr>
            <a:lvl3pPr lvl="2">
              <a:lnSpc>
                <a:spcPct val="85000"/>
              </a:lnSpc>
              <a:spcBef>
                <a:spcPts val="2000"/>
              </a:spcBef>
              <a:spcAft>
                <a:spcPts val="0"/>
              </a:spcAft>
              <a:buSzPts val="2800"/>
              <a:buNone/>
              <a:defRPr/>
            </a:lvl3pPr>
            <a:lvl4pPr lvl="3">
              <a:lnSpc>
                <a:spcPct val="85000"/>
              </a:lnSpc>
              <a:spcBef>
                <a:spcPts val="2000"/>
              </a:spcBef>
              <a:spcAft>
                <a:spcPts val="0"/>
              </a:spcAft>
              <a:buSzPts val="2800"/>
              <a:buNone/>
              <a:defRPr/>
            </a:lvl4pPr>
            <a:lvl5pPr lvl="4">
              <a:lnSpc>
                <a:spcPct val="85000"/>
              </a:lnSpc>
              <a:spcBef>
                <a:spcPts val="2000"/>
              </a:spcBef>
              <a:spcAft>
                <a:spcPts val="0"/>
              </a:spcAft>
              <a:buSzPts val="2800"/>
              <a:buNone/>
              <a:defRPr/>
            </a:lvl5pPr>
            <a:lvl6pPr lvl="5">
              <a:lnSpc>
                <a:spcPct val="85000"/>
              </a:lnSpc>
              <a:spcBef>
                <a:spcPts val="2000"/>
              </a:spcBef>
              <a:spcAft>
                <a:spcPts val="0"/>
              </a:spcAft>
              <a:buSzPts val="2800"/>
              <a:buNone/>
              <a:defRPr/>
            </a:lvl6pPr>
            <a:lvl7pPr lvl="6">
              <a:lnSpc>
                <a:spcPct val="85000"/>
              </a:lnSpc>
              <a:spcBef>
                <a:spcPts val="2000"/>
              </a:spcBef>
              <a:spcAft>
                <a:spcPts val="0"/>
              </a:spcAft>
              <a:buSzPts val="2800"/>
              <a:buNone/>
              <a:defRPr/>
            </a:lvl7pPr>
            <a:lvl8pPr lvl="7">
              <a:lnSpc>
                <a:spcPct val="85000"/>
              </a:lnSpc>
              <a:spcBef>
                <a:spcPts val="2000"/>
              </a:spcBef>
              <a:spcAft>
                <a:spcPts val="0"/>
              </a:spcAft>
              <a:buSzPts val="2800"/>
              <a:buNone/>
              <a:defRPr/>
            </a:lvl8pPr>
            <a:lvl9pPr lvl="8">
              <a:lnSpc>
                <a:spcPct val="85000"/>
              </a:lnSpc>
              <a:spcBef>
                <a:spcPts val="2000"/>
              </a:spcBef>
              <a:spcAft>
                <a:spcPts val="2000"/>
              </a:spcAft>
              <a:buSzPts val="28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p:cSld name="Multi-use layout_2">
    <p:spTree>
      <p:nvGrpSpPr>
        <p:cNvPr id="359" name="Shape 359"/>
        <p:cNvGrpSpPr/>
        <p:nvPr/>
      </p:nvGrpSpPr>
      <p:grpSpPr>
        <a:xfrm>
          <a:off x="0" y="0"/>
          <a:ext cx="0" cy="0"/>
          <a:chOff x="0" y="0"/>
          <a:chExt cx="0" cy="0"/>
        </a:xfrm>
      </p:grpSpPr>
      <p:sp>
        <p:nvSpPr>
          <p:cNvPr id="360" name="Google Shape;360;p43"/>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61" name="Google Shape;361;p43"/>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62" name="Google Shape;362;p43"/>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363" name="Google Shape;363;p43"/>
          <p:cNvSpPr txBox="1"/>
          <p:nvPr>
            <p:ph idx="1" type="subTitle"/>
          </p:nvPr>
        </p:nvSpPr>
        <p:spPr>
          <a:xfrm>
            <a:off x="731520" y="2244734"/>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364" name="Google Shape;364;p43"/>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65" name="Google Shape;365;p43"/>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66" name="Google Shape;366;p43"/>
          <p:cNvSpPr/>
          <p:nvPr/>
        </p:nvSpPr>
        <p:spPr>
          <a:xfrm>
            <a:off x="0" y="687000"/>
            <a:ext cx="274200" cy="14628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p:cSld name="Multi-use layout_1">
    <p:spTree>
      <p:nvGrpSpPr>
        <p:cNvPr id="367" name="Shape 367"/>
        <p:cNvGrpSpPr/>
        <p:nvPr/>
      </p:nvGrpSpPr>
      <p:grpSpPr>
        <a:xfrm>
          <a:off x="0" y="0"/>
          <a:ext cx="0" cy="0"/>
          <a:chOff x="0" y="0"/>
          <a:chExt cx="0" cy="0"/>
        </a:xfrm>
      </p:grpSpPr>
      <p:grpSp>
        <p:nvGrpSpPr>
          <p:cNvPr id="368" name="Google Shape;368;p44"/>
          <p:cNvGrpSpPr/>
          <p:nvPr/>
        </p:nvGrpSpPr>
        <p:grpSpPr>
          <a:xfrm>
            <a:off x="6" y="7523903"/>
            <a:ext cx="18287993" cy="2743129"/>
            <a:chOff x="-10" y="3735321"/>
            <a:chExt cx="9139427" cy="1408177"/>
          </a:xfrm>
        </p:grpSpPr>
        <p:pic>
          <p:nvPicPr>
            <p:cNvPr id="369" name="Google Shape;369;p44"/>
            <p:cNvPicPr preferRelativeResize="0"/>
            <p:nvPr/>
          </p:nvPicPr>
          <p:blipFill rotWithShape="1">
            <a:blip r:embed="rId2">
              <a:alphaModFix amt="29000"/>
            </a:blip>
            <a:srcRect b="140" l="0" r="0" t="140"/>
            <a:stretch/>
          </p:blipFill>
          <p:spPr>
            <a:xfrm>
              <a:off x="-10" y="3735321"/>
              <a:ext cx="3044952" cy="1408177"/>
            </a:xfrm>
            <a:prstGeom prst="rect">
              <a:avLst/>
            </a:prstGeom>
            <a:noFill/>
            <a:ln>
              <a:noFill/>
            </a:ln>
          </p:spPr>
        </p:pic>
        <p:pic>
          <p:nvPicPr>
            <p:cNvPr id="370" name="Google Shape;370;p44"/>
            <p:cNvPicPr preferRelativeResize="0"/>
            <p:nvPr/>
          </p:nvPicPr>
          <p:blipFill rotWithShape="1">
            <a:blip r:embed="rId3">
              <a:alphaModFix amt="29000"/>
            </a:blip>
            <a:srcRect b="140" l="0" r="0" t="140"/>
            <a:stretch/>
          </p:blipFill>
          <p:spPr>
            <a:xfrm>
              <a:off x="3049515" y="3735321"/>
              <a:ext cx="3044952" cy="1408177"/>
            </a:xfrm>
            <a:prstGeom prst="rect">
              <a:avLst/>
            </a:prstGeom>
            <a:noFill/>
            <a:ln>
              <a:noFill/>
            </a:ln>
          </p:spPr>
        </p:pic>
        <p:pic>
          <p:nvPicPr>
            <p:cNvPr id="371" name="Google Shape;371;p44"/>
            <p:cNvPicPr preferRelativeResize="0"/>
            <p:nvPr/>
          </p:nvPicPr>
          <p:blipFill rotWithShape="1">
            <a:blip r:embed="rId4">
              <a:alphaModFix amt="29000"/>
            </a:blip>
            <a:srcRect b="140" l="0" r="0" t="140"/>
            <a:stretch/>
          </p:blipFill>
          <p:spPr>
            <a:xfrm>
              <a:off x="6094465" y="3735321"/>
              <a:ext cx="3044952" cy="1408177"/>
            </a:xfrm>
            <a:prstGeom prst="rect">
              <a:avLst/>
            </a:prstGeom>
            <a:noFill/>
            <a:ln>
              <a:noFill/>
            </a:ln>
          </p:spPr>
        </p:pic>
      </p:grpSp>
      <p:sp>
        <p:nvSpPr>
          <p:cNvPr id="372" name="Google Shape;372;p44"/>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73" name="Google Shape;373;p4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74" name="Google Shape;374;p44"/>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375" name="Google Shape;375;p44"/>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376" name="Google Shape;376;p44"/>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77" name="Google Shape;377;p44"/>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78" name="Google Shape;378;p44"/>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2">
  <p:cSld name="Multi-use layout_1_1">
    <p:spTree>
      <p:nvGrpSpPr>
        <p:cNvPr id="379" name="Shape 379"/>
        <p:cNvGrpSpPr/>
        <p:nvPr/>
      </p:nvGrpSpPr>
      <p:grpSpPr>
        <a:xfrm>
          <a:off x="0" y="0"/>
          <a:ext cx="0" cy="0"/>
          <a:chOff x="0" y="0"/>
          <a:chExt cx="0" cy="0"/>
        </a:xfrm>
      </p:grpSpPr>
      <p:grpSp>
        <p:nvGrpSpPr>
          <p:cNvPr id="380" name="Google Shape;380;p45"/>
          <p:cNvGrpSpPr/>
          <p:nvPr/>
        </p:nvGrpSpPr>
        <p:grpSpPr>
          <a:xfrm>
            <a:off x="0" y="8741151"/>
            <a:ext cx="18288002" cy="1545849"/>
            <a:chOff x="0" y="4370576"/>
            <a:chExt cx="9144001" cy="772925"/>
          </a:xfrm>
        </p:grpSpPr>
        <p:pic>
          <p:nvPicPr>
            <p:cNvPr id="381" name="Google Shape;381;p45"/>
            <p:cNvPicPr preferRelativeResize="0"/>
            <p:nvPr/>
          </p:nvPicPr>
          <p:blipFill rotWithShape="1">
            <a:blip r:embed="rId2">
              <a:alphaModFix amt="29000"/>
            </a:blip>
            <a:srcRect b="43664" l="0" r="0" t="140"/>
            <a:stretch/>
          </p:blipFill>
          <p:spPr>
            <a:xfrm>
              <a:off x="0" y="4370576"/>
              <a:ext cx="3046476" cy="772925"/>
            </a:xfrm>
            <a:prstGeom prst="rect">
              <a:avLst/>
            </a:prstGeom>
            <a:noFill/>
            <a:ln>
              <a:noFill/>
            </a:ln>
          </p:spPr>
        </p:pic>
        <p:pic>
          <p:nvPicPr>
            <p:cNvPr id="382" name="Google Shape;382;p45"/>
            <p:cNvPicPr preferRelativeResize="0"/>
            <p:nvPr/>
          </p:nvPicPr>
          <p:blipFill rotWithShape="1">
            <a:blip r:embed="rId3">
              <a:alphaModFix amt="29000"/>
            </a:blip>
            <a:srcRect b="43664" l="0" r="0" t="140"/>
            <a:stretch/>
          </p:blipFill>
          <p:spPr>
            <a:xfrm>
              <a:off x="3051050" y="4370576"/>
              <a:ext cx="3046476" cy="772925"/>
            </a:xfrm>
            <a:prstGeom prst="rect">
              <a:avLst/>
            </a:prstGeom>
            <a:noFill/>
            <a:ln>
              <a:noFill/>
            </a:ln>
          </p:spPr>
        </p:pic>
        <p:pic>
          <p:nvPicPr>
            <p:cNvPr id="383" name="Google Shape;383;p45"/>
            <p:cNvPicPr preferRelativeResize="0"/>
            <p:nvPr/>
          </p:nvPicPr>
          <p:blipFill rotWithShape="1">
            <a:blip r:embed="rId4">
              <a:alphaModFix amt="29000"/>
            </a:blip>
            <a:srcRect b="43664" l="0" r="0" t="140"/>
            <a:stretch/>
          </p:blipFill>
          <p:spPr>
            <a:xfrm>
              <a:off x="6097525" y="4370576"/>
              <a:ext cx="3046476" cy="772925"/>
            </a:xfrm>
            <a:prstGeom prst="rect">
              <a:avLst/>
            </a:prstGeom>
            <a:noFill/>
            <a:ln>
              <a:noFill/>
            </a:ln>
          </p:spPr>
        </p:pic>
      </p:grpSp>
      <p:sp>
        <p:nvSpPr>
          <p:cNvPr id="384" name="Google Shape;384;p45"/>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85" name="Google Shape;385;p45"/>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86" name="Google Shape;386;p45"/>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387" name="Google Shape;387;p45"/>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388" name="Google Shape;388;p45"/>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89" name="Google Shape;389;p45"/>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90" name="Google Shape;390;p45"/>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391" name="Shape 391"/>
        <p:cNvGrpSpPr/>
        <p:nvPr/>
      </p:nvGrpSpPr>
      <p:grpSpPr>
        <a:xfrm>
          <a:off x="0" y="0"/>
          <a:ext cx="0" cy="0"/>
          <a:chOff x="0" y="0"/>
          <a:chExt cx="0" cy="0"/>
        </a:xfrm>
      </p:grpSpPr>
      <p:pic>
        <p:nvPicPr>
          <p:cNvPr id="392" name="Google Shape;392;p46"/>
          <p:cNvPicPr preferRelativeResize="0"/>
          <p:nvPr/>
        </p:nvPicPr>
        <p:blipFill rotWithShape="1">
          <a:blip r:embed="rId2">
            <a:alphaModFix/>
          </a:blip>
          <a:srcRect b="0" l="22840" r="0" t="0"/>
          <a:stretch/>
        </p:blipFill>
        <p:spPr>
          <a:xfrm flipH="1">
            <a:off x="15564750" y="5871350"/>
            <a:ext cx="2736300" cy="3862446"/>
          </a:xfrm>
          <a:prstGeom prst="rect">
            <a:avLst/>
          </a:prstGeom>
          <a:noFill/>
          <a:ln>
            <a:noFill/>
          </a:ln>
        </p:spPr>
      </p:pic>
      <p:sp>
        <p:nvSpPr>
          <p:cNvPr id="393" name="Google Shape;393;p46"/>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94" name="Google Shape;394;p46"/>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95" name="Google Shape;395;p46"/>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396" name="Google Shape;396;p46"/>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397" name="Google Shape;397;p46"/>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98" name="Google Shape;398;p46"/>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99" name="Google Shape;399;p46"/>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400" name="Shape 400"/>
        <p:cNvGrpSpPr/>
        <p:nvPr/>
      </p:nvGrpSpPr>
      <p:grpSpPr>
        <a:xfrm>
          <a:off x="0" y="0"/>
          <a:ext cx="0" cy="0"/>
          <a:chOff x="0" y="0"/>
          <a:chExt cx="0" cy="0"/>
        </a:xfrm>
      </p:grpSpPr>
      <p:sp>
        <p:nvSpPr>
          <p:cNvPr id="401" name="Google Shape;401;p47"/>
          <p:cNvSpPr txBox="1"/>
          <p:nvPr>
            <p:ph idx="1" type="body"/>
          </p:nvPr>
        </p:nvSpPr>
        <p:spPr>
          <a:xfrm>
            <a:off x="731500" y="2743200"/>
            <a:ext cx="12522600" cy="6629400"/>
          </a:xfrm>
          <a:prstGeom prst="rect">
            <a:avLst/>
          </a:prstGeom>
          <a:noFill/>
          <a:ln>
            <a:noFill/>
          </a:ln>
        </p:spPr>
        <p:txBody>
          <a:bodyPr anchorCtr="0" anchor="t" bIns="182850" lIns="182850" spcFirstLastPara="1" rIns="182850" wrap="square" tIns="182850">
            <a:spAutoFit/>
          </a:bodyPr>
          <a:lstStyle>
            <a:lvl1pPr indent="-228600" lvl="0" marL="457200" algn="l">
              <a:lnSpc>
                <a:spcPct val="115000"/>
              </a:lnSpc>
              <a:spcBef>
                <a:spcPts val="0"/>
              </a:spcBef>
              <a:spcAft>
                <a:spcPts val="0"/>
              </a:spcAft>
              <a:buSzPts val="3600"/>
              <a:buNone/>
              <a:defRPr/>
            </a:lvl1pPr>
            <a:lvl2pPr indent="-457200" lvl="1" marL="914400" algn="l">
              <a:lnSpc>
                <a:spcPct val="115000"/>
              </a:lnSpc>
              <a:spcBef>
                <a:spcPts val="2000"/>
              </a:spcBef>
              <a:spcAft>
                <a:spcPts val="0"/>
              </a:spcAft>
              <a:buSzPts val="3600"/>
              <a:buChar char="•"/>
              <a:defRPr/>
            </a:lvl2pPr>
            <a:lvl3pPr indent="-406400" lvl="2" marL="1371600" algn="l">
              <a:lnSpc>
                <a:spcPct val="115000"/>
              </a:lnSpc>
              <a:spcBef>
                <a:spcPts val="2000"/>
              </a:spcBef>
              <a:spcAft>
                <a:spcPts val="0"/>
              </a:spcAft>
              <a:buSzPts val="2800"/>
              <a:buChar char="•"/>
              <a:defRPr/>
            </a:lvl3pPr>
            <a:lvl4pPr indent="-406400" lvl="3" marL="1828800" algn="l">
              <a:lnSpc>
                <a:spcPct val="115000"/>
              </a:lnSpc>
              <a:spcBef>
                <a:spcPts val="2000"/>
              </a:spcBef>
              <a:spcAft>
                <a:spcPts val="0"/>
              </a:spcAft>
              <a:buSzPts val="2800"/>
              <a:buChar char="•"/>
              <a:defRPr/>
            </a:lvl4pPr>
            <a:lvl5pPr indent="-406400" lvl="4" marL="2286000" algn="l">
              <a:lnSpc>
                <a:spcPct val="115000"/>
              </a:lnSpc>
              <a:spcBef>
                <a:spcPts val="2000"/>
              </a:spcBef>
              <a:spcAft>
                <a:spcPts val="0"/>
              </a:spcAft>
              <a:buSzPts val="2800"/>
              <a:buChar char="•"/>
              <a:defRPr/>
            </a:lvl5pPr>
            <a:lvl6pPr indent="-406400" lvl="5" marL="2743200" algn="l">
              <a:lnSpc>
                <a:spcPct val="115000"/>
              </a:lnSpc>
              <a:spcBef>
                <a:spcPts val="2000"/>
              </a:spcBef>
              <a:spcAft>
                <a:spcPts val="0"/>
              </a:spcAft>
              <a:buSzPts val="2800"/>
              <a:buChar char="•"/>
              <a:defRPr/>
            </a:lvl6pPr>
            <a:lvl7pPr indent="-406400" lvl="6" marL="3200400" algn="l">
              <a:lnSpc>
                <a:spcPct val="115000"/>
              </a:lnSpc>
              <a:spcBef>
                <a:spcPts val="2000"/>
              </a:spcBef>
              <a:spcAft>
                <a:spcPts val="0"/>
              </a:spcAft>
              <a:buSzPts val="2800"/>
              <a:buChar char="•"/>
              <a:defRPr/>
            </a:lvl7pPr>
            <a:lvl8pPr indent="-406400" lvl="7" marL="3657600" algn="l">
              <a:lnSpc>
                <a:spcPct val="115000"/>
              </a:lnSpc>
              <a:spcBef>
                <a:spcPts val="2000"/>
              </a:spcBef>
              <a:spcAft>
                <a:spcPts val="0"/>
              </a:spcAft>
              <a:buSzPts val="2800"/>
              <a:buChar char="•"/>
              <a:defRPr/>
            </a:lvl8pPr>
            <a:lvl9pPr indent="-406400" lvl="8" marL="4114800" algn="l">
              <a:lnSpc>
                <a:spcPct val="115000"/>
              </a:lnSpc>
              <a:spcBef>
                <a:spcPts val="2000"/>
              </a:spcBef>
              <a:spcAft>
                <a:spcPts val="2000"/>
              </a:spcAft>
              <a:buSzPts val="2800"/>
              <a:buChar char="•"/>
              <a:defRPr/>
            </a:lvl9pPr>
          </a:lstStyle>
          <a:p/>
        </p:txBody>
      </p:sp>
      <p:sp>
        <p:nvSpPr>
          <p:cNvPr id="402" name="Google Shape;402;p47"/>
          <p:cNvSpPr txBox="1"/>
          <p:nvPr>
            <p:ph type="title"/>
          </p:nvPr>
        </p:nvSpPr>
        <p:spPr>
          <a:xfrm>
            <a:off x="731500" y="548645"/>
            <a:ext cx="16642200" cy="731400"/>
          </a:xfrm>
          <a:prstGeom prst="rect">
            <a:avLst/>
          </a:prstGeom>
        </p:spPr>
        <p:txBody>
          <a:bodyPr anchorCtr="0" anchor="t" bIns="182850" lIns="182850" spcFirstLastPara="1" rIns="182850" wrap="square" tIns="182850">
            <a:sp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403" name="Google Shape;403;p47"/>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404" name="Google Shape;404;p47"/>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05" name="Google Shape;405;p47"/>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406" name="Google Shape;406;p47"/>
          <p:cNvSpPr txBox="1"/>
          <p:nvPr>
            <p:ph idx="2"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407" name="Google Shape;407;p47"/>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One Column Layout_1">
    <p:spTree>
      <p:nvGrpSpPr>
        <p:cNvPr id="408" name="Shape 408"/>
        <p:cNvGrpSpPr/>
        <p:nvPr/>
      </p:nvGrpSpPr>
      <p:grpSpPr>
        <a:xfrm>
          <a:off x="0" y="0"/>
          <a:ext cx="0" cy="0"/>
          <a:chOff x="0" y="0"/>
          <a:chExt cx="0" cy="0"/>
        </a:xfrm>
      </p:grpSpPr>
      <p:sp>
        <p:nvSpPr>
          <p:cNvPr id="409" name="Google Shape;409;p48"/>
          <p:cNvSpPr txBox="1"/>
          <p:nvPr>
            <p:ph type="title"/>
          </p:nvPr>
        </p:nvSpPr>
        <p:spPr>
          <a:xfrm>
            <a:off x="731500" y="548646"/>
            <a:ext cx="16696800" cy="731400"/>
          </a:xfrm>
          <a:prstGeom prst="rect">
            <a:avLst/>
          </a:prstGeom>
        </p:spPr>
        <p:txBody>
          <a:bodyPr anchorCtr="0" anchor="t" bIns="182850" lIns="182850" spcFirstLastPara="1" rIns="182850" wrap="square" tIns="182850">
            <a:sp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410" name="Google Shape;410;p48"/>
          <p:cNvSpPr txBox="1"/>
          <p:nvPr>
            <p:ph idx="1" type="body"/>
          </p:nvPr>
        </p:nvSpPr>
        <p:spPr>
          <a:xfrm>
            <a:off x="731500" y="2743201"/>
            <a:ext cx="8320800" cy="6629400"/>
          </a:xfrm>
          <a:prstGeom prst="rect">
            <a:avLst/>
          </a:prstGeom>
        </p:spPr>
        <p:txBody>
          <a:bodyPr anchorCtr="0" anchor="t" bIns="182850" lIns="182850" spcFirstLastPara="1" rIns="182850" wrap="square" tIns="182850">
            <a:spAutoFit/>
          </a:bodyPr>
          <a:lstStyle>
            <a:lvl1pPr indent="-457200" lvl="0" marL="457200">
              <a:spcBef>
                <a:spcPts val="0"/>
              </a:spcBef>
              <a:spcAft>
                <a:spcPts val="0"/>
              </a:spcAft>
              <a:buSzPts val="3600"/>
              <a:buChar char="•"/>
              <a:defRPr/>
            </a:lvl1pPr>
            <a:lvl2pPr indent="-457200" lvl="1" marL="914400">
              <a:spcBef>
                <a:spcPts val="2000"/>
              </a:spcBef>
              <a:spcAft>
                <a:spcPts val="0"/>
              </a:spcAft>
              <a:buSzPts val="3600"/>
              <a:buChar char="•"/>
              <a:defRPr/>
            </a:lvl2pPr>
            <a:lvl3pPr indent="-406400" lvl="2" marL="1371600">
              <a:spcBef>
                <a:spcPts val="2000"/>
              </a:spcBef>
              <a:spcAft>
                <a:spcPts val="0"/>
              </a:spcAft>
              <a:buSzPts val="2800"/>
              <a:buChar char="•"/>
              <a:defRPr/>
            </a:lvl3pPr>
            <a:lvl4pPr indent="-406400" lvl="3" marL="1828800">
              <a:spcBef>
                <a:spcPts val="2000"/>
              </a:spcBef>
              <a:spcAft>
                <a:spcPts val="0"/>
              </a:spcAft>
              <a:buSzPts val="2800"/>
              <a:buChar char="•"/>
              <a:defRPr/>
            </a:lvl4pPr>
            <a:lvl5pPr indent="-406400" lvl="4" marL="2286000">
              <a:spcBef>
                <a:spcPts val="2000"/>
              </a:spcBef>
              <a:spcAft>
                <a:spcPts val="0"/>
              </a:spcAft>
              <a:buSzPts val="2800"/>
              <a:buChar char="•"/>
              <a:defRPr/>
            </a:lvl5pPr>
            <a:lvl6pPr indent="-406400" lvl="5" marL="2743200">
              <a:spcBef>
                <a:spcPts val="2000"/>
              </a:spcBef>
              <a:spcAft>
                <a:spcPts val="0"/>
              </a:spcAft>
              <a:buSzPts val="2800"/>
              <a:buChar char="•"/>
              <a:defRPr/>
            </a:lvl6pPr>
            <a:lvl7pPr indent="-406400" lvl="6" marL="3200400">
              <a:spcBef>
                <a:spcPts val="2000"/>
              </a:spcBef>
              <a:spcAft>
                <a:spcPts val="0"/>
              </a:spcAft>
              <a:buSzPts val="2800"/>
              <a:buChar char="•"/>
              <a:defRPr/>
            </a:lvl7pPr>
            <a:lvl8pPr indent="-406400" lvl="7" marL="3657600">
              <a:spcBef>
                <a:spcPts val="2000"/>
              </a:spcBef>
              <a:spcAft>
                <a:spcPts val="0"/>
              </a:spcAft>
              <a:buSzPts val="2800"/>
              <a:buChar char="•"/>
              <a:defRPr/>
            </a:lvl8pPr>
            <a:lvl9pPr indent="-406400" lvl="8" marL="4114800">
              <a:spcBef>
                <a:spcPts val="2000"/>
              </a:spcBef>
              <a:spcAft>
                <a:spcPts val="2000"/>
              </a:spcAft>
              <a:buSzPts val="2800"/>
              <a:buChar char="•"/>
              <a:defRPr/>
            </a:lvl9pPr>
          </a:lstStyle>
          <a:p/>
        </p:txBody>
      </p:sp>
      <p:sp>
        <p:nvSpPr>
          <p:cNvPr id="411" name="Google Shape;411;p48"/>
          <p:cNvSpPr txBox="1"/>
          <p:nvPr>
            <p:ph idx="2" type="body"/>
          </p:nvPr>
        </p:nvSpPr>
        <p:spPr>
          <a:xfrm>
            <a:off x="9235443" y="2743200"/>
            <a:ext cx="8320800" cy="6629400"/>
          </a:xfrm>
          <a:prstGeom prst="rect">
            <a:avLst/>
          </a:prstGeom>
        </p:spPr>
        <p:txBody>
          <a:bodyPr anchorCtr="0" anchor="t" bIns="182850" lIns="182850" spcFirstLastPara="1" rIns="182850" wrap="square" tIns="182850">
            <a:spAutoFit/>
          </a:bodyPr>
          <a:lstStyle>
            <a:lvl1pPr indent="-457200" lvl="0" marL="457200">
              <a:spcBef>
                <a:spcPts val="0"/>
              </a:spcBef>
              <a:spcAft>
                <a:spcPts val="0"/>
              </a:spcAft>
              <a:buSzPts val="3600"/>
              <a:buChar char="•"/>
              <a:defRPr/>
            </a:lvl1pPr>
            <a:lvl2pPr indent="-457200" lvl="1" marL="914400">
              <a:spcBef>
                <a:spcPts val="2000"/>
              </a:spcBef>
              <a:spcAft>
                <a:spcPts val="0"/>
              </a:spcAft>
              <a:buSzPts val="3600"/>
              <a:buChar char="•"/>
              <a:defRPr/>
            </a:lvl2pPr>
            <a:lvl3pPr indent="-406400" lvl="2" marL="1371600">
              <a:spcBef>
                <a:spcPts val="2000"/>
              </a:spcBef>
              <a:spcAft>
                <a:spcPts val="0"/>
              </a:spcAft>
              <a:buSzPts val="2800"/>
              <a:buChar char="•"/>
              <a:defRPr/>
            </a:lvl3pPr>
            <a:lvl4pPr indent="-406400" lvl="3" marL="1828800">
              <a:spcBef>
                <a:spcPts val="2000"/>
              </a:spcBef>
              <a:spcAft>
                <a:spcPts val="0"/>
              </a:spcAft>
              <a:buSzPts val="2800"/>
              <a:buChar char="•"/>
              <a:defRPr/>
            </a:lvl4pPr>
            <a:lvl5pPr indent="-406400" lvl="4" marL="2286000">
              <a:spcBef>
                <a:spcPts val="2000"/>
              </a:spcBef>
              <a:spcAft>
                <a:spcPts val="0"/>
              </a:spcAft>
              <a:buSzPts val="2800"/>
              <a:buChar char="•"/>
              <a:defRPr/>
            </a:lvl5pPr>
            <a:lvl6pPr indent="-406400" lvl="5" marL="2743200">
              <a:spcBef>
                <a:spcPts val="2000"/>
              </a:spcBef>
              <a:spcAft>
                <a:spcPts val="0"/>
              </a:spcAft>
              <a:buSzPts val="2800"/>
              <a:buChar char="•"/>
              <a:defRPr/>
            </a:lvl6pPr>
            <a:lvl7pPr indent="-406400" lvl="6" marL="3200400">
              <a:spcBef>
                <a:spcPts val="2000"/>
              </a:spcBef>
              <a:spcAft>
                <a:spcPts val="0"/>
              </a:spcAft>
              <a:buSzPts val="2800"/>
              <a:buChar char="•"/>
              <a:defRPr/>
            </a:lvl7pPr>
            <a:lvl8pPr indent="-406400" lvl="7" marL="3657600">
              <a:spcBef>
                <a:spcPts val="2000"/>
              </a:spcBef>
              <a:spcAft>
                <a:spcPts val="0"/>
              </a:spcAft>
              <a:buSzPts val="2800"/>
              <a:buChar char="•"/>
              <a:defRPr/>
            </a:lvl8pPr>
            <a:lvl9pPr indent="-406400" lvl="8" marL="4114800">
              <a:spcBef>
                <a:spcPts val="2000"/>
              </a:spcBef>
              <a:spcAft>
                <a:spcPts val="2000"/>
              </a:spcAft>
              <a:buSzPts val="2800"/>
              <a:buChar char="•"/>
              <a:defRPr/>
            </a:lvl9pPr>
          </a:lstStyle>
          <a:p/>
        </p:txBody>
      </p:sp>
      <p:sp>
        <p:nvSpPr>
          <p:cNvPr id="412" name="Google Shape;412;p48"/>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413" name="Google Shape;413;p48"/>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14" name="Google Shape;414;p48"/>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415" name="Google Shape;415;p48"/>
          <p:cNvSpPr txBox="1"/>
          <p:nvPr>
            <p:ph idx="3"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416" name="Google Shape;416;p48"/>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417" name="Shape 417"/>
        <p:cNvGrpSpPr/>
        <p:nvPr/>
      </p:nvGrpSpPr>
      <p:grpSpPr>
        <a:xfrm>
          <a:off x="0" y="0"/>
          <a:ext cx="0" cy="0"/>
          <a:chOff x="0" y="0"/>
          <a:chExt cx="0" cy="0"/>
        </a:xfrm>
      </p:grpSpPr>
      <p:sp>
        <p:nvSpPr>
          <p:cNvPr id="418" name="Google Shape;418;p49"/>
          <p:cNvSpPr txBox="1"/>
          <p:nvPr>
            <p:ph type="title"/>
          </p:nvPr>
        </p:nvSpPr>
        <p:spPr>
          <a:xfrm>
            <a:off x="731501" y="548640"/>
            <a:ext cx="16715400" cy="731400"/>
          </a:xfrm>
          <a:prstGeom prst="rect">
            <a:avLst/>
          </a:prstGeom>
        </p:spPr>
        <p:txBody>
          <a:bodyPr anchorCtr="0" anchor="t" bIns="182850" lIns="182850" spcFirstLastPara="1" rIns="182850" wrap="square" tIns="182850">
            <a:no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419" name="Google Shape;419;p49"/>
          <p:cNvSpPr txBox="1"/>
          <p:nvPr>
            <p:ph idx="1" type="body"/>
          </p:nvPr>
        </p:nvSpPr>
        <p:spPr>
          <a:xfrm>
            <a:off x="731500" y="2743200"/>
            <a:ext cx="53952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381000" lvl="2" marL="1371600">
              <a:spcBef>
                <a:spcPts val="2000"/>
              </a:spcBef>
              <a:spcAft>
                <a:spcPts val="0"/>
              </a:spcAft>
              <a:buSzPts val="2400"/>
              <a:buChar char="•"/>
              <a:defRPr sz="2400"/>
            </a:lvl3pPr>
            <a:lvl4pPr indent="-381000" lvl="3" marL="1828800">
              <a:spcBef>
                <a:spcPts val="2000"/>
              </a:spcBef>
              <a:spcAft>
                <a:spcPts val="0"/>
              </a:spcAft>
              <a:buSzPts val="2400"/>
              <a:buChar char="•"/>
              <a:defRPr sz="2400"/>
            </a:lvl4pPr>
            <a:lvl5pPr indent="-381000" lvl="4" marL="2286000">
              <a:spcBef>
                <a:spcPts val="2000"/>
              </a:spcBef>
              <a:spcAft>
                <a:spcPts val="0"/>
              </a:spcAft>
              <a:buSzPts val="2400"/>
              <a:buChar char="•"/>
              <a:defRPr sz="2400"/>
            </a:lvl5pPr>
            <a:lvl6pPr indent="-381000" lvl="5" marL="2743200">
              <a:spcBef>
                <a:spcPts val="2000"/>
              </a:spcBef>
              <a:spcAft>
                <a:spcPts val="0"/>
              </a:spcAft>
              <a:buSzPts val="2400"/>
              <a:buChar char="•"/>
              <a:defRPr sz="2400"/>
            </a:lvl6pPr>
            <a:lvl7pPr indent="-381000" lvl="6" marL="3200400">
              <a:spcBef>
                <a:spcPts val="2000"/>
              </a:spcBef>
              <a:spcAft>
                <a:spcPts val="0"/>
              </a:spcAft>
              <a:buSzPts val="2400"/>
              <a:buChar char="•"/>
              <a:defRPr sz="2400"/>
            </a:lvl7pPr>
            <a:lvl8pPr indent="-381000" lvl="7" marL="3657600">
              <a:spcBef>
                <a:spcPts val="2000"/>
              </a:spcBef>
              <a:spcAft>
                <a:spcPts val="0"/>
              </a:spcAft>
              <a:buSzPts val="2400"/>
              <a:buChar char="•"/>
              <a:defRPr sz="2400"/>
            </a:lvl8pPr>
            <a:lvl9pPr indent="-381000" lvl="8" marL="4114800">
              <a:spcBef>
                <a:spcPts val="2000"/>
              </a:spcBef>
              <a:spcAft>
                <a:spcPts val="2000"/>
              </a:spcAft>
              <a:buSzPts val="2400"/>
              <a:buChar char="•"/>
              <a:defRPr sz="2400"/>
            </a:lvl9pPr>
          </a:lstStyle>
          <a:p/>
        </p:txBody>
      </p:sp>
      <p:sp>
        <p:nvSpPr>
          <p:cNvPr id="420" name="Google Shape;420;p49"/>
          <p:cNvSpPr txBox="1"/>
          <p:nvPr>
            <p:ph idx="2" type="body"/>
          </p:nvPr>
        </p:nvSpPr>
        <p:spPr>
          <a:xfrm>
            <a:off x="6338063" y="2743200"/>
            <a:ext cx="53952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381000" lvl="2" marL="1371600">
              <a:spcBef>
                <a:spcPts val="2000"/>
              </a:spcBef>
              <a:spcAft>
                <a:spcPts val="0"/>
              </a:spcAft>
              <a:buSzPts val="2400"/>
              <a:buChar char="•"/>
              <a:defRPr sz="2400"/>
            </a:lvl3pPr>
            <a:lvl4pPr indent="-381000" lvl="3" marL="1828800">
              <a:spcBef>
                <a:spcPts val="2000"/>
              </a:spcBef>
              <a:spcAft>
                <a:spcPts val="0"/>
              </a:spcAft>
              <a:buSzPts val="2400"/>
              <a:buChar char="•"/>
              <a:defRPr sz="2400"/>
            </a:lvl4pPr>
            <a:lvl5pPr indent="-381000" lvl="4" marL="2286000">
              <a:spcBef>
                <a:spcPts val="2000"/>
              </a:spcBef>
              <a:spcAft>
                <a:spcPts val="0"/>
              </a:spcAft>
              <a:buSzPts val="2400"/>
              <a:buChar char="•"/>
              <a:defRPr sz="2400"/>
            </a:lvl5pPr>
            <a:lvl6pPr indent="-381000" lvl="5" marL="2743200">
              <a:spcBef>
                <a:spcPts val="2000"/>
              </a:spcBef>
              <a:spcAft>
                <a:spcPts val="0"/>
              </a:spcAft>
              <a:buSzPts val="2400"/>
              <a:buChar char="•"/>
              <a:defRPr sz="2400"/>
            </a:lvl6pPr>
            <a:lvl7pPr indent="-381000" lvl="6" marL="3200400">
              <a:spcBef>
                <a:spcPts val="2000"/>
              </a:spcBef>
              <a:spcAft>
                <a:spcPts val="0"/>
              </a:spcAft>
              <a:buSzPts val="2400"/>
              <a:buChar char="•"/>
              <a:defRPr sz="2400"/>
            </a:lvl7pPr>
            <a:lvl8pPr indent="-381000" lvl="7" marL="3657600">
              <a:spcBef>
                <a:spcPts val="2000"/>
              </a:spcBef>
              <a:spcAft>
                <a:spcPts val="0"/>
              </a:spcAft>
              <a:buSzPts val="2400"/>
              <a:buChar char="•"/>
              <a:defRPr sz="2400"/>
            </a:lvl8pPr>
            <a:lvl9pPr indent="-381000" lvl="8" marL="4114800">
              <a:spcBef>
                <a:spcPts val="2000"/>
              </a:spcBef>
              <a:spcAft>
                <a:spcPts val="2000"/>
              </a:spcAft>
              <a:buSzPts val="2400"/>
              <a:buChar char="•"/>
              <a:defRPr sz="2400"/>
            </a:lvl9pPr>
          </a:lstStyle>
          <a:p/>
        </p:txBody>
      </p:sp>
      <p:sp>
        <p:nvSpPr>
          <p:cNvPr id="421" name="Google Shape;421;p49"/>
          <p:cNvSpPr txBox="1"/>
          <p:nvPr>
            <p:ph idx="3" type="body"/>
          </p:nvPr>
        </p:nvSpPr>
        <p:spPr>
          <a:xfrm>
            <a:off x="12255850" y="2743200"/>
            <a:ext cx="53952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381000" lvl="2" marL="1371600">
              <a:spcBef>
                <a:spcPts val="2000"/>
              </a:spcBef>
              <a:spcAft>
                <a:spcPts val="0"/>
              </a:spcAft>
              <a:buSzPts val="2400"/>
              <a:buChar char="•"/>
              <a:defRPr sz="2400"/>
            </a:lvl3pPr>
            <a:lvl4pPr indent="-381000" lvl="3" marL="1828800">
              <a:spcBef>
                <a:spcPts val="2000"/>
              </a:spcBef>
              <a:spcAft>
                <a:spcPts val="0"/>
              </a:spcAft>
              <a:buSzPts val="2400"/>
              <a:buChar char="•"/>
              <a:defRPr sz="2400"/>
            </a:lvl4pPr>
            <a:lvl5pPr indent="-381000" lvl="4" marL="2286000">
              <a:spcBef>
                <a:spcPts val="2000"/>
              </a:spcBef>
              <a:spcAft>
                <a:spcPts val="0"/>
              </a:spcAft>
              <a:buSzPts val="2400"/>
              <a:buChar char="•"/>
              <a:defRPr sz="2400"/>
            </a:lvl5pPr>
            <a:lvl6pPr indent="-381000" lvl="5" marL="2743200">
              <a:spcBef>
                <a:spcPts val="2000"/>
              </a:spcBef>
              <a:spcAft>
                <a:spcPts val="0"/>
              </a:spcAft>
              <a:buSzPts val="2400"/>
              <a:buChar char="•"/>
              <a:defRPr sz="2400"/>
            </a:lvl6pPr>
            <a:lvl7pPr indent="-381000" lvl="6" marL="3200400">
              <a:spcBef>
                <a:spcPts val="2000"/>
              </a:spcBef>
              <a:spcAft>
                <a:spcPts val="0"/>
              </a:spcAft>
              <a:buSzPts val="2400"/>
              <a:buChar char="•"/>
              <a:defRPr sz="2400"/>
            </a:lvl7pPr>
            <a:lvl8pPr indent="-381000" lvl="7" marL="3657600">
              <a:spcBef>
                <a:spcPts val="2000"/>
              </a:spcBef>
              <a:spcAft>
                <a:spcPts val="0"/>
              </a:spcAft>
              <a:buSzPts val="2400"/>
              <a:buChar char="•"/>
              <a:defRPr sz="2400"/>
            </a:lvl8pPr>
            <a:lvl9pPr indent="-381000" lvl="8" marL="4114800">
              <a:spcBef>
                <a:spcPts val="2000"/>
              </a:spcBef>
              <a:spcAft>
                <a:spcPts val="2000"/>
              </a:spcAft>
              <a:buSzPts val="2400"/>
              <a:buChar char="•"/>
              <a:defRPr sz="2400"/>
            </a:lvl9pPr>
          </a:lstStyle>
          <a:p/>
        </p:txBody>
      </p:sp>
      <p:sp>
        <p:nvSpPr>
          <p:cNvPr id="422" name="Google Shape;422;p49"/>
          <p:cNvSpPr txBox="1"/>
          <p:nvPr>
            <p:ph idx="12" type="sldNum"/>
          </p:nvPr>
        </p:nvSpPr>
        <p:spPr>
          <a:xfrm>
            <a:off x="16459200" y="9729216"/>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423" name="Google Shape;423;p49"/>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24" name="Google Shape;424;p49"/>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425" name="Google Shape;425;p49"/>
          <p:cNvSpPr txBox="1"/>
          <p:nvPr>
            <p:ph idx="4"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426" name="Google Shape;426;p49"/>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993">
          <p15:clr>
            <a:srgbClr val="FA7B17"/>
          </p15:clr>
        </p15:guide>
        <p15:guide id="2" pos="3813">
          <p15:clr>
            <a:srgbClr val="FA7B17"/>
          </p15:clr>
        </p15:guide>
        <p15:guide id="3" pos="7517">
          <p15:clr>
            <a:srgbClr val="FA7B17"/>
          </p15:clr>
        </p15:guide>
        <p15:guide id="4" pos="7720">
          <p15:clr>
            <a:srgbClr val="FA7B17"/>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427" name="Shape 427"/>
        <p:cNvGrpSpPr/>
        <p:nvPr/>
      </p:nvGrpSpPr>
      <p:grpSpPr>
        <a:xfrm>
          <a:off x="0" y="0"/>
          <a:ext cx="0" cy="0"/>
          <a:chOff x="0" y="0"/>
          <a:chExt cx="0" cy="0"/>
        </a:xfrm>
      </p:grpSpPr>
      <p:sp>
        <p:nvSpPr>
          <p:cNvPr id="428" name="Google Shape;428;p50"/>
          <p:cNvSpPr/>
          <p:nvPr/>
        </p:nvSpPr>
        <p:spPr>
          <a:xfrm>
            <a:off x="914390" y="9693015"/>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29" name="Google Shape;429;p50"/>
          <p:cNvSpPr txBox="1"/>
          <p:nvPr>
            <p:ph idx="12" type="sldNum"/>
          </p:nvPr>
        </p:nvSpPr>
        <p:spPr>
          <a:xfrm>
            <a:off x="16459200" y="9729216"/>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430" name="Google Shape;430;p50"/>
          <p:cNvSpPr txBox="1"/>
          <p:nvPr>
            <p:ph type="title"/>
          </p:nvPr>
        </p:nvSpPr>
        <p:spPr>
          <a:xfrm>
            <a:off x="731501" y="548640"/>
            <a:ext cx="16696800" cy="731400"/>
          </a:xfrm>
          <a:prstGeom prst="rect">
            <a:avLst/>
          </a:prstGeom>
        </p:spPr>
        <p:txBody>
          <a:bodyPr anchorCtr="0" anchor="t" bIns="182850" lIns="182850" spcFirstLastPara="1" rIns="182850" wrap="square" tIns="182850">
            <a:no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431" name="Google Shape;431;p50"/>
          <p:cNvSpPr txBox="1"/>
          <p:nvPr>
            <p:ph idx="1" type="body"/>
          </p:nvPr>
        </p:nvSpPr>
        <p:spPr>
          <a:xfrm>
            <a:off x="731500" y="2743200"/>
            <a:ext cx="38406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406400" lvl="2" marL="1371600">
              <a:spcBef>
                <a:spcPts val="2000"/>
              </a:spcBef>
              <a:spcAft>
                <a:spcPts val="0"/>
              </a:spcAft>
              <a:buSzPts val="2800"/>
              <a:buChar char="•"/>
              <a:defRPr sz="2800"/>
            </a:lvl3pPr>
            <a:lvl4pPr indent="-406400" lvl="3" marL="1828800">
              <a:spcBef>
                <a:spcPts val="2000"/>
              </a:spcBef>
              <a:spcAft>
                <a:spcPts val="0"/>
              </a:spcAft>
              <a:buSzPts val="2800"/>
              <a:buChar char="•"/>
              <a:defRPr sz="2800"/>
            </a:lvl4pPr>
            <a:lvl5pPr indent="-406400" lvl="4" marL="2286000">
              <a:spcBef>
                <a:spcPts val="2000"/>
              </a:spcBef>
              <a:spcAft>
                <a:spcPts val="0"/>
              </a:spcAft>
              <a:buSzPts val="2800"/>
              <a:buChar char="•"/>
              <a:defRPr sz="2800"/>
            </a:lvl5pPr>
            <a:lvl6pPr indent="-406400" lvl="5" marL="2743200">
              <a:spcBef>
                <a:spcPts val="2000"/>
              </a:spcBef>
              <a:spcAft>
                <a:spcPts val="0"/>
              </a:spcAft>
              <a:buSzPts val="2800"/>
              <a:buChar char="•"/>
              <a:defRPr sz="2800"/>
            </a:lvl6pPr>
            <a:lvl7pPr indent="-406400" lvl="6" marL="3200400">
              <a:spcBef>
                <a:spcPts val="2000"/>
              </a:spcBef>
              <a:spcAft>
                <a:spcPts val="0"/>
              </a:spcAft>
              <a:buSzPts val="2800"/>
              <a:buChar char="•"/>
              <a:defRPr sz="2800"/>
            </a:lvl7pPr>
            <a:lvl8pPr indent="-406400" lvl="7" marL="3657600">
              <a:spcBef>
                <a:spcPts val="2000"/>
              </a:spcBef>
              <a:spcAft>
                <a:spcPts val="0"/>
              </a:spcAft>
              <a:buSzPts val="2800"/>
              <a:buChar char="•"/>
              <a:defRPr sz="2800"/>
            </a:lvl8pPr>
            <a:lvl9pPr indent="-406400" lvl="8" marL="4114800">
              <a:spcBef>
                <a:spcPts val="2000"/>
              </a:spcBef>
              <a:spcAft>
                <a:spcPts val="2000"/>
              </a:spcAft>
              <a:buSzPts val="2800"/>
              <a:buChar char="•"/>
              <a:defRPr sz="2800"/>
            </a:lvl9pPr>
          </a:lstStyle>
          <a:p/>
        </p:txBody>
      </p:sp>
      <p:sp>
        <p:nvSpPr>
          <p:cNvPr id="432" name="Google Shape;432;p50"/>
          <p:cNvSpPr txBox="1"/>
          <p:nvPr>
            <p:ph idx="2" type="body"/>
          </p:nvPr>
        </p:nvSpPr>
        <p:spPr>
          <a:xfrm>
            <a:off x="4918817" y="2743200"/>
            <a:ext cx="38406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406400" lvl="2" marL="1371600">
              <a:spcBef>
                <a:spcPts val="2000"/>
              </a:spcBef>
              <a:spcAft>
                <a:spcPts val="0"/>
              </a:spcAft>
              <a:buSzPts val="2800"/>
              <a:buChar char="•"/>
              <a:defRPr sz="2800"/>
            </a:lvl3pPr>
            <a:lvl4pPr indent="-406400" lvl="3" marL="1828800">
              <a:spcBef>
                <a:spcPts val="2000"/>
              </a:spcBef>
              <a:spcAft>
                <a:spcPts val="0"/>
              </a:spcAft>
              <a:buSzPts val="2800"/>
              <a:buChar char="•"/>
              <a:defRPr sz="2800"/>
            </a:lvl4pPr>
            <a:lvl5pPr indent="-406400" lvl="4" marL="2286000">
              <a:spcBef>
                <a:spcPts val="2000"/>
              </a:spcBef>
              <a:spcAft>
                <a:spcPts val="0"/>
              </a:spcAft>
              <a:buSzPts val="2800"/>
              <a:buChar char="•"/>
              <a:defRPr sz="2800"/>
            </a:lvl5pPr>
            <a:lvl6pPr indent="-406400" lvl="5" marL="2743200">
              <a:spcBef>
                <a:spcPts val="2000"/>
              </a:spcBef>
              <a:spcAft>
                <a:spcPts val="0"/>
              </a:spcAft>
              <a:buSzPts val="2800"/>
              <a:buChar char="•"/>
              <a:defRPr sz="2800"/>
            </a:lvl6pPr>
            <a:lvl7pPr indent="-406400" lvl="6" marL="3200400">
              <a:spcBef>
                <a:spcPts val="2000"/>
              </a:spcBef>
              <a:spcAft>
                <a:spcPts val="0"/>
              </a:spcAft>
              <a:buSzPts val="2800"/>
              <a:buChar char="•"/>
              <a:defRPr sz="2800"/>
            </a:lvl7pPr>
            <a:lvl8pPr indent="-406400" lvl="7" marL="3657600">
              <a:spcBef>
                <a:spcPts val="2000"/>
              </a:spcBef>
              <a:spcAft>
                <a:spcPts val="0"/>
              </a:spcAft>
              <a:buSzPts val="2800"/>
              <a:buChar char="•"/>
              <a:defRPr sz="2800"/>
            </a:lvl8pPr>
            <a:lvl9pPr indent="-406400" lvl="8" marL="4114800">
              <a:spcBef>
                <a:spcPts val="2000"/>
              </a:spcBef>
              <a:spcAft>
                <a:spcPts val="2000"/>
              </a:spcAft>
              <a:buSzPts val="2800"/>
              <a:buChar char="•"/>
              <a:defRPr sz="2800"/>
            </a:lvl9pPr>
          </a:lstStyle>
          <a:p/>
        </p:txBody>
      </p:sp>
      <p:sp>
        <p:nvSpPr>
          <p:cNvPr id="433" name="Google Shape;433;p50"/>
          <p:cNvSpPr txBox="1"/>
          <p:nvPr>
            <p:ph idx="3" type="body"/>
          </p:nvPr>
        </p:nvSpPr>
        <p:spPr>
          <a:xfrm>
            <a:off x="9346383" y="2743200"/>
            <a:ext cx="38406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406400" lvl="2" marL="1371600">
              <a:spcBef>
                <a:spcPts val="2000"/>
              </a:spcBef>
              <a:spcAft>
                <a:spcPts val="0"/>
              </a:spcAft>
              <a:buSzPts val="2800"/>
              <a:buChar char="•"/>
              <a:defRPr sz="2800"/>
            </a:lvl3pPr>
            <a:lvl4pPr indent="-406400" lvl="3" marL="1828800">
              <a:spcBef>
                <a:spcPts val="2000"/>
              </a:spcBef>
              <a:spcAft>
                <a:spcPts val="0"/>
              </a:spcAft>
              <a:buSzPts val="2800"/>
              <a:buChar char="•"/>
              <a:defRPr sz="2800"/>
            </a:lvl4pPr>
            <a:lvl5pPr indent="-406400" lvl="4" marL="2286000">
              <a:spcBef>
                <a:spcPts val="2000"/>
              </a:spcBef>
              <a:spcAft>
                <a:spcPts val="0"/>
              </a:spcAft>
              <a:buSzPts val="2800"/>
              <a:buChar char="•"/>
              <a:defRPr sz="2800"/>
            </a:lvl5pPr>
            <a:lvl6pPr indent="-406400" lvl="5" marL="2743200">
              <a:spcBef>
                <a:spcPts val="2000"/>
              </a:spcBef>
              <a:spcAft>
                <a:spcPts val="0"/>
              </a:spcAft>
              <a:buSzPts val="2800"/>
              <a:buChar char="•"/>
              <a:defRPr sz="2800"/>
            </a:lvl6pPr>
            <a:lvl7pPr indent="-406400" lvl="6" marL="3200400">
              <a:spcBef>
                <a:spcPts val="2000"/>
              </a:spcBef>
              <a:spcAft>
                <a:spcPts val="0"/>
              </a:spcAft>
              <a:buSzPts val="2800"/>
              <a:buChar char="•"/>
              <a:defRPr sz="2800"/>
            </a:lvl7pPr>
            <a:lvl8pPr indent="-406400" lvl="7" marL="3657600">
              <a:spcBef>
                <a:spcPts val="2000"/>
              </a:spcBef>
              <a:spcAft>
                <a:spcPts val="0"/>
              </a:spcAft>
              <a:buSzPts val="2800"/>
              <a:buChar char="•"/>
              <a:defRPr sz="2800"/>
            </a:lvl8pPr>
            <a:lvl9pPr indent="-406400" lvl="8" marL="4114800">
              <a:spcBef>
                <a:spcPts val="2000"/>
              </a:spcBef>
              <a:spcAft>
                <a:spcPts val="2000"/>
              </a:spcAft>
              <a:buSzPts val="2800"/>
              <a:buChar char="•"/>
              <a:defRPr sz="2800"/>
            </a:lvl9pPr>
          </a:lstStyle>
          <a:p/>
        </p:txBody>
      </p:sp>
      <p:sp>
        <p:nvSpPr>
          <p:cNvPr id="434" name="Google Shape;434;p50"/>
          <p:cNvSpPr txBox="1"/>
          <p:nvPr>
            <p:ph idx="4" type="body"/>
          </p:nvPr>
        </p:nvSpPr>
        <p:spPr>
          <a:xfrm>
            <a:off x="13774000" y="2743200"/>
            <a:ext cx="38406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406400" lvl="2" marL="1371600">
              <a:spcBef>
                <a:spcPts val="2000"/>
              </a:spcBef>
              <a:spcAft>
                <a:spcPts val="0"/>
              </a:spcAft>
              <a:buSzPts val="2800"/>
              <a:buChar char="•"/>
              <a:defRPr sz="2800"/>
            </a:lvl3pPr>
            <a:lvl4pPr indent="-406400" lvl="3" marL="1828800">
              <a:spcBef>
                <a:spcPts val="2000"/>
              </a:spcBef>
              <a:spcAft>
                <a:spcPts val="0"/>
              </a:spcAft>
              <a:buSzPts val="2800"/>
              <a:buChar char="•"/>
              <a:defRPr sz="2800"/>
            </a:lvl4pPr>
            <a:lvl5pPr indent="-406400" lvl="4" marL="2286000">
              <a:spcBef>
                <a:spcPts val="2000"/>
              </a:spcBef>
              <a:spcAft>
                <a:spcPts val="0"/>
              </a:spcAft>
              <a:buSzPts val="2800"/>
              <a:buChar char="•"/>
              <a:defRPr sz="2800"/>
            </a:lvl5pPr>
            <a:lvl6pPr indent="-406400" lvl="5" marL="2743200">
              <a:spcBef>
                <a:spcPts val="2000"/>
              </a:spcBef>
              <a:spcAft>
                <a:spcPts val="0"/>
              </a:spcAft>
              <a:buSzPts val="2800"/>
              <a:buChar char="•"/>
              <a:defRPr sz="2800"/>
            </a:lvl6pPr>
            <a:lvl7pPr indent="-406400" lvl="6" marL="3200400">
              <a:spcBef>
                <a:spcPts val="2000"/>
              </a:spcBef>
              <a:spcAft>
                <a:spcPts val="0"/>
              </a:spcAft>
              <a:buSzPts val="2800"/>
              <a:buChar char="•"/>
              <a:defRPr sz="2800"/>
            </a:lvl7pPr>
            <a:lvl8pPr indent="-406400" lvl="7" marL="3657600">
              <a:spcBef>
                <a:spcPts val="2000"/>
              </a:spcBef>
              <a:spcAft>
                <a:spcPts val="0"/>
              </a:spcAft>
              <a:buSzPts val="2800"/>
              <a:buChar char="•"/>
              <a:defRPr sz="2800"/>
            </a:lvl8pPr>
            <a:lvl9pPr indent="-406400" lvl="8" marL="4114800">
              <a:spcBef>
                <a:spcPts val="2000"/>
              </a:spcBef>
              <a:spcAft>
                <a:spcPts val="2000"/>
              </a:spcAft>
              <a:buSzPts val="2800"/>
              <a:buChar char="•"/>
              <a:defRPr sz="2800"/>
            </a:lvl9pPr>
          </a:lstStyle>
          <a:p/>
        </p:txBody>
      </p:sp>
      <p:sp>
        <p:nvSpPr>
          <p:cNvPr id="435" name="Google Shape;435;p50"/>
          <p:cNvSpPr/>
          <p:nvPr/>
        </p:nvSpPr>
        <p:spPr>
          <a:xfrm>
            <a:off x="1321280" y="9734185"/>
            <a:ext cx="29466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436" name="Google Shape;436;p50"/>
          <p:cNvSpPr txBox="1"/>
          <p:nvPr>
            <p:ph idx="5"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437" name="Google Shape;437;p50"/>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2844">
          <p15:clr>
            <a:srgbClr val="FA7B17"/>
          </p15:clr>
        </p15:guide>
        <p15:guide id="2" pos="8422">
          <p15:clr>
            <a:srgbClr val="FA7B17"/>
          </p15:clr>
        </p15:guide>
        <p15:guide id="3" pos="3098">
          <p15:clr>
            <a:srgbClr val="FA7B17"/>
          </p15:clr>
        </p15:guide>
        <p15:guide id="4" pos="5632">
          <p15:clr>
            <a:srgbClr val="FA7B17"/>
          </p15:clr>
        </p15:guide>
        <p15:guide id="5" pos="5887">
          <p15:clr>
            <a:srgbClr val="FA7B17"/>
          </p15:clr>
        </p15:guide>
        <p15:guide id="6" pos="8677">
          <p15:clr>
            <a:srgbClr val="FA7B17"/>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8" name="Shape 438"/>
        <p:cNvGrpSpPr/>
        <p:nvPr/>
      </p:nvGrpSpPr>
      <p:grpSpPr>
        <a:xfrm>
          <a:off x="0" y="0"/>
          <a:ext cx="0" cy="0"/>
          <a:chOff x="0" y="0"/>
          <a:chExt cx="0" cy="0"/>
        </a:xfrm>
      </p:grpSpPr>
      <p:sp>
        <p:nvSpPr>
          <p:cNvPr id="439" name="Google Shape;439;p51"/>
          <p:cNvSpPr/>
          <p:nvPr/>
        </p:nvSpPr>
        <p:spPr>
          <a:xfrm>
            <a:off x="4583400" y="0"/>
            <a:ext cx="13704600" cy="10287000"/>
          </a:xfrm>
          <a:prstGeom prst="rect">
            <a:avLst/>
          </a:prstGeom>
          <a:solidFill>
            <a:schemeClr val="dk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40" name="Google Shape;440;p51"/>
          <p:cNvSpPr txBox="1"/>
          <p:nvPr>
            <p:ph idx="1" type="body"/>
          </p:nvPr>
        </p:nvSpPr>
        <p:spPr>
          <a:xfrm>
            <a:off x="731500" y="548640"/>
            <a:ext cx="3852000" cy="1371600"/>
          </a:xfrm>
          <a:prstGeom prst="rect">
            <a:avLst/>
          </a:prstGeom>
          <a:noFill/>
          <a:ln>
            <a:noFill/>
          </a:ln>
        </p:spPr>
        <p:txBody>
          <a:bodyPr anchorCtr="0" anchor="t" bIns="182850" lIns="182850" spcFirstLastPara="1" rIns="182850" wrap="square" tIns="182850">
            <a:noAutofit/>
          </a:bodyPr>
          <a:lstStyle>
            <a:lvl1pPr indent="-228600" lvl="0" marL="457200">
              <a:lnSpc>
                <a:spcPct val="85000"/>
              </a:lnSpc>
              <a:spcBef>
                <a:spcPts val="0"/>
              </a:spcBef>
              <a:spcAft>
                <a:spcPts val="0"/>
              </a:spcAft>
              <a:buClr>
                <a:schemeClr val="dk1"/>
              </a:buClr>
              <a:buSzPts val="5200"/>
              <a:buNone/>
              <a:defRPr b="1" i="0" sz="5200" cap="none">
                <a:solidFill>
                  <a:schemeClr val="dk1"/>
                </a:solidFill>
              </a:defRPr>
            </a:lvl1pPr>
            <a:lvl2pPr indent="-457200" lvl="1" marL="914400">
              <a:lnSpc>
                <a:spcPct val="105000"/>
              </a:lnSpc>
              <a:spcBef>
                <a:spcPts val="2000"/>
              </a:spcBef>
              <a:spcAft>
                <a:spcPts val="0"/>
              </a:spcAft>
              <a:buClr>
                <a:schemeClr val="dk1"/>
              </a:buClr>
              <a:buSzPts val="3600"/>
              <a:buChar char="•"/>
              <a:defRPr b="1"/>
            </a:lvl2pPr>
            <a:lvl3pPr indent="-457200" lvl="2" marL="1371600">
              <a:lnSpc>
                <a:spcPct val="105000"/>
              </a:lnSpc>
              <a:spcBef>
                <a:spcPts val="2000"/>
              </a:spcBef>
              <a:spcAft>
                <a:spcPts val="0"/>
              </a:spcAft>
              <a:buClr>
                <a:schemeClr val="dk1"/>
              </a:buClr>
              <a:buSzPts val="3600"/>
              <a:buChar char="•"/>
              <a:defRPr b="1" sz="3600"/>
            </a:lvl3pPr>
            <a:lvl4pPr indent="-406400" lvl="3" marL="1828800">
              <a:lnSpc>
                <a:spcPct val="105000"/>
              </a:lnSpc>
              <a:spcBef>
                <a:spcPts val="2000"/>
              </a:spcBef>
              <a:spcAft>
                <a:spcPts val="0"/>
              </a:spcAft>
              <a:buClr>
                <a:schemeClr val="dk1"/>
              </a:buClr>
              <a:buSzPts val="2800"/>
              <a:buChar char="•"/>
              <a:defRPr b="1"/>
            </a:lvl4pPr>
            <a:lvl5pPr indent="-406400" lvl="4" marL="2286000">
              <a:lnSpc>
                <a:spcPct val="105000"/>
              </a:lnSpc>
              <a:spcBef>
                <a:spcPts val="2000"/>
              </a:spcBef>
              <a:spcAft>
                <a:spcPts val="0"/>
              </a:spcAft>
              <a:buClr>
                <a:schemeClr val="dk1"/>
              </a:buClr>
              <a:buSzPts val="2800"/>
              <a:buChar char="•"/>
              <a:defRPr b="1"/>
            </a:lvl5pPr>
            <a:lvl6pPr indent="-406400" lvl="5" marL="2743200">
              <a:lnSpc>
                <a:spcPct val="105000"/>
              </a:lnSpc>
              <a:spcBef>
                <a:spcPts val="2000"/>
              </a:spcBef>
              <a:spcAft>
                <a:spcPts val="0"/>
              </a:spcAft>
              <a:buClr>
                <a:schemeClr val="dk1"/>
              </a:buClr>
              <a:buSzPts val="2800"/>
              <a:buChar char="•"/>
              <a:defRPr b="1"/>
            </a:lvl6pPr>
            <a:lvl7pPr indent="-406400" lvl="6" marL="3200400">
              <a:lnSpc>
                <a:spcPct val="105000"/>
              </a:lnSpc>
              <a:spcBef>
                <a:spcPts val="2000"/>
              </a:spcBef>
              <a:spcAft>
                <a:spcPts val="0"/>
              </a:spcAft>
              <a:buClr>
                <a:schemeClr val="dk1"/>
              </a:buClr>
              <a:buSzPts val="2800"/>
              <a:buChar char="•"/>
              <a:defRPr b="1"/>
            </a:lvl7pPr>
            <a:lvl8pPr indent="-406400" lvl="7" marL="3657600">
              <a:lnSpc>
                <a:spcPct val="105000"/>
              </a:lnSpc>
              <a:spcBef>
                <a:spcPts val="2000"/>
              </a:spcBef>
              <a:spcAft>
                <a:spcPts val="0"/>
              </a:spcAft>
              <a:buClr>
                <a:schemeClr val="dk1"/>
              </a:buClr>
              <a:buSzPts val="2800"/>
              <a:buChar char="•"/>
              <a:defRPr b="1"/>
            </a:lvl8pPr>
            <a:lvl9pPr indent="-406400" lvl="8" marL="4114800">
              <a:lnSpc>
                <a:spcPct val="105000"/>
              </a:lnSpc>
              <a:spcBef>
                <a:spcPts val="2000"/>
              </a:spcBef>
              <a:spcAft>
                <a:spcPts val="2000"/>
              </a:spcAft>
              <a:buClr>
                <a:schemeClr val="dk1"/>
              </a:buClr>
              <a:buSzPts val="2800"/>
              <a:buChar char="•"/>
              <a:defRPr b="1"/>
            </a:lvl9pPr>
          </a:lstStyle>
          <a:p/>
        </p:txBody>
      </p:sp>
      <p:sp>
        <p:nvSpPr>
          <p:cNvPr id="441" name="Google Shape;441;p51"/>
          <p:cNvSpPr txBox="1"/>
          <p:nvPr>
            <p:ph idx="12" type="sldNum"/>
          </p:nvPr>
        </p:nvSpPr>
        <p:spPr>
          <a:xfrm>
            <a:off x="16459200" y="9729216"/>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EFEFEF"/>
                </a:solidFill>
              </a:defRPr>
            </a:lvl1pPr>
            <a:lvl2pPr indent="0" lvl="1" marL="0" marR="0" algn="r">
              <a:spcBef>
                <a:spcPts val="0"/>
              </a:spcBef>
              <a:buNone/>
              <a:defRPr i="0" sz="1200">
                <a:solidFill>
                  <a:srgbClr val="EFEFEF"/>
                </a:solidFill>
              </a:defRPr>
            </a:lvl2pPr>
            <a:lvl3pPr indent="0" lvl="2" marL="0" marR="0" algn="r">
              <a:spcBef>
                <a:spcPts val="0"/>
              </a:spcBef>
              <a:buNone/>
              <a:defRPr i="0" sz="1200">
                <a:solidFill>
                  <a:srgbClr val="EFEFEF"/>
                </a:solidFill>
              </a:defRPr>
            </a:lvl3pPr>
            <a:lvl4pPr indent="0" lvl="3" marL="0" marR="0" algn="r">
              <a:spcBef>
                <a:spcPts val="0"/>
              </a:spcBef>
              <a:buNone/>
              <a:defRPr i="0" sz="1200">
                <a:solidFill>
                  <a:srgbClr val="EFEFEF"/>
                </a:solidFill>
              </a:defRPr>
            </a:lvl4pPr>
            <a:lvl5pPr indent="0" lvl="4" marL="0" marR="0" algn="r">
              <a:spcBef>
                <a:spcPts val="0"/>
              </a:spcBef>
              <a:buNone/>
              <a:defRPr i="0" sz="1200">
                <a:solidFill>
                  <a:srgbClr val="EFEFEF"/>
                </a:solidFill>
              </a:defRPr>
            </a:lvl5pPr>
            <a:lvl6pPr indent="0" lvl="5" marL="0" marR="0" algn="r">
              <a:spcBef>
                <a:spcPts val="0"/>
              </a:spcBef>
              <a:buNone/>
              <a:defRPr i="0" sz="1200">
                <a:solidFill>
                  <a:srgbClr val="EFEFEF"/>
                </a:solidFill>
              </a:defRPr>
            </a:lvl6pPr>
            <a:lvl7pPr indent="0" lvl="6" marL="0" marR="0" algn="r">
              <a:spcBef>
                <a:spcPts val="0"/>
              </a:spcBef>
              <a:buNone/>
              <a:defRPr i="0" sz="1200">
                <a:solidFill>
                  <a:srgbClr val="EFEFEF"/>
                </a:solidFill>
              </a:defRPr>
            </a:lvl7pPr>
            <a:lvl8pPr indent="0" lvl="7" marL="0" marR="0" algn="r">
              <a:spcBef>
                <a:spcPts val="0"/>
              </a:spcBef>
              <a:buNone/>
              <a:defRPr i="0" sz="1200">
                <a:solidFill>
                  <a:srgbClr val="EFEFEF"/>
                </a:solidFill>
              </a:defRPr>
            </a:lvl8pPr>
            <a:lvl9pPr indent="0" lvl="8" marL="0" marR="0" algn="r">
              <a:spcBef>
                <a:spcPts val="0"/>
              </a:spcBef>
              <a:buNone/>
              <a:defRPr i="0" sz="1200">
                <a:solidFill>
                  <a:srgbClr val="EFEFEF"/>
                </a:solidFill>
              </a:defRPr>
            </a:lvl9pPr>
          </a:lstStyle>
          <a:p>
            <a:pPr indent="0" lvl="0" marL="0" rtl="0" algn="r">
              <a:spcBef>
                <a:spcPts val="0"/>
              </a:spcBef>
              <a:spcAft>
                <a:spcPts val="0"/>
              </a:spcAft>
              <a:buNone/>
            </a:pPr>
            <a:fld id="{00000000-1234-1234-1234-123412341234}" type="slidenum">
              <a:rPr lang="en-US"/>
              <a:t>‹#›</a:t>
            </a:fld>
            <a:endParaRPr/>
          </a:p>
        </p:txBody>
      </p:sp>
      <p:sp>
        <p:nvSpPr>
          <p:cNvPr id="442" name="Google Shape;442;p51"/>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43" name="Google Shape;443;p51"/>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444" name="Google Shape;444;p51"/>
          <p:cNvSpPr txBox="1"/>
          <p:nvPr>
            <p:ph idx="2" type="body"/>
          </p:nvPr>
        </p:nvSpPr>
        <p:spPr>
          <a:xfrm>
            <a:off x="5922400" y="1828800"/>
            <a:ext cx="11451000" cy="7543800"/>
          </a:xfrm>
          <a:prstGeom prst="rect">
            <a:avLst/>
          </a:prstGeom>
        </p:spPr>
        <p:txBody>
          <a:bodyPr anchorCtr="0" anchor="ctr" bIns="182850" lIns="182850" spcFirstLastPara="1" rIns="182850" wrap="square" tIns="182850">
            <a:noAutofit/>
          </a:bodyPr>
          <a:lstStyle>
            <a:lvl1pPr indent="-457200" lvl="0" marL="457200">
              <a:spcBef>
                <a:spcPts val="0"/>
              </a:spcBef>
              <a:spcAft>
                <a:spcPts val="0"/>
              </a:spcAft>
              <a:buSzPts val="3600"/>
              <a:buChar char="•"/>
              <a:defRPr>
                <a:solidFill>
                  <a:srgbClr val="FFFFFF"/>
                </a:solidFill>
              </a:defRPr>
            </a:lvl1pPr>
            <a:lvl2pPr indent="-457200" lvl="1" marL="914400">
              <a:spcBef>
                <a:spcPts val="2000"/>
              </a:spcBef>
              <a:spcAft>
                <a:spcPts val="0"/>
              </a:spcAft>
              <a:buSzPts val="3600"/>
              <a:buChar char="•"/>
              <a:defRPr>
                <a:solidFill>
                  <a:srgbClr val="FFFFFF"/>
                </a:solidFill>
              </a:defRPr>
            </a:lvl2pPr>
            <a:lvl3pPr indent="-406400" lvl="2" marL="1371600">
              <a:spcBef>
                <a:spcPts val="2000"/>
              </a:spcBef>
              <a:spcAft>
                <a:spcPts val="0"/>
              </a:spcAft>
              <a:buSzPts val="2800"/>
              <a:buChar char="•"/>
              <a:defRPr>
                <a:solidFill>
                  <a:srgbClr val="FFFFFF"/>
                </a:solidFill>
              </a:defRPr>
            </a:lvl3pPr>
            <a:lvl4pPr indent="-406400" lvl="3" marL="1828800">
              <a:spcBef>
                <a:spcPts val="2000"/>
              </a:spcBef>
              <a:spcAft>
                <a:spcPts val="0"/>
              </a:spcAft>
              <a:buSzPts val="2800"/>
              <a:buChar char="•"/>
              <a:defRPr>
                <a:solidFill>
                  <a:srgbClr val="FFFFFF"/>
                </a:solidFill>
              </a:defRPr>
            </a:lvl4pPr>
            <a:lvl5pPr indent="-406400" lvl="4" marL="2286000">
              <a:spcBef>
                <a:spcPts val="2000"/>
              </a:spcBef>
              <a:spcAft>
                <a:spcPts val="0"/>
              </a:spcAft>
              <a:buSzPts val="2800"/>
              <a:buChar char="•"/>
              <a:defRPr>
                <a:solidFill>
                  <a:srgbClr val="FFFFFF"/>
                </a:solidFill>
              </a:defRPr>
            </a:lvl5pPr>
            <a:lvl6pPr indent="-406400" lvl="5" marL="2743200">
              <a:spcBef>
                <a:spcPts val="2000"/>
              </a:spcBef>
              <a:spcAft>
                <a:spcPts val="0"/>
              </a:spcAft>
              <a:buSzPts val="2800"/>
              <a:buChar char="•"/>
              <a:defRPr>
                <a:solidFill>
                  <a:srgbClr val="FFFFFF"/>
                </a:solidFill>
              </a:defRPr>
            </a:lvl6pPr>
            <a:lvl7pPr indent="-406400" lvl="6" marL="3200400">
              <a:spcBef>
                <a:spcPts val="2000"/>
              </a:spcBef>
              <a:spcAft>
                <a:spcPts val="0"/>
              </a:spcAft>
              <a:buSzPts val="2800"/>
              <a:buChar char="•"/>
              <a:defRPr>
                <a:solidFill>
                  <a:srgbClr val="FFFFFF"/>
                </a:solidFill>
              </a:defRPr>
            </a:lvl7pPr>
            <a:lvl8pPr indent="-406400" lvl="7" marL="3657600">
              <a:spcBef>
                <a:spcPts val="2000"/>
              </a:spcBef>
              <a:spcAft>
                <a:spcPts val="0"/>
              </a:spcAft>
              <a:buSzPts val="2800"/>
              <a:buChar char="•"/>
              <a:defRPr>
                <a:solidFill>
                  <a:srgbClr val="FFFFFF"/>
                </a:solidFill>
              </a:defRPr>
            </a:lvl8pPr>
            <a:lvl9pPr indent="-406400" lvl="8" marL="4114800">
              <a:spcBef>
                <a:spcPts val="2000"/>
              </a:spcBef>
              <a:spcAft>
                <a:spcPts val="2000"/>
              </a:spcAft>
              <a:buSzPts val="2800"/>
              <a:buChar char="•"/>
              <a:defRPr>
                <a:solidFill>
                  <a:srgbClr val="FFFFFF"/>
                </a:solidFill>
              </a:defRPr>
            </a:lvl9pPr>
          </a:lstStyle>
          <a:p/>
        </p:txBody>
      </p:sp>
      <p:sp>
        <p:nvSpPr>
          <p:cNvPr id="445" name="Google Shape;445;p51"/>
          <p:cNvSpPr/>
          <p:nvPr/>
        </p:nvSpPr>
        <p:spPr>
          <a:xfrm>
            <a:off x="12738450" y="457200"/>
            <a:ext cx="2644892" cy="2829324"/>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30"/>
            </a:srgbClr>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46" name="Google Shape;446;p51"/>
          <p:cNvSpPr/>
          <p:nvPr/>
        </p:nvSpPr>
        <p:spPr>
          <a:xfrm>
            <a:off x="4590202" y="5534150"/>
            <a:ext cx="5544347" cy="4744164"/>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30"/>
            </a:srgbClr>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447" name="Google Shape;447;p51"/>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pic>
        <p:nvPicPr>
          <p:cNvPr id="448" name="Google Shape;448;p51"/>
          <p:cNvPicPr preferRelativeResize="0"/>
          <p:nvPr/>
        </p:nvPicPr>
        <p:blipFill rotWithShape="1">
          <a:blip r:embed="rId2">
            <a:alphaModFix/>
          </a:blip>
          <a:srcRect b="0" l="16764" r="0" t="0"/>
          <a:stretch/>
        </p:blipFill>
        <p:spPr>
          <a:xfrm rot="10800000">
            <a:off x="14676151" y="1280001"/>
            <a:ext cx="3611849" cy="4739799"/>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Agenda_1">
    <p:spTree>
      <p:nvGrpSpPr>
        <p:cNvPr id="449" name="Shape 449"/>
        <p:cNvGrpSpPr/>
        <p:nvPr/>
      </p:nvGrpSpPr>
      <p:grpSpPr>
        <a:xfrm>
          <a:off x="0" y="0"/>
          <a:ext cx="0" cy="0"/>
          <a:chOff x="0" y="0"/>
          <a:chExt cx="0" cy="0"/>
        </a:xfrm>
      </p:grpSpPr>
      <p:sp>
        <p:nvSpPr>
          <p:cNvPr id="450" name="Google Shape;450;p52"/>
          <p:cNvSpPr/>
          <p:nvPr/>
        </p:nvSpPr>
        <p:spPr>
          <a:xfrm flipH="1">
            <a:off x="-1550" y="0"/>
            <a:ext cx="5486400" cy="10287000"/>
          </a:xfrm>
          <a:prstGeom prst="rect">
            <a:avLst/>
          </a:prstGeom>
          <a:solidFill>
            <a:schemeClr val="dk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51" name="Google Shape;451;p52"/>
          <p:cNvSpPr txBox="1"/>
          <p:nvPr>
            <p:ph idx="1" type="body"/>
          </p:nvPr>
        </p:nvSpPr>
        <p:spPr>
          <a:xfrm>
            <a:off x="731500" y="548640"/>
            <a:ext cx="4753200" cy="1371600"/>
          </a:xfrm>
          <a:prstGeom prst="rect">
            <a:avLst/>
          </a:prstGeom>
          <a:noFill/>
          <a:ln>
            <a:noFill/>
          </a:ln>
        </p:spPr>
        <p:txBody>
          <a:bodyPr anchorCtr="0" anchor="t" bIns="182850" lIns="182850" spcFirstLastPara="1" rIns="182850" wrap="square" tIns="182850">
            <a:noAutofit/>
          </a:bodyPr>
          <a:lstStyle>
            <a:lvl1pPr indent="-228600" lvl="0" marL="457200">
              <a:lnSpc>
                <a:spcPct val="100000"/>
              </a:lnSpc>
              <a:spcBef>
                <a:spcPts val="0"/>
              </a:spcBef>
              <a:spcAft>
                <a:spcPts val="0"/>
              </a:spcAft>
              <a:buClr>
                <a:srgbClr val="FFFFFF"/>
              </a:buClr>
              <a:buSzPts val="5200"/>
              <a:buNone/>
              <a:defRPr b="1" i="0" sz="5200" cap="none">
                <a:solidFill>
                  <a:srgbClr val="FFFFFF"/>
                </a:solidFill>
              </a:defRPr>
            </a:lvl1pPr>
            <a:lvl2pPr indent="-457200" lvl="1" marL="914400">
              <a:lnSpc>
                <a:spcPct val="105000"/>
              </a:lnSpc>
              <a:spcBef>
                <a:spcPts val="0"/>
              </a:spcBef>
              <a:spcAft>
                <a:spcPts val="0"/>
              </a:spcAft>
              <a:buClr>
                <a:srgbClr val="FFFFFF"/>
              </a:buClr>
              <a:buSzPts val="3600"/>
              <a:buChar char="•"/>
              <a:defRPr b="1">
                <a:solidFill>
                  <a:srgbClr val="FFFFFF"/>
                </a:solidFill>
              </a:defRPr>
            </a:lvl2pPr>
            <a:lvl3pPr indent="-457200" lvl="2" marL="1371600">
              <a:lnSpc>
                <a:spcPct val="105000"/>
              </a:lnSpc>
              <a:spcBef>
                <a:spcPts val="2000"/>
              </a:spcBef>
              <a:spcAft>
                <a:spcPts val="0"/>
              </a:spcAft>
              <a:buClr>
                <a:srgbClr val="FFFFFF"/>
              </a:buClr>
              <a:buSzPts val="3600"/>
              <a:buChar char="•"/>
              <a:defRPr b="1" sz="3600">
                <a:solidFill>
                  <a:srgbClr val="FFFFFF"/>
                </a:solidFill>
              </a:defRPr>
            </a:lvl3pPr>
            <a:lvl4pPr indent="-406400" lvl="3" marL="1828800">
              <a:lnSpc>
                <a:spcPct val="105000"/>
              </a:lnSpc>
              <a:spcBef>
                <a:spcPts val="2000"/>
              </a:spcBef>
              <a:spcAft>
                <a:spcPts val="0"/>
              </a:spcAft>
              <a:buClr>
                <a:srgbClr val="FFFFFF"/>
              </a:buClr>
              <a:buSzPts val="2800"/>
              <a:buChar char="•"/>
              <a:defRPr b="1">
                <a:solidFill>
                  <a:srgbClr val="FFFFFF"/>
                </a:solidFill>
              </a:defRPr>
            </a:lvl4pPr>
            <a:lvl5pPr indent="-406400" lvl="4" marL="2286000">
              <a:lnSpc>
                <a:spcPct val="105000"/>
              </a:lnSpc>
              <a:spcBef>
                <a:spcPts val="2000"/>
              </a:spcBef>
              <a:spcAft>
                <a:spcPts val="0"/>
              </a:spcAft>
              <a:buClr>
                <a:srgbClr val="FFFFFF"/>
              </a:buClr>
              <a:buSzPts val="2800"/>
              <a:buChar char="•"/>
              <a:defRPr b="1">
                <a:solidFill>
                  <a:srgbClr val="FFFFFF"/>
                </a:solidFill>
              </a:defRPr>
            </a:lvl5pPr>
            <a:lvl6pPr indent="-406400" lvl="5" marL="2743200">
              <a:lnSpc>
                <a:spcPct val="105000"/>
              </a:lnSpc>
              <a:spcBef>
                <a:spcPts val="2000"/>
              </a:spcBef>
              <a:spcAft>
                <a:spcPts val="0"/>
              </a:spcAft>
              <a:buClr>
                <a:srgbClr val="FFFFFF"/>
              </a:buClr>
              <a:buSzPts val="2800"/>
              <a:buChar char="•"/>
              <a:defRPr b="1">
                <a:solidFill>
                  <a:srgbClr val="FFFFFF"/>
                </a:solidFill>
              </a:defRPr>
            </a:lvl6pPr>
            <a:lvl7pPr indent="-406400" lvl="6" marL="3200400">
              <a:lnSpc>
                <a:spcPct val="105000"/>
              </a:lnSpc>
              <a:spcBef>
                <a:spcPts val="2000"/>
              </a:spcBef>
              <a:spcAft>
                <a:spcPts val="0"/>
              </a:spcAft>
              <a:buClr>
                <a:srgbClr val="FFFFFF"/>
              </a:buClr>
              <a:buSzPts val="2800"/>
              <a:buChar char="•"/>
              <a:defRPr b="1">
                <a:solidFill>
                  <a:srgbClr val="FFFFFF"/>
                </a:solidFill>
              </a:defRPr>
            </a:lvl7pPr>
            <a:lvl8pPr indent="-406400" lvl="7" marL="3657600">
              <a:lnSpc>
                <a:spcPct val="105000"/>
              </a:lnSpc>
              <a:spcBef>
                <a:spcPts val="2000"/>
              </a:spcBef>
              <a:spcAft>
                <a:spcPts val="0"/>
              </a:spcAft>
              <a:buClr>
                <a:srgbClr val="FFFFFF"/>
              </a:buClr>
              <a:buSzPts val="2800"/>
              <a:buChar char="•"/>
              <a:defRPr b="1">
                <a:solidFill>
                  <a:srgbClr val="FFFFFF"/>
                </a:solidFill>
              </a:defRPr>
            </a:lvl8pPr>
            <a:lvl9pPr indent="-406400" lvl="8" marL="4114800">
              <a:lnSpc>
                <a:spcPct val="105000"/>
              </a:lnSpc>
              <a:spcBef>
                <a:spcPts val="2000"/>
              </a:spcBef>
              <a:spcAft>
                <a:spcPts val="2000"/>
              </a:spcAft>
              <a:buClr>
                <a:srgbClr val="FFFFFF"/>
              </a:buClr>
              <a:buSzPts val="2800"/>
              <a:buChar char="•"/>
              <a:defRPr b="1">
                <a:solidFill>
                  <a:srgbClr val="FFFFFF"/>
                </a:solidFill>
              </a:defRPr>
            </a:lvl9pPr>
          </a:lstStyle>
          <a:p/>
        </p:txBody>
      </p:sp>
      <p:sp>
        <p:nvSpPr>
          <p:cNvPr id="452" name="Google Shape;452;p52"/>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453" name="Google Shape;453;p52"/>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54" name="Google Shape;454;p52"/>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FFFFFF"/>
                </a:solidFill>
                <a:latin typeface="Arial"/>
                <a:ea typeface="Arial"/>
                <a:cs typeface="Arial"/>
                <a:sym typeface="Arial"/>
              </a:rPr>
              <a:t>© </a:t>
            </a:r>
            <a:r>
              <a:rPr lang="en-US" sz="1200">
                <a:solidFill>
                  <a:srgbClr val="FFFFFF"/>
                </a:solidFill>
              </a:rPr>
              <a:t>2026</a:t>
            </a:r>
            <a:r>
              <a:rPr b="0" i="0" lang="en-US" sz="1200">
                <a:solidFill>
                  <a:srgbClr val="FFFFFF"/>
                </a:solidFill>
                <a:latin typeface="Arial"/>
                <a:ea typeface="Arial"/>
                <a:cs typeface="Arial"/>
                <a:sym typeface="Arial"/>
              </a:rPr>
              <a:t> Snowflake Inc. All Rights Reserved</a:t>
            </a:r>
            <a:endParaRPr sz="1200">
              <a:solidFill>
                <a:srgbClr val="FFFFFF"/>
              </a:solidFill>
              <a:latin typeface="Arial"/>
              <a:ea typeface="Arial"/>
              <a:cs typeface="Arial"/>
              <a:sym typeface="Arial"/>
            </a:endParaRPr>
          </a:p>
        </p:txBody>
      </p:sp>
      <p:sp>
        <p:nvSpPr>
          <p:cNvPr id="455" name="Google Shape;455;p52"/>
          <p:cNvSpPr txBox="1"/>
          <p:nvPr>
            <p:ph idx="2" type="body"/>
          </p:nvPr>
        </p:nvSpPr>
        <p:spPr>
          <a:xfrm>
            <a:off x="731500" y="2583300"/>
            <a:ext cx="4420800" cy="5120400"/>
          </a:xfrm>
          <a:prstGeom prst="rect">
            <a:avLst/>
          </a:prstGeom>
        </p:spPr>
        <p:txBody>
          <a:bodyPr anchorCtr="0" anchor="ctr" bIns="182850" lIns="182850" spcFirstLastPara="1" rIns="182850" wrap="square" tIns="182850">
            <a:noAutofit/>
          </a:bodyPr>
          <a:lstStyle>
            <a:lvl1pPr indent="-381000" lvl="0" marL="457200">
              <a:spcBef>
                <a:spcPts val="0"/>
              </a:spcBef>
              <a:spcAft>
                <a:spcPts val="0"/>
              </a:spcAft>
              <a:buClr>
                <a:srgbClr val="FFFFFF"/>
              </a:buClr>
              <a:buSzPts val="2400"/>
              <a:buChar char="•"/>
              <a:defRPr sz="2400">
                <a:solidFill>
                  <a:srgbClr val="FFFFFF"/>
                </a:solidFill>
              </a:defRPr>
            </a:lvl1pPr>
            <a:lvl2pPr indent="-381000" lvl="1" marL="914400">
              <a:spcBef>
                <a:spcPts val="2000"/>
              </a:spcBef>
              <a:spcAft>
                <a:spcPts val="0"/>
              </a:spcAft>
              <a:buClr>
                <a:srgbClr val="FFFFFF"/>
              </a:buClr>
              <a:buSzPts val="2400"/>
              <a:buChar char="•"/>
              <a:defRPr sz="2400">
                <a:solidFill>
                  <a:srgbClr val="FFFFFF"/>
                </a:solidFill>
              </a:defRPr>
            </a:lvl2pPr>
            <a:lvl3pPr indent="-381000" lvl="2" marL="1371600">
              <a:spcBef>
                <a:spcPts val="2000"/>
              </a:spcBef>
              <a:spcAft>
                <a:spcPts val="0"/>
              </a:spcAft>
              <a:buClr>
                <a:srgbClr val="FFFFFF"/>
              </a:buClr>
              <a:buSzPts val="2400"/>
              <a:buChar char="•"/>
              <a:defRPr sz="2400">
                <a:solidFill>
                  <a:srgbClr val="FFFFFF"/>
                </a:solidFill>
              </a:defRPr>
            </a:lvl3pPr>
            <a:lvl4pPr indent="-381000" lvl="3" marL="1828800">
              <a:spcBef>
                <a:spcPts val="2000"/>
              </a:spcBef>
              <a:spcAft>
                <a:spcPts val="0"/>
              </a:spcAft>
              <a:buClr>
                <a:srgbClr val="FFFFFF"/>
              </a:buClr>
              <a:buSzPts val="2400"/>
              <a:buChar char="•"/>
              <a:defRPr sz="2400">
                <a:solidFill>
                  <a:srgbClr val="FFFFFF"/>
                </a:solidFill>
              </a:defRPr>
            </a:lvl4pPr>
            <a:lvl5pPr indent="-381000" lvl="4" marL="2286000">
              <a:spcBef>
                <a:spcPts val="2000"/>
              </a:spcBef>
              <a:spcAft>
                <a:spcPts val="0"/>
              </a:spcAft>
              <a:buClr>
                <a:srgbClr val="FFFFFF"/>
              </a:buClr>
              <a:buSzPts val="2400"/>
              <a:buChar char="•"/>
              <a:defRPr sz="2400">
                <a:solidFill>
                  <a:srgbClr val="FFFFFF"/>
                </a:solidFill>
              </a:defRPr>
            </a:lvl5pPr>
            <a:lvl6pPr indent="-381000" lvl="5" marL="2743200">
              <a:spcBef>
                <a:spcPts val="2000"/>
              </a:spcBef>
              <a:spcAft>
                <a:spcPts val="0"/>
              </a:spcAft>
              <a:buClr>
                <a:srgbClr val="FFFFFF"/>
              </a:buClr>
              <a:buSzPts val="2400"/>
              <a:buChar char="•"/>
              <a:defRPr sz="2400">
                <a:solidFill>
                  <a:srgbClr val="FFFFFF"/>
                </a:solidFill>
              </a:defRPr>
            </a:lvl6pPr>
            <a:lvl7pPr indent="-381000" lvl="6" marL="3200400">
              <a:spcBef>
                <a:spcPts val="2000"/>
              </a:spcBef>
              <a:spcAft>
                <a:spcPts val="0"/>
              </a:spcAft>
              <a:buClr>
                <a:srgbClr val="FFFFFF"/>
              </a:buClr>
              <a:buSzPts val="2400"/>
              <a:buChar char="•"/>
              <a:defRPr sz="2400">
                <a:solidFill>
                  <a:srgbClr val="FFFFFF"/>
                </a:solidFill>
              </a:defRPr>
            </a:lvl7pPr>
            <a:lvl8pPr indent="-381000" lvl="7" marL="3657600">
              <a:spcBef>
                <a:spcPts val="2000"/>
              </a:spcBef>
              <a:spcAft>
                <a:spcPts val="0"/>
              </a:spcAft>
              <a:buClr>
                <a:srgbClr val="FFFFFF"/>
              </a:buClr>
              <a:buSzPts val="2400"/>
              <a:buChar char="•"/>
              <a:defRPr sz="2400">
                <a:solidFill>
                  <a:srgbClr val="FFFFFF"/>
                </a:solidFill>
              </a:defRPr>
            </a:lvl8pPr>
            <a:lvl9pPr indent="-381000" lvl="8" marL="4114800">
              <a:spcBef>
                <a:spcPts val="2000"/>
              </a:spcBef>
              <a:spcAft>
                <a:spcPts val="2000"/>
              </a:spcAft>
              <a:buClr>
                <a:srgbClr val="FFFFFF"/>
              </a:buClr>
              <a:buSzPts val="2400"/>
              <a:buChar char="•"/>
              <a:defRPr sz="2400">
                <a:solidFill>
                  <a:srgbClr val="FFFFFF"/>
                </a:solidFill>
              </a:defRPr>
            </a:lvl9pPr>
          </a:lstStyle>
          <a:p/>
        </p:txBody>
      </p:sp>
      <p:sp>
        <p:nvSpPr>
          <p:cNvPr id="456" name="Google Shape;456;p52"/>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457" name="Shape 457"/>
        <p:cNvGrpSpPr/>
        <p:nvPr/>
      </p:nvGrpSpPr>
      <p:grpSpPr>
        <a:xfrm>
          <a:off x="0" y="0"/>
          <a:ext cx="0" cy="0"/>
          <a:chOff x="0" y="0"/>
          <a:chExt cx="0" cy="0"/>
        </a:xfrm>
      </p:grpSpPr>
      <p:sp>
        <p:nvSpPr>
          <p:cNvPr id="458" name="Google Shape;458;p53"/>
          <p:cNvSpPr/>
          <p:nvPr/>
        </p:nvSpPr>
        <p:spPr>
          <a:xfrm>
            <a:off x="9144000" y="0"/>
            <a:ext cx="9144000" cy="10287000"/>
          </a:xfrm>
          <a:prstGeom prst="rect">
            <a:avLst/>
          </a:prstGeom>
          <a:solidFill>
            <a:schemeClr val="accen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2000">
              <a:solidFill>
                <a:schemeClr val="lt1"/>
              </a:solidFill>
              <a:latin typeface="Lato"/>
              <a:ea typeface="Lato"/>
              <a:cs typeface="Lato"/>
              <a:sym typeface="Lato"/>
            </a:endParaRPr>
          </a:p>
        </p:txBody>
      </p:sp>
      <p:sp>
        <p:nvSpPr>
          <p:cNvPr id="459" name="Google Shape;459;p53"/>
          <p:cNvSpPr/>
          <p:nvPr/>
        </p:nvSpPr>
        <p:spPr>
          <a:xfrm>
            <a:off x="12049126" y="514350"/>
            <a:ext cx="2976207" cy="318373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60" name="Google Shape;460;p53"/>
          <p:cNvSpPr/>
          <p:nvPr/>
        </p:nvSpPr>
        <p:spPr>
          <a:xfrm>
            <a:off x="9148762" y="4833940"/>
            <a:ext cx="6372813" cy="5453063"/>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461" name="Google Shape;461;p53"/>
          <p:cNvSpPr/>
          <p:nvPr/>
        </p:nvSpPr>
        <p:spPr>
          <a:xfrm>
            <a:off x="14368302" y="1268700"/>
            <a:ext cx="3919698" cy="5612695"/>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462" name="Google Shape;462;p53"/>
          <p:cNvSpPr/>
          <p:nvPr/>
        </p:nvSpPr>
        <p:spPr>
          <a:xfrm>
            <a:off x="12982576" y="5507072"/>
            <a:ext cx="3152780" cy="3372613"/>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63" name="Google Shape;463;p53"/>
          <p:cNvSpPr/>
          <p:nvPr/>
        </p:nvSpPr>
        <p:spPr>
          <a:xfrm>
            <a:off x="9144000" y="0"/>
            <a:ext cx="9144000" cy="10287000"/>
          </a:xfrm>
          <a:prstGeom prst="rect">
            <a:avLst/>
          </a:prstGeom>
          <a:solidFill>
            <a:schemeClr val="dk2"/>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464" name="Google Shape;464;p53"/>
          <p:cNvSpPr txBox="1"/>
          <p:nvPr>
            <p:ph idx="1" type="body"/>
          </p:nvPr>
        </p:nvSpPr>
        <p:spPr>
          <a:xfrm>
            <a:off x="731500" y="1268700"/>
            <a:ext cx="7654800" cy="589800"/>
          </a:xfrm>
          <a:prstGeom prst="rect">
            <a:avLst/>
          </a:prstGeom>
          <a:noFill/>
          <a:ln>
            <a:noFill/>
          </a:ln>
        </p:spPr>
        <p:txBody>
          <a:bodyPr anchorCtr="0" anchor="t" bIns="182850" lIns="182850" spcFirstLastPara="1" rIns="182850" wrap="square" tIns="182850">
            <a:spAutoFit/>
          </a:bodyPr>
          <a:lstStyle>
            <a:lvl1pPr indent="-228600" lvl="0" marL="457200" algn="l">
              <a:lnSpc>
                <a:spcPct val="105000"/>
              </a:lnSpc>
              <a:spcBef>
                <a:spcPts val="0"/>
              </a:spcBef>
              <a:spcAft>
                <a:spcPts val="0"/>
              </a:spcAft>
              <a:buClr>
                <a:srgbClr val="5B5B5B"/>
              </a:buClr>
              <a:buSzPts val="3200"/>
              <a:buNone/>
              <a:defRPr sz="3200">
                <a:solidFill>
                  <a:srgbClr val="5B5B5B"/>
                </a:solidFill>
              </a:defRPr>
            </a:lvl1pPr>
            <a:lvl2pPr indent="-457200" lvl="1" marL="914400" algn="l">
              <a:lnSpc>
                <a:spcPct val="105000"/>
              </a:lnSpc>
              <a:spcBef>
                <a:spcPts val="2000"/>
              </a:spcBef>
              <a:spcAft>
                <a:spcPts val="0"/>
              </a:spcAft>
              <a:buClr>
                <a:srgbClr val="5B5B5B"/>
              </a:buClr>
              <a:buSzPts val="3600"/>
              <a:buChar char="•"/>
              <a:defRPr>
                <a:solidFill>
                  <a:srgbClr val="5B5B5B"/>
                </a:solidFill>
              </a:defRPr>
            </a:lvl2pPr>
            <a:lvl3pPr indent="-457200" lvl="2" marL="1371600" algn="l">
              <a:lnSpc>
                <a:spcPct val="105000"/>
              </a:lnSpc>
              <a:spcBef>
                <a:spcPts val="2000"/>
              </a:spcBef>
              <a:spcAft>
                <a:spcPts val="0"/>
              </a:spcAft>
              <a:buClr>
                <a:srgbClr val="5B5B5B"/>
              </a:buClr>
              <a:buSzPts val="3600"/>
              <a:buChar char="•"/>
              <a:defRPr>
                <a:solidFill>
                  <a:srgbClr val="5B5B5B"/>
                </a:solidFill>
              </a:defRPr>
            </a:lvl3pPr>
            <a:lvl4pPr indent="-457200" lvl="3" marL="1828800" algn="l">
              <a:lnSpc>
                <a:spcPct val="105000"/>
              </a:lnSpc>
              <a:spcBef>
                <a:spcPts val="2000"/>
              </a:spcBef>
              <a:spcAft>
                <a:spcPts val="0"/>
              </a:spcAft>
              <a:buClr>
                <a:srgbClr val="5B5B5B"/>
              </a:buClr>
              <a:buSzPts val="3600"/>
              <a:buChar char="•"/>
              <a:defRPr>
                <a:solidFill>
                  <a:srgbClr val="5B5B5B"/>
                </a:solidFill>
              </a:defRPr>
            </a:lvl4pPr>
            <a:lvl5pPr indent="-457200" lvl="4" marL="2286000" algn="l">
              <a:lnSpc>
                <a:spcPct val="105000"/>
              </a:lnSpc>
              <a:spcBef>
                <a:spcPts val="2000"/>
              </a:spcBef>
              <a:spcAft>
                <a:spcPts val="0"/>
              </a:spcAft>
              <a:buClr>
                <a:srgbClr val="5B5B5B"/>
              </a:buClr>
              <a:buSzPts val="3600"/>
              <a:buChar char="•"/>
              <a:defRPr>
                <a:solidFill>
                  <a:srgbClr val="5B5B5B"/>
                </a:solidFill>
              </a:defRPr>
            </a:lvl5pPr>
            <a:lvl6pPr indent="-457200" lvl="5" marL="2743200" algn="l">
              <a:lnSpc>
                <a:spcPct val="105000"/>
              </a:lnSpc>
              <a:spcBef>
                <a:spcPts val="2000"/>
              </a:spcBef>
              <a:spcAft>
                <a:spcPts val="0"/>
              </a:spcAft>
              <a:buClr>
                <a:srgbClr val="5B5B5B"/>
              </a:buClr>
              <a:buSzPts val="3600"/>
              <a:buChar char="•"/>
              <a:defRPr>
                <a:solidFill>
                  <a:srgbClr val="5B5B5B"/>
                </a:solidFill>
              </a:defRPr>
            </a:lvl6pPr>
            <a:lvl7pPr indent="-457200" lvl="6" marL="3200400" algn="l">
              <a:lnSpc>
                <a:spcPct val="105000"/>
              </a:lnSpc>
              <a:spcBef>
                <a:spcPts val="2000"/>
              </a:spcBef>
              <a:spcAft>
                <a:spcPts val="0"/>
              </a:spcAft>
              <a:buClr>
                <a:srgbClr val="5B5B5B"/>
              </a:buClr>
              <a:buSzPts val="3600"/>
              <a:buChar char="•"/>
              <a:defRPr>
                <a:solidFill>
                  <a:srgbClr val="5B5B5B"/>
                </a:solidFill>
              </a:defRPr>
            </a:lvl7pPr>
            <a:lvl8pPr indent="-457200" lvl="7" marL="3657600" algn="l">
              <a:lnSpc>
                <a:spcPct val="105000"/>
              </a:lnSpc>
              <a:spcBef>
                <a:spcPts val="2000"/>
              </a:spcBef>
              <a:spcAft>
                <a:spcPts val="0"/>
              </a:spcAft>
              <a:buClr>
                <a:srgbClr val="5B5B5B"/>
              </a:buClr>
              <a:buSzPts val="3600"/>
              <a:buChar char="•"/>
              <a:defRPr>
                <a:solidFill>
                  <a:srgbClr val="5B5B5B"/>
                </a:solidFill>
              </a:defRPr>
            </a:lvl8pPr>
            <a:lvl9pPr indent="-457200" lvl="8" marL="4114800" algn="l">
              <a:lnSpc>
                <a:spcPct val="105000"/>
              </a:lnSpc>
              <a:spcBef>
                <a:spcPts val="2000"/>
              </a:spcBef>
              <a:spcAft>
                <a:spcPts val="2000"/>
              </a:spcAft>
              <a:buClr>
                <a:srgbClr val="5B5B5B"/>
              </a:buClr>
              <a:buSzPts val="3600"/>
              <a:buChar char="•"/>
              <a:defRPr>
                <a:solidFill>
                  <a:srgbClr val="5B5B5B"/>
                </a:solidFill>
              </a:defRPr>
            </a:lvl9pPr>
          </a:lstStyle>
          <a:p/>
        </p:txBody>
      </p:sp>
      <p:sp>
        <p:nvSpPr>
          <p:cNvPr id="465" name="Google Shape;465;p53"/>
          <p:cNvSpPr txBox="1"/>
          <p:nvPr>
            <p:ph type="title"/>
          </p:nvPr>
        </p:nvSpPr>
        <p:spPr>
          <a:xfrm>
            <a:off x="731511" y="548640"/>
            <a:ext cx="7957800" cy="1255800"/>
          </a:xfrm>
          <a:prstGeom prst="rect">
            <a:avLst/>
          </a:prstGeom>
        </p:spPr>
        <p:txBody>
          <a:bodyPr anchorCtr="0" anchor="t" bIns="182850" lIns="182850" spcFirstLastPara="1" rIns="182850" wrap="square" tIns="182850">
            <a:sp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466" name="Google Shape;466;p53"/>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FFFFFF"/>
                </a:solidFill>
              </a:defRPr>
            </a:lvl1pPr>
            <a:lvl2pPr indent="0" lvl="1" marL="0" marR="0" algn="r">
              <a:spcBef>
                <a:spcPts val="0"/>
              </a:spcBef>
              <a:buNone/>
              <a:defRPr i="0" sz="1200">
                <a:solidFill>
                  <a:srgbClr val="FFFFFF"/>
                </a:solidFill>
              </a:defRPr>
            </a:lvl2pPr>
            <a:lvl3pPr indent="0" lvl="2" marL="0" marR="0" algn="r">
              <a:spcBef>
                <a:spcPts val="0"/>
              </a:spcBef>
              <a:buNone/>
              <a:defRPr i="0" sz="1200">
                <a:solidFill>
                  <a:srgbClr val="FFFFFF"/>
                </a:solidFill>
              </a:defRPr>
            </a:lvl3pPr>
            <a:lvl4pPr indent="0" lvl="3" marL="0" marR="0" algn="r">
              <a:spcBef>
                <a:spcPts val="0"/>
              </a:spcBef>
              <a:buNone/>
              <a:defRPr i="0" sz="1200">
                <a:solidFill>
                  <a:srgbClr val="FFFFFF"/>
                </a:solidFill>
              </a:defRPr>
            </a:lvl4pPr>
            <a:lvl5pPr indent="0" lvl="4" marL="0" marR="0" algn="r">
              <a:spcBef>
                <a:spcPts val="0"/>
              </a:spcBef>
              <a:buNone/>
              <a:defRPr i="0" sz="1200">
                <a:solidFill>
                  <a:srgbClr val="FFFFFF"/>
                </a:solidFill>
              </a:defRPr>
            </a:lvl5pPr>
            <a:lvl6pPr indent="0" lvl="5" marL="0" marR="0" algn="r">
              <a:spcBef>
                <a:spcPts val="0"/>
              </a:spcBef>
              <a:buNone/>
              <a:defRPr i="0" sz="1200">
                <a:solidFill>
                  <a:srgbClr val="FFFFFF"/>
                </a:solidFill>
              </a:defRPr>
            </a:lvl6pPr>
            <a:lvl7pPr indent="0" lvl="6" marL="0" marR="0" algn="r">
              <a:spcBef>
                <a:spcPts val="0"/>
              </a:spcBef>
              <a:buNone/>
              <a:defRPr i="0" sz="1200">
                <a:solidFill>
                  <a:srgbClr val="FFFFFF"/>
                </a:solidFill>
              </a:defRPr>
            </a:lvl7pPr>
            <a:lvl8pPr indent="0" lvl="7" marL="0" marR="0" algn="r">
              <a:spcBef>
                <a:spcPts val="0"/>
              </a:spcBef>
              <a:buNone/>
              <a:defRPr i="0" sz="1200">
                <a:solidFill>
                  <a:srgbClr val="FFFFFF"/>
                </a:solidFill>
              </a:defRPr>
            </a:lvl8pPr>
            <a:lvl9pPr indent="0" lvl="8" marL="0" marR="0" algn="r">
              <a:spcBef>
                <a:spcPts val="0"/>
              </a:spcBef>
              <a:buNone/>
              <a:defRPr i="0" sz="1200">
                <a:solidFill>
                  <a:srgbClr val="FFFFFF"/>
                </a:solidFill>
              </a:defRPr>
            </a:lvl9pPr>
          </a:lstStyle>
          <a:p>
            <a:pPr indent="0" lvl="0" marL="0" rtl="0" algn="r">
              <a:spcBef>
                <a:spcPts val="0"/>
              </a:spcBef>
              <a:spcAft>
                <a:spcPts val="0"/>
              </a:spcAft>
              <a:buNone/>
            </a:pPr>
            <a:fld id="{00000000-1234-1234-1234-123412341234}" type="slidenum">
              <a:rPr lang="en-US"/>
              <a:t>‹#›</a:t>
            </a:fld>
            <a:endParaRPr/>
          </a:p>
        </p:txBody>
      </p:sp>
      <p:sp>
        <p:nvSpPr>
          <p:cNvPr id="467" name="Google Shape;467;p53"/>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68" name="Google Shape;468;p53"/>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pic>
        <p:nvPicPr>
          <p:cNvPr id="469" name="Google Shape;469;p53"/>
          <p:cNvPicPr preferRelativeResize="0"/>
          <p:nvPr/>
        </p:nvPicPr>
        <p:blipFill rotWithShape="1">
          <a:blip r:embed="rId2">
            <a:alphaModFix/>
          </a:blip>
          <a:srcRect b="9584" l="13585" r="0" t="0"/>
          <a:stretch/>
        </p:blipFill>
        <p:spPr>
          <a:xfrm>
            <a:off x="9144000" y="6428500"/>
            <a:ext cx="3387295" cy="3858504"/>
          </a:xfrm>
          <a:prstGeom prst="rect">
            <a:avLst/>
          </a:prstGeom>
          <a:noFill/>
          <a:ln>
            <a:noFill/>
          </a:ln>
        </p:spPr>
      </p:pic>
      <p:sp>
        <p:nvSpPr>
          <p:cNvPr id="470" name="Google Shape;470;p53"/>
          <p:cNvSpPr/>
          <p:nvPr/>
        </p:nvSpPr>
        <p:spPr>
          <a:xfrm>
            <a:off x="16135352" y="457203"/>
            <a:ext cx="2155834" cy="3086983"/>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471" name="Google Shape;471;p53"/>
          <p:cNvSpPr txBox="1"/>
          <p:nvPr>
            <p:ph idx="2" type="body"/>
          </p:nvPr>
        </p:nvSpPr>
        <p:spPr>
          <a:xfrm>
            <a:off x="9875520" y="2560300"/>
            <a:ext cx="7132800" cy="6812400"/>
          </a:xfrm>
          <a:prstGeom prst="rect">
            <a:avLst/>
          </a:prstGeom>
          <a:noFill/>
          <a:ln>
            <a:noFill/>
          </a:ln>
        </p:spPr>
        <p:txBody>
          <a:bodyPr anchorCtr="0" anchor="t" bIns="182850" lIns="182850" spcFirstLastPara="1" rIns="182850" wrap="square" tIns="182850">
            <a:spAutoFit/>
          </a:bodyPr>
          <a:lstStyle>
            <a:lvl1pPr indent="-457200" lvl="0" marL="457200" marR="0" algn="l">
              <a:lnSpc>
                <a:spcPct val="115000"/>
              </a:lnSpc>
              <a:spcBef>
                <a:spcPts val="0"/>
              </a:spcBef>
              <a:spcAft>
                <a:spcPts val="0"/>
              </a:spcAft>
              <a:buSzPts val="3600"/>
              <a:buChar char="•"/>
              <a:defRPr i="0" sz="3600" u="none" cap="none" strike="noStrike">
                <a:solidFill>
                  <a:schemeClr val="lt1"/>
                </a:solidFill>
              </a:defRPr>
            </a:lvl1pPr>
            <a:lvl2pPr indent="-457200" lvl="1" marL="914400" marR="0" algn="l">
              <a:lnSpc>
                <a:spcPct val="115000"/>
              </a:lnSpc>
              <a:spcBef>
                <a:spcPts val="2000"/>
              </a:spcBef>
              <a:spcAft>
                <a:spcPts val="0"/>
              </a:spcAft>
              <a:buSzPts val="3600"/>
              <a:buChar char="•"/>
              <a:defRPr i="0" sz="3600" u="none" cap="none" strike="noStrike">
                <a:solidFill>
                  <a:schemeClr val="lt1"/>
                </a:solidFill>
              </a:defRPr>
            </a:lvl2pPr>
            <a:lvl3pPr indent="-406400" lvl="2" marL="1371600" marR="0" algn="l">
              <a:lnSpc>
                <a:spcPct val="115000"/>
              </a:lnSpc>
              <a:spcBef>
                <a:spcPts val="2000"/>
              </a:spcBef>
              <a:spcAft>
                <a:spcPts val="0"/>
              </a:spcAft>
              <a:buSzPts val="2800"/>
              <a:buChar char="•"/>
              <a:defRPr i="0" u="none" cap="none" strike="noStrike">
                <a:solidFill>
                  <a:schemeClr val="lt1"/>
                </a:solidFill>
              </a:defRPr>
            </a:lvl3pPr>
            <a:lvl4pPr indent="-406400" lvl="3" marL="1828800" marR="0" algn="l">
              <a:lnSpc>
                <a:spcPct val="115000"/>
              </a:lnSpc>
              <a:spcBef>
                <a:spcPts val="2000"/>
              </a:spcBef>
              <a:spcAft>
                <a:spcPts val="0"/>
              </a:spcAft>
              <a:buSzPts val="2800"/>
              <a:buChar char="•"/>
              <a:defRPr i="0" u="none" cap="none" strike="noStrike">
                <a:solidFill>
                  <a:schemeClr val="lt1"/>
                </a:solidFill>
              </a:defRPr>
            </a:lvl4pPr>
            <a:lvl5pPr indent="-406400" lvl="4" marL="2286000" marR="0" algn="l">
              <a:lnSpc>
                <a:spcPct val="115000"/>
              </a:lnSpc>
              <a:spcBef>
                <a:spcPts val="2000"/>
              </a:spcBef>
              <a:spcAft>
                <a:spcPts val="0"/>
              </a:spcAft>
              <a:buSzPts val="2800"/>
              <a:buChar char="•"/>
              <a:defRPr i="0" u="none" cap="none" strike="noStrike">
                <a:solidFill>
                  <a:schemeClr val="lt1"/>
                </a:solidFill>
              </a:defRPr>
            </a:lvl5pPr>
            <a:lvl6pPr indent="-406400" lvl="5" marL="2743200" marR="0" algn="l">
              <a:lnSpc>
                <a:spcPct val="115000"/>
              </a:lnSpc>
              <a:spcBef>
                <a:spcPts val="2000"/>
              </a:spcBef>
              <a:spcAft>
                <a:spcPts val="0"/>
              </a:spcAft>
              <a:buSzPts val="2800"/>
              <a:buChar char="•"/>
              <a:defRPr i="0" u="none" cap="none" strike="noStrike">
                <a:solidFill>
                  <a:schemeClr val="lt1"/>
                </a:solidFill>
              </a:defRPr>
            </a:lvl6pPr>
            <a:lvl7pPr indent="-406400" lvl="6" marL="3200400" marR="0" algn="l">
              <a:lnSpc>
                <a:spcPct val="115000"/>
              </a:lnSpc>
              <a:spcBef>
                <a:spcPts val="2000"/>
              </a:spcBef>
              <a:spcAft>
                <a:spcPts val="0"/>
              </a:spcAft>
              <a:buSzPts val="2800"/>
              <a:buChar char="•"/>
              <a:defRPr i="0" u="none" cap="none" strike="noStrike">
                <a:solidFill>
                  <a:schemeClr val="lt1"/>
                </a:solidFill>
              </a:defRPr>
            </a:lvl7pPr>
            <a:lvl8pPr indent="-406400" lvl="7" marL="3657600" marR="0" algn="l">
              <a:lnSpc>
                <a:spcPct val="115000"/>
              </a:lnSpc>
              <a:spcBef>
                <a:spcPts val="2000"/>
              </a:spcBef>
              <a:spcAft>
                <a:spcPts val="0"/>
              </a:spcAft>
              <a:buSzPts val="2800"/>
              <a:buChar char="•"/>
              <a:defRPr i="0" u="none" cap="none" strike="noStrike">
                <a:solidFill>
                  <a:schemeClr val="lt1"/>
                </a:solidFill>
              </a:defRPr>
            </a:lvl8pPr>
            <a:lvl9pPr indent="-406400" lvl="8" marL="4114800" marR="0" algn="l">
              <a:lnSpc>
                <a:spcPct val="115000"/>
              </a:lnSpc>
              <a:spcBef>
                <a:spcPts val="2000"/>
              </a:spcBef>
              <a:spcAft>
                <a:spcPts val="2000"/>
              </a:spcAft>
              <a:buSzPts val="2800"/>
              <a:buChar char="•"/>
              <a:defRPr i="0" u="none" cap="none" strike="noStrike">
                <a:solidFill>
                  <a:schemeClr val="lt1"/>
                </a:solidFill>
              </a:defRPr>
            </a:lvl9pPr>
          </a:lstStyle>
          <a:p/>
        </p:txBody>
      </p:sp>
      <p:sp>
        <p:nvSpPr>
          <p:cNvPr id="472" name="Google Shape;472;p53"/>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473" name="Shape 473"/>
        <p:cNvGrpSpPr/>
        <p:nvPr/>
      </p:nvGrpSpPr>
      <p:grpSpPr>
        <a:xfrm>
          <a:off x="0" y="0"/>
          <a:ext cx="0" cy="0"/>
          <a:chOff x="0" y="0"/>
          <a:chExt cx="0" cy="0"/>
        </a:xfrm>
      </p:grpSpPr>
      <p:sp>
        <p:nvSpPr>
          <p:cNvPr id="474" name="Google Shape;474;p54"/>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475" name="Google Shape;475;p5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76" name="Google Shape;476;p54"/>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solidFill>
          <a:schemeClr val="accent1"/>
        </a:solidFill>
      </p:bgPr>
    </p:bg>
    <p:spTree>
      <p:nvGrpSpPr>
        <p:cNvPr id="477" name="Shape 477"/>
        <p:cNvGrpSpPr/>
        <p:nvPr/>
      </p:nvGrpSpPr>
      <p:grpSpPr>
        <a:xfrm>
          <a:off x="0" y="0"/>
          <a:ext cx="0" cy="0"/>
          <a:chOff x="0" y="0"/>
          <a:chExt cx="0" cy="0"/>
        </a:xfrm>
      </p:grpSpPr>
      <p:grpSp>
        <p:nvGrpSpPr>
          <p:cNvPr id="478" name="Google Shape;478;p55"/>
          <p:cNvGrpSpPr/>
          <p:nvPr/>
        </p:nvGrpSpPr>
        <p:grpSpPr>
          <a:xfrm>
            <a:off x="-19" y="7540878"/>
            <a:ext cx="18287993" cy="2743129"/>
            <a:chOff x="-10" y="3735321"/>
            <a:chExt cx="9139427" cy="1408177"/>
          </a:xfrm>
        </p:grpSpPr>
        <p:pic>
          <p:nvPicPr>
            <p:cNvPr id="479" name="Google Shape;479;p5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480" name="Google Shape;480;p5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481" name="Google Shape;481;p5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grpSp>
        <p:nvGrpSpPr>
          <p:cNvPr id="482" name="Google Shape;482;p55"/>
          <p:cNvGrpSpPr/>
          <p:nvPr/>
        </p:nvGrpSpPr>
        <p:grpSpPr>
          <a:xfrm>
            <a:off x="-19" y="7540878"/>
            <a:ext cx="18287993" cy="2743129"/>
            <a:chOff x="-10" y="3735321"/>
            <a:chExt cx="9139427" cy="1408177"/>
          </a:xfrm>
        </p:grpSpPr>
        <p:pic>
          <p:nvPicPr>
            <p:cNvPr id="483" name="Google Shape;483;p5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484" name="Google Shape;484;p5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485" name="Google Shape;485;p5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486" name="Google Shape;486;p55"/>
          <p:cNvSpPr/>
          <p:nvPr/>
        </p:nvSpPr>
        <p:spPr>
          <a:xfrm>
            <a:off x="913864" y="9797850"/>
            <a:ext cx="32718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dk1"/>
                </a:solidFill>
                <a:latin typeface="Arial"/>
                <a:ea typeface="Arial"/>
                <a:cs typeface="Arial"/>
                <a:sym typeface="Arial"/>
              </a:rPr>
              <a:t>© </a:t>
            </a:r>
            <a:r>
              <a:rPr lang="en-US" sz="1200">
                <a:solidFill>
                  <a:schemeClr val="dk1"/>
                </a:solidFill>
              </a:rPr>
              <a:t>2026</a:t>
            </a:r>
            <a:r>
              <a:rPr b="0" i="0" lang="en-US" sz="1200">
                <a:solidFill>
                  <a:schemeClr val="dk1"/>
                </a:solidFill>
                <a:latin typeface="Arial"/>
                <a:ea typeface="Arial"/>
                <a:cs typeface="Arial"/>
                <a:sym typeface="Arial"/>
              </a:rPr>
              <a:t> Snowflake Inc. All Rights Reserved</a:t>
            </a:r>
            <a:endParaRPr sz="1200">
              <a:solidFill>
                <a:schemeClr val="dk1"/>
              </a:solidFill>
              <a:latin typeface="Arial"/>
              <a:ea typeface="Arial"/>
              <a:cs typeface="Arial"/>
              <a:sym typeface="Arial"/>
            </a:endParaRPr>
          </a:p>
        </p:txBody>
      </p:sp>
      <p:sp>
        <p:nvSpPr>
          <p:cNvPr id="487" name="Google Shape;487;p55"/>
          <p:cNvSpPr txBox="1"/>
          <p:nvPr>
            <p:ph type="title"/>
          </p:nvPr>
        </p:nvSpPr>
        <p:spPr>
          <a:xfrm>
            <a:off x="733200" y="6320875"/>
            <a:ext cx="10789800" cy="885000"/>
          </a:xfrm>
          <a:prstGeom prst="rect">
            <a:avLst/>
          </a:prstGeom>
          <a:noFill/>
          <a:ln>
            <a:noFill/>
          </a:ln>
        </p:spPr>
        <p:txBody>
          <a:bodyPr anchorCtr="0" anchor="t" bIns="182850" lIns="182850" spcFirstLastPara="1" rIns="182850" wrap="square" tIns="182850">
            <a:noAutofit/>
          </a:bodyPr>
          <a:lstStyle>
            <a:lvl1pPr lvl="0" marR="0">
              <a:lnSpc>
                <a:spcPct val="80000"/>
              </a:lnSpc>
              <a:spcBef>
                <a:spcPts val="0"/>
              </a:spcBef>
              <a:spcAft>
                <a:spcPts val="0"/>
              </a:spcAft>
              <a:buClr>
                <a:schemeClr val="dk1"/>
              </a:buClr>
              <a:buSzPts val="3600"/>
              <a:buNone/>
              <a:defRPr i="0" sz="36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488" name="Google Shape;488;p55"/>
          <p:cNvSpPr txBox="1"/>
          <p:nvPr>
            <p:ph idx="2" type="title"/>
          </p:nvPr>
        </p:nvSpPr>
        <p:spPr>
          <a:xfrm>
            <a:off x="733200" y="8719386"/>
            <a:ext cx="8410800" cy="548400"/>
          </a:xfrm>
          <a:prstGeom prst="rect">
            <a:avLst/>
          </a:prstGeom>
          <a:noFill/>
          <a:ln>
            <a:noFill/>
          </a:ln>
        </p:spPr>
        <p:txBody>
          <a:bodyPr anchorCtr="0" anchor="b" bIns="182850" lIns="182850" spcFirstLastPara="1" rIns="182850" wrap="square" tIns="182850">
            <a:noAutofit/>
          </a:bodyPr>
          <a:lstStyle>
            <a:lvl1pPr lvl="0" marR="0">
              <a:lnSpc>
                <a:spcPct val="90000"/>
              </a:lnSpc>
              <a:spcBef>
                <a:spcPts val="0"/>
              </a:spcBef>
              <a:spcAft>
                <a:spcPts val="0"/>
              </a:spcAft>
              <a:buClr>
                <a:schemeClr val="dk1"/>
              </a:buClr>
              <a:buSzPts val="2800"/>
              <a:buNone/>
              <a:defRPr i="0" sz="28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489" name="Google Shape;489;p55"/>
          <p:cNvSpPr/>
          <p:nvPr/>
        </p:nvSpPr>
        <p:spPr>
          <a:xfrm>
            <a:off x="914400" y="1097280"/>
            <a:ext cx="3657616" cy="836024"/>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
        <p:nvSpPr>
          <p:cNvPr id="490" name="Google Shape;490;p55"/>
          <p:cNvSpPr txBox="1"/>
          <p:nvPr>
            <p:ph idx="3" type="title"/>
          </p:nvPr>
        </p:nvSpPr>
        <p:spPr>
          <a:xfrm>
            <a:off x="733200" y="2377450"/>
            <a:ext cx="14821800" cy="3840600"/>
          </a:xfrm>
          <a:prstGeom prst="rect">
            <a:avLst/>
          </a:prstGeom>
          <a:noFill/>
          <a:ln>
            <a:noFill/>
          </a:ln>
        </p:spPr>
        <p:txBody>
          <a:bodyPr anchorCtr="0" anchor="b" bIns="182850" lIns="182850" spcFirstLastPara="1" rIns="182850" wrap="square" tIns="182850">
            <a:noAutofit/>
          </a:bodyPr>
          <a:lstStyle>
            <a:lvl1pPr lvl="0" marR="0">
              <a:lnSpc>
                <a:spcPct val="85000"/>
              </a:lnSpc>
              <a:spcBef>
                <a:spcPts val="0"/>
              </a:spcBef>
              <a:spcAft>
                <a:spcPts val="0"/>
              </a:spcAft>
              <a:buClr>
                <a:schemeClr val="dk1"/>
              </a:buClr>
              <a:buSzPts val="8800"/>
              <a:buNone/>
              <a:defRPr i="0" sz="8800" u="none" cap="none" strike="noStrike">
                <a:solidFill>
                  <a:schemeClr val="dk1"/>
                </a:solidFill>
              </a:defRPr>
            </a:lvl1pPr>
            <a:lvl2pPr lvl="1">
              <a:lnSpc>
                <a:spcPct val="74000"/>
              </a:lnSpc>
              <a:spcBef>
                <a:spcPts val="0"/>
              </a:spcBef>
              <a:spcAft>
                <a:spcPts val="0"/>
              </a:spcAft>
              <a:buSzPts val="8800"/>
              <a:buFont typeface="Arial Black"/>
              <a:buNone/>
              <a:defRPr b="0" sz="8800">
                <a:latin typeface="Arial Black"/>
                <a:ea typeface="Arial Black"/>
                <a:cs typeface="Arial Black"/>
                <a:sym typeface="Arial Black"/>
              </a:defRPr>
            </a:lvl2pPr>
            <a:lvl3pPr lvl="2">
              <a:lnSpc>
                <a:spcPct val="74000"/>
              </a:lnSpc>
              <a:spcBef>
                <a:spcPts val="0"/>
              </a:spcBef>
              <a:spcAft>
                <a:spcPts val="0"/>
              </a:spcAft>
              <a:buSzPts val="8800"/>
              <a:buFont typeface="Arial Black"/>
              <a:buNone/>
              <a:defRPr b="0" sz="8800">
                <a:latin typeface="Arial Black"/>
                <a:ea typeface="Arial Black"/>
                <a:cs typeface="Arial Black"/>
                <a:sym typeface="Arial Black"/>
              </a:defRPr>
            </a:lvl3pPr>
            <a:lvl4pPr lvl="3">
              <a:lnSpc>
                <a:spcPct val="74000"/>
              </a:lnSpc>
              <a:spcBef>
                <a:spcPts val="0"/>
              </a:spcBef>
              <a:spcAft>
                <a:spcPts val="0"/>
              </a:spcAft>
              <a:buSzPts val="8800"/>
              <a:buFont typeface="Arial Black"/>
              <a:buNone/>
              <a:defRPr b="0" sz="8800">
                <a:latin typeface="Arial Black"/>
                <a:ea typeface="Arial Black"/>
                <a:cs typeface="Arial Black"/>
                <a:sym typeface="Arial Black"/>
              </a:defRPr>
            </a:lvl4pPr>
            <a:lvl5pPr lvl="4">
              <a:lnSpc>
                <a:spcPct val="74000"/>
              </a:lnSpc>
              <a:spcBef>
                <a:spcPts val="0"/>
              </a:spcBef>
              <a:spcAft>
                <a:spcPts val="0"/>
              </a:spcAft>
              <a:buSzPts val="8800"/>
              <a:buFont typeface="Arial Black"/>
              <a:buNone/>
              <a:defRPr b="0" sz="8800">
                <a:latin typeface="Arial Black"/>
                <a:ea typeface="Arial Black"/>
                <a:cs typeface="Arial Black"/>
                <a:sym typeface="Arial Black"/>
              </a:defRPr>
            </a:lvl5pPr>
            <a:lvl6pPr lvl="5">
              <a:lnSpc>
                <a:spcPct val="74000"/>
              </a:lnSpc>
              <a:spcBef>
                <a:spcPts val="0"/>
              </a:spcBef>
              <a:spcAft>
                <a:spcPts val="0"/>
              </a:spcAft>
              <a:buSzPts val="8800"/>
              <a:buFont typeface="Arial Black"/>
              <a:buNone/>
              <a:defRPr b="0" sz="8800">
                <a:latin typeface="Arial Black"/>
                <a:ea typeface="Arial Black"/>
                <a:cs typeface="Arial Black"/>
                <a:sym typeface="Arial Black"/>
              </a:defRPr>
            </a:lvl6pPr>
            <a:lvl7pPr lvl="6">
              <a:lnSpc>
                <a:spcPct val="74000"/>
              </a:lnSpc>
              <a:spcBef>
                <a:spcPts val="0"/>
              </a:spcBef>
              <a:spcAft>
                <a:spcPts val="0"/>
              </a:spcAft>
              <a:buSzPts val="8800"/>
              <a:buFont typeface="Arial Black"/>
              <a:buNone/>
              <a:defRPr b="0" sz="8800">
                <a:latin typeface="Arial Black"/>
                <a:ea typeface="Arial Black"/>
                <a:cs typeface="Arial Black"/>
                <a:sym typeface="Arial Black"/>
              </a:defRPr>
            </a:lvl7pPr>
            <a:lvl8pPr lvl="7">
              <a:lnSpc>
                <a:spcPct val="74000"/>
              </a:lnSpc>
              <a:spcBef>
                <a:spcPts val="0"/>
              </a:spcBef>
              <a:spcAft>
                <a:spcPts val="0"/>
              </a:spcAft>
              <a:buSzPts val="8800"/>
              <a:buFont typeface="Arial Black"/>
              <a:buNone/>
              <a:defRPr b="0" sz="8800">
                <a:latin typeface="Arial Black"/>
                <a:ea typeface="Arial Black"/>
                <a:cs typeface="Arial Black"/>
                <a:sym typeface="Arial Black"/>
              </a:defRPr>
            </a:lvl8pPr>
            <a:lvl9pPr lvl="8">
              <a:lnSpc>
                <a:spcPct val="74000"/>
              </a:lnSpc>
              <a:spcBef>
                <a:spcPts val="0"/>
              </a:spcBef>
              <a:spcAft>
                <a:spcPts val="0"/>
              </a:spcAft>
              <a:buSzPts val="8800"/>
              <a:buFont typeface="Arial Black"/>
              <a:buNone/>
              <a:defRPr b="0" sz="8800">
                <a:latin typeface="Arial Black"/>
                <a:ea typeface="Arial Black"/>
                <a:cs typeface="Arial Black"/>
                <a:sym typeface="Arial Black"/>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solidFill>
          <a:schemeClr val="accent1"/>
        </a:solidFill>
      </p:bgPr>
    </p:bg>
    <p:spTree>
      <p:nvGrpSpPr>
        <p:cNvPr id="491" name="Shape 491"/>
        <p:cNvGrpSpPr/>
        <p:nvPr/>
      </p:nvGrpSpPr>
      <p:grpSpPr>
        <a:xfrm>
          <a:off x="0" y="0"/>
          <a:ext cx="0" cy="0"/>
          <a:chOff x="0" y="0"/>
          <a:chExt cx="0" cy="0"/>
        </a:xfrm>
      </p:grpSpPr>
      <p:grpSp>
        <p:nvGrpSpPr>
          <p:cNvPr id="492" name="Google Shape;492;p56"/>
          <p:cNvGrpSpPr/>
          <p:nvPr/>
        </p:nvGrpSpPr>
        <p:grpSpPr>
          <a:xfrm>
            <a:off x="-5" y="5829700"/>
            <a:ext cx="18287255" cy="4456849"/>
            <a:chOff x="-834856" y="2711517"/>
            <a:chExt cx="9978858" cy="2431981"/>
          </a:xfrm>
        </p:grpSpPr>
        <p:pic>
          <p:nvPicPr>
            <p:cNvPr id="493" name="Google Shape;493;p56"/>
            <p:cNvPicPr preferRelativeResize="0"/>
            <p:nvPr/>
          </p:nvPicPr>
          <p:blipFill rotWithShape="1">
            <a:blip r:embed="rId2">
              <a:alphaModFix amt="85000"/>
            </a:blip>
            <a:srcRect b="30783" l="45993" r="0" t="24707"/>
            <a:stretch/>
          </p:blipFill>
          <p:spPr>
            <a:xfrm>
              <a:off x="-834856" y="2711517"/>
              <a:ext cx="3540541" cy="2431980"/>
            </a:xfrm>
            <a:prstGeom prst="rect">
              <a:avLst/>
            </a:prstGeom>
            <a:noFill/>
            <a:ln>
              <a:noFill/>
            </a:ln>
          </p:spPr>
        </p:pic>
        <p:pic>
          <p:nvPicPr>
            <p:cNvPr id="494" name="Google Shape;494;p56"/>
            <p:cNvPicPr preferRelativeResize="0"/>
            <p:nvPr/>
          </p:nvPicPr>
          <p:blipFill rotWithShape="1">
            <a:blip r:embed="rId3">
              <a:alphaModFix amt="85000"/>
            </a:blip>
            <a:srcRect b="30786" l="0" r="1932" t="25271"/>
            <a:stretch/>
          </p:blipFill>
          <p:spPr>
            <a:xfrm>
              <a:off x="2715550" y="2742300"/>
              <a:ext cx="6428452" cy="2401198"/>
            </a:xfrm>
            <a:prstGeom prst="rect">
              <a:avLst/>
            </a:prstGeom>
            <a:noFill/>
            <a:ln>
              <a:noFill/>
            </a:ln>
          </p:spPr>
        </p:pic>
      </p:grpSp>
      <p:sp>
        <p:nvSpPr>
          <p:cNvPr id="495" name="Google Shape;495;p56"/>
          <p:cNvSpPr/>
          <p:nvPr/>
        </p:nvSpPr>
        <p:spPr>
          <a:xfrm>
            <a:off x="913864" y="9797850"/>
            <a:ext cx="32718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dk1"/>
                </a:solidFill>
                <a:latin typeface="Arial"/>
                <a:ea typeface="Arial"/>
                <a:cs typeface="Arial"/>
                <a:sym typeface="Arial"/>
              </a:rPr>
              <a:t>© </a:t>
            </a:r>
            <a:r>
              <a:rPr lang="en-US" sz="1200">
                <a:solidFill>
                  <a:schemeClr val="dk1"/>
                </a:solidFill>
              </a:rPr>
              <a:t>2026</a:t>
            </a:r>
            <a:r>
              <a:rPr b="0" i="0" lang="en-US" sz="1200">
                <a:solidFill>
                  <a:schemeClr val="dk1"/>
                </a:solidFill>
                <a:latin typeface="Arial"/>
                <a:ea typeface="Arial"/>
                <a:cs typeface="Arial"/>
                <a:sym typeface="Arial"/>
              </a:rPr>
              <a:t> Snowflake Inc. All Rights Reserved</a:t>
            </a:r>
            <a:endParaRPr sz="1200">
              <a:solidFill>
                <a:schemeClr val="dk1"/>
              </a:solidFill>
              <a:latin typeface="Arial"/>
              <a:ea typeface="Arial"/>
              <a:cs typeface="Arial"/>
              <a:sym typeface="Arial"/>
            </a:endParaRPr>
          </a:p>
        </p:txBody>
      </p:sp>
      <p:sp>
        <p:nvSpPr>
          <p:cNvPr id="496" name="Google Shape;496;p56"/>
          <p:cNvSpPr txBox="1"/>
          <p:nvPr>
            <p:ph type="title"/>
          </p:nvPr>
        </p:nvSpPr>
        <p:spPr>
          <a:xfrm>
            <a:off x="733200" y="2377450"/>
            <a:ext cx="14806800" cy="3840600"/>
          </a:xfrm>
          <a:prstGeom prst="rect">
            <a:avLst/>
          </a:prstGeom>
          <a:noFill/>
          <a:ln>
            <a:noFill/>
          </a:ln>
        </p:spPr>
        <p:txBody>
          <a:bodyPr anchorCtr="0" anchor="b" bIns="182850" lIns="182850" spcFirstLastPara="1" rIns="182850" wrap="square" tIns="182850">
            <a:noAutofit/>
          </a:bodyPr>
          <a:lstStyle>
            <a:lvl1pPr indent="0" lvl="0" marL="0" marR="0" algn="l">
              <a:lnSpc>
                <a:spcPct val="85000"/>
              </a:lnSpc>
              <a:spcBef>
                <a:spcPts val="0"/>
              </a:spcBef>
              <a:spcAft>
                <a:spcPts val="0"/>
              </a:spcAft>
              <a:buClr>
                <a:schemeClr val="dk1"/>
              </a:buClr>
              <a:buSzPts val="8800"/>
              <a:buNone/>
              <a:defRPr sz="8800"/>
            </a:lvl1pPr>
            <a:lvl2pPr lvl="1">
              <a:lnSpc>
                <a:spcPct val="74000"/>
              </a:lnSpc>
              <a:spcBef>
                <a:spcPts val="0"/>
              </a:spcBef>
              <a:spcAft>
                <a:spcPts val="0"/>
              </a:spcAft>
              <a:buSzPts val="8800"/>
              <a:buFont typeface="Arial Black"/>
              <a:buNone/>
              <a:defRPr b="0" sz="8800">
                <a:latin typeface="Arial Black"/>
                <a:ea typeface="Arial Black"/>
                <a:cs typeface="Arial Black"/>
                <a:sym typeface="Arial Black"/>
              </a:defRPr>
            </a:lvl2pPr>
            <a:lvl3pPr lvl="2">
              <a:lnSpc>
                <a:spcPct val="74000"/>
              </a:lnSpc>
              <a:spcBef>
                <a:spcPts val="0"/>
              </a:spcBef>
              <a:spcAft>
                <a:spcPts val="0"/>
              </a:spcAft>
              <a:buSzPts val="8800"/>
              <a:buFont typeface="Arial Black"/>
              <a:buNone/>
              <a:defRPr b="0" sz="8800">
                <a:latin typeface="Arial Black"/>
                <a:ea typeface="Arial Black"/>
                <a:cs typeface="Arial Black"/>
                <a:sym typeface="Arial Black"/>
              </a:defRPr>
            </a:lvl3pPr>
            <a:lvl4pPr lvl="3">
              <a:lnSpc>
                <a:spcPct val="74000"/>
              </a:lnSpc>
              <a:spcBef>
                <a:spcPts val="0"/>
              </a:spcBef>
              <a:spcAft>
                <a:spcPts val="0"/>
              </a:spcAft>
              <a:buSzPts val="8800"/>
              <a:buFont typeface="Arial Black"/>
              <a:buNone/>
              <a:defRPr b="0" sz="8800">
                <a:latin typeface="Arial Black"/>
                <a:ea typeface="Arial Black"/>
                <a:cs typeface="Arial Black"/>
                <a:sym typeface="Arial Black"/>
              </a:defRPr>
            </a:lvl4pPr>
            <a:lvl5pPr lvl="4">
              <a:lnSpc>
                <a:spcPct val="74000"/>
              </a:lnSpc>
              <a:spcBef>
                <a:spcPts val="0"/>
              </a:spcBef>
              <a:spcAft>
                <a:spcPts val="0"/>
              </a:spcAft>
              <a:buSzPts val="8800"/>
              <a:buFont typeface="Arial Black"/>
              <a:buNone/>
              <a:defRPr b="0" sz="8800">
                <a:latin typeface="Arial Black"/>
                <a:ea typeface="Arial Black"/>
                <a:cs typeface="Arial Black"/>
                <a:sym typeface="Arial Black"/>
              </a:defRPr>
            </a:lvl5pPr>
            <a:lvl6pPr lvl="5">
              <a:lnSpc>
                <a:spcPct val="74000"/>
              </a:lnSpc>
              <a:spcBef>
                <a:spcPts val="0"/>
              </a:spcBef>
              <a:spcAft>
                <a:spcPts val="0"/>
              </a:spcAft>
              <a:buSzPts val="8800"/>
              <a:buFont typeface="Arial Black"/>
              <a:buNone/>
              <a:defRPr b="0" sz="8800">
                <a:latin typeface="Arial Black"/>
                <a:ea typeface="Arial Black"/>
                <a:cs typeface="Arial Black"/>
                <a:sym typeface="Arial Black"/>
              </a:defRPr>
            </a:lvl6pPr>
            <a:lvl7pPr lvl="6">
              <a:lnSpc>
                <a:spcPct val="74000"/>
              </a:lnSpc>
              <a:spcBef>
                <a:spcPts val="0"/>
              </a:spcBef>
              <a:spcAft>
                <a:spcPts val="0"/>
              </a:spcAft>
              <a:buSzPts val="8800"/>
              <a:buFont typeface="Arial Black"/>
              <a:buNone/>
              <a:defRPr b="0" sz="8800">
                <a:latin typeface="Arial Black"/>
                <a:ea typeface="Arial Black"/>
                <a:cs typeface="Arial Black"/>
                <a:sym typeface="Arial Black"/>
              </a:defRPr>
            </a:lvl7pPr>
            <a:lvl8pPr lvl="7">
              <a:lnSpc>
                <a:spcPct val="74000"/>
              </a:lnSpc>
              <a:spcBef>
                <a:spcPts val="0"/>
              </a:spcBef>
              <a:spcAft>
                <a:spcPts val="0"/>
              </a:spcAft>
              <a:buSzPts val="8800"/>
              <a:buFont typeface="Arial Black"/>
              <a:buNone/>
              <a:defRPr b="0" sz="8800">
                <a:latin typeface="Arial Black"/>
                <a:ea typeface="Arial Black"/>
                <a:cs typeface="Arial Black"/>
                <a:sym typeface="Arial Black"/>
              </a:defRPr>
            </a:lvl8pPr>
            <a:lvl9pPr lvl="8">
              <a:lnSpc>
                <a:spcPct val="74000"/>
              </a:lnSpc>
              <a:spcBef>
                <a:spcPts val="0"/>
              </a:spcBef>
              <a:spcAft>
                <a:spcPts val="0"/>
              </a:spcAft>
              <a:buSzPts val="8800"/>
              <a:buFont typeface="Arial Black"/>
              <a:buNone/>
              <a:defRPr b="0" sz="8800">
                <a:latin typeface="Arial Black"/>
                <a:ea typeface="Arial Black"/>
                <a:cs typeface="Arial Black"/>
                <a:sym typeface="Arial Black"/>
              </a:defRPr>
            </a:lvl9pPr>
          </a:lstStyle>
          <a:p/>
        </p:txBody>
      </p:sp>
      <p:sp>
        <p:nvSpPr>
          <p:cNvPr id="497" name="Google Shape;497;p56"/>
          <p:cNvSpPr txBox="1"/>
          <p:nvPr>
            <p:ph idx="2" type="title"/>
          </p:nvPr>
        </p:nvSpPr>
        <p:spPr>
          <a:xfrm>
            <a:off x="733200" y="6320875"/>
            <a:ext cx="10789800" cy="885000"/>
          </a:xfrm>
          <a:prstGeom prst="rect">
            <a:avLst/>
          </a:prstGeom>
          <a:noFill/>
          <a:ln>
            <a:noFill/>
          </a:ln>
        </p:spPr>
        <p:txBody>
          <a:bodyPr anchorCtr="0" anchor="t" bIns="182850" lIns="182850" spcFirstLastPara="1" rIns="182850" wrap="square" tIns="182850">
            <a:noAutofit/>
          </a:bodyPr>
          <a:lstStyle>
            <a:lvl1pPr lvl="0" marR="0">
              <a:lnSpc>
                <a:spcPct val="80000"/>
              </a:lnSpc>
              <a:spcBef>
                <a:spcPts val="0"/>
              </a:spcBef>
              <a:spcAft>
                <a:spcPts val="0"/>
              </a:spcAft>
              <a:buClr>
                <a:schemeClr val="dk1"/>
              </a:buClr>
              <a:buSzPts val="3600"/>
              <a:buNone/>
              <a:defRPr i="0" sz="3600" u="none" cap="none" strike="noStrike">
                <a:solidFill>
                  <a:schemeClr val="dk1"/>
                </a:solidFill>
              </a:defRPr>
            </a:lvl1pPr>
            <a:lvl2pPr lvl="1">
              <a:lnSpc>
                <a:spcPct val="105000"/>
              </a:lnSpc>
              <a:spcBef>
                <a:spcPts val="0"/>
              </a:spcBef>
              <a:spcAft>
                <a:spcPts val="0"/>
              </a:spcAft>
              <a:buSzPts val="2800"/>
              <a:buFont typeface="Montserrat"/>
              <a:buNone/>
              <a:defRPr b="1" sz="3600">
                <a:latin typeface="Montserrat"/>
                <a:ea typeface="Montserrat"/>
                <a:cs typeface="Montserrat"/>
                <a:sym typeface="Montserrat"/>
              </a:defRPr>
            </a:lvl2pPr>
            <a:lvl3pPr lvl="2">
              <a:lnSpc>
                <a:spcPct val="105000"/>
              </a:lnSpc>
              <a:spcBef>
                <a:spcPts val="2000"/>
              </a:spcBef>
              <a:spcAft>
                <a:spcPts val="0"/>
              </a:spcAft>
              <a:buSzPts val="2800"/>
              <a:buFont typeface="Montserrat"/>
              <a:buNone/>
              <a:defRPr b="1" sz="3600">
                <a:latin typeface="Montserrat"/>
                <a:ea typeface="Montserrat"/>
                <a:cs typeface="Montserrat"/>
                <a:sym typeface="Montserrat"/>
              </a:defRPr>
            </a:lvl3pPr>
            <a:lvl4pPr lvl="3">
              <a:lnSpc>
                <a:spcPct val="105000"/>
              </a:lnSpc>
              <a:spcBef>
                <a:spcPts val="2000"/>
              </a:spcBef>
              <a:spcAft>
                <a:spcPts val="0"/>
              </a:spcAft>
              <a:buSzPts val="2800"/>
              <a:buFont typeface="Montserrat"/>
              <a:buNone/>
              <a:defRPr b="1" sz="3600">
                <a:latin typeface="Montserrat"/>
                <a:ea typeface="Montserrat"/>
                <a:cs typeface="Montserrat"/>
                <a:sym typeface="Montserrat"/>
              </a:defRPr>
            </a:lvl4pPr>
            <a:lvl5pPr lvl="4">
              <a:lnSpc>
                <a:spcPct val="105000"/>
              </a:lnSpc>
              <a:spcBef>
                <a:spcPts val="2000"/>
              </a:spcBef>
              <a:spcAft>
                <a:spcPts val="0"/>
              </a:spcAft>
              <a:buSzPts val="2800"/>
              <a:buFont typeface="Montserrat"/>
              <a:buNone/>
              <a:defRPr b="1" sz="3600">
                <a:latin typeface="Montserrat"/>
                <a:ea typeface="Montserrat"/>
                <a:cs typeface="Montserrat"/>
                <a:sym typeface="Montserrat"/>
              </a:defRPr>
            </a:lvl5pPr>
            <a:lvl6pPr lvl="5">
              <a:lnSpc>
                <a:spcPct val="105000"/>
              </a:lnSpc>
              <a:spcBef>
                <a:spcPts val="2000"/>
              </a:spcBef>
              <a:spcAft>
                <a:spcPts val="0"/>
              </a:spcAft>
              <a:buSzPts val="2800"/>
              <a:buFont typeface="Montserrat"/>
              <a:buNone/>
              <a:defRPr b="1" sz="3600">
                <a:latin typeface="Montserrat"/>
                <a:ea typeface="Montserrat"/>
                <a:cs typeface="Montserrat"/>
                <a:sym typeface="Montserrat"/>
              </a:defRPr>
            </a:lvl6pPr>
            <a:lvl7pPr lvl="6">
              <a:lnSpc>
                <a:spcPct val="105000"/>
              </a:lnSpc>
              <a:spcBef>
                <a:spcPts val="2000"/>
              </a:spcBef>
              <a:spcAft>
                <a:spcPts val="0"/>
              </a:spcAft>
              <a:buSzPts val="2800"/>
              <a:buFont typeface="Montserrat"/>
              <a:buNone/>
              <a:defRPr b="1" sz="3600">
                <a:latin typeface="Montserrat"/>
                <a:ea typeface="Montserrat"/>
                <a:cs typeface="Montserrat"/>
                <a:sym typeface="Montserrat"/>
              </a:defRPr>
            </a:lvl7pPr>
            <a:lvl8pPr lvl="7">
              <a:lnSpc>
                <a:spcPct val="105000"/>
              </a:lnSpc>
              <a:spcBef>
                <a:spcPts val="2000"/>
              </a:spcBef>
              <a:spcAft>
                <a:spcPts val="0"/>
              </a:spcAft>
              <a:buSzPts val="2800"/>
              <a:buFont typeface="Montserrat"/>
              <a:buNone/>
              <a:defRPr b="1" sz="3600">
                <a:latin typeface="Montserrat"/>
                <a:ea typeface="Montserrat"/>
                <a:cs typeface="Montserrat"/>
                <a:sym typeface="Montserrat"/>
              </a:defRPr>
            </a:lvl8pPr>
            <a:lvl9pPr lvl="8">
              <a:lnSpc>
                <a:spcPct val="105000"/>
              </a:lnSpc>
              <a:spcBef>
                <a:spcPts val="2000"/>
              </a:spcBef>
              <a:spcAft>
                <a:spcPts val="2000"/>
              </a:spcAft>
              <a:buSzPts val="2800"/>
              <a:buFont typeface="Montserrat"/>
              <a:buNone/>
              <a:defRPr b="1" sz="3600">
                <a:latin typeface="Montserrat"/>
                <a:ea typeface="Montserrat"/>
                <a:cs typeface="Montserrat"/>
                <a:sym typeface="Montserrat"/>
              </a:defRPr>
            </a:lvl9pPr>
          </a:lstStyle>
          <a:p/>
        </p:txBody>
      </p:sp>
      <p:sp>
        <p:nvSpPr>
          <p:cNvPr id="498" name="Google Shape;498;p56"/>
          <p:cNvSpPr txBox="1"/>
          <p:nvPr>
            <p:ph idx="3" type="title"/>
          </p:nvPr>
        </p:nvSpPr>
        <p:spPr>
          <a:xfrm>
            <a:off x="733200" y="8719386"/>
            <a:ext cx="8410800" cy="548400"/>
          </a:xfrm>
          <a:prstGeom prst="rect">
            <a:avLst/>
          </a:prstGeom>
          <a:noFill/>
          <a:ln>
            <a:noFill/>
          </a:ln>
        </p:spPr>
        <p:txBody>
          <a:bodyPr anchorCtr="0" anchor="b" bIns="182850" lIns="182850" spcFirstLastPara="1" rIns="182850" wrap="square" tIns="182850">
            <a:noAutofit/>
          </a:bodyPr>
          <a:lstStyle>
            <a:lvl1pPr lvl="0" marR="0">
              <a:lnSpc>
                <a:spcPct val="90000"/>
              </a:lnSpc>
              <a:spcBef>
                <a:spcPts val="0"/>
              </a:spcBef>
              <a:spcAft>
                <a:spcPts val="0"/>
              </a:spcAft>
              <a:buClr>
                <a:schemeClr val="dk1"/>
              </a:buClr>
              <a:buSzPts val="2800"/>
              <a:buNone/>
              <a:defRPr i="0" sz="2800" u="none" cap="none" strike="noStrike">
                <a:solidFill>
                  <a:schemeClr val="dk1"/>
                </a:solidFill>
              </a:defRPr>
            </a:lvl1pPr>
            <a:lvl2pPr lvl="1">
              <a:lnSpc>
                <a:spcPct val="105000"/>
              </a:lnSpc>
              <a:spcBef>
                <a:spcPts val="0"/>
              </a:spcBef>
              <a:spcAft>
                <a:spcPts val="0"/>
              </a:spcAft>
              <a:buSzPts val="2800"/>
              <a:buFont typeface="Montserrat"/>
              <a:buNone/>
              <a:defRPr b="1" sz="3600">
                <a:latin typeface="Montserrat"/>
                <a:ea typeface="Montserrat"/>
                <a:cs typeface="Montserrat"/>
                <a:sym typeface="Montserrat"/>
              </a:defRPr>
            </a:lvl2pPr>
            <a:lvl3pPr lvl="2">
              <a:lnSpc>
                <a:spcPct val="105000"/>
              </a:lnSpc>
              <a:spcBef>
                <a:spcPts val="2000"/>
              </a:spcBef>
              <a:spcAft>
                <a:spcPts val="0"/>
              </a:spcAft>
              <a:buSzPts val="2800"/>
              <a:buFont typeface="Montserrat"/>
              <a:buNone/>
              <a:defRPr b="1" sz="3600">
                <a:latin typeface="Montserrat"/>
                <a:ea typeface="Montserrat"/>
                <a:cs typeface="Montserrat"/>
                <a:sym typeface="Montserrat"/>
              </a:defRPr>
            </a:lvl3pPr>
            <a:lvl4pPr lvl="3">
              <a:lnSpc>
                <a:spcPct val="105000"/>
              </a:lnSpc>
              <a:spcBef>
                <a:spcPts val="2000"/>
              </a:spcBef>
              <a:spcAft>
                <a:spcPts val="0"/>
              </a:spcAft>
              <a:buSzPts val="2800"/>
              <a:buFont typeface="Montserrat"/>
              <a:buNone/>
              <a:defRPr b="1" sz="3600">
                <a:latin typeface="Montserrat"/>
                <a:ea typeface="Montserrat"/>
                <a:cs typeface="Montserrat"/>
                <a:sym typeface="Montserrat"/>
              </a:defRPr>
            </a:lvl4pPr>
            <a:lvl5pPr lvl="4">
              <a:lnSpc>
                <a:spcPct val="105000"/>
              </a:lnSpc>
              <a:spcBef>
                <a:spcPts val="2000"/>
              </a:spcBef>
              <a:spcAft>
                <a:spcPts val="0"/>
              </a:spcAft>
              <a:buSzPts val="2800"/>
              <a:buFont typeface="Montserrat"/>
              <a:buNone/>
              <a:defRPr b="1" sz="3600">
                <a:latin typeface="Montserrat"/>
                <a:ea typeface="Montserrat"/>
                <a:cs typeface="Montserrat"/>
                <a:sym typeface="Montserrat"/>
              </a:defRPr>
            </a:lvl5pPr>
            <a:lvl6pPr lvl="5">
              <a:lnSpc>
                <a:spcPct val="105000"/>
              </a:lnSpc>
              <a:spcBef>
                <a:spcPts val="2000"/>
              </a:spcBef>
              <a:spcAft>
                <a:spcPts val="0"/>
              </a:spcAft>
              <a:buSzPts val="2800"/>
              <a:buFont typeface="Montserrat"/>
              <a:buNone/>
              <a:defRPr b="1" sz="3600">
                <a:latin typeface="Montserrat"/>
                <a:ea typeface="Montserrat"/>
                <a:cs typeface="Montserrat"/>
                <a:sym typeface="Montserrat"/>
              </a:defRPr>
            </a:lvl6pPr>
            <a:lvl7pPr lvl="6">
              <a:lnSpc>
                <a:spcPct val="105000"/>
              </a:lnSpc>
              <a:spcBef>
                <a:spcPts val="2000"/>
              </a:spcBef>
              <a:spcAft>
                <a:spcPts val="0"/>
              </a:spcAft>
              <a:buSzPts val="2800"/>
              <a:buFont typeface="Montserrat"/>
              <a:buNone/>
              <a:defRPr b="1" sz="3600">
                <a:latin typeface="Montserrat"/>
                <a:ea typeface="Montserrat"/>
                <a:cs typeface="Montserrat"/>
                <a:sym typeface="Montserrat"/>
              </a:defRPr>
            </a:lvl7pPr>
            <a:lvl8pPr lvl="7">
              <a:lnSpc>
                <a:spcPct val="105000"/>
              </a:lnSpc>
              <a:spcBef>
                <a:spcPts val="2000"/>
              </a:spcBef>
              <a:spcAft>
                <a:spcPts val="0"/>
              </a:spcAft>
              <a:buSzPts val="2800"/>
              <a:buFont typeface="Montserrat"/>
              <a:buNone/>
              <a:defRPr b="1" sz="3600">
                <a:latin typeface="Montserrat"/>
                <a:ea typeface="Montserrat"/>
                <a:cs typeface="Montserrat"/>
                <a:sym typeface="Montserrat"/>
              </a:defRPr>
            </a:lvl8pPr>
            <a:lvl9pPr lvl="8">
              <a:lnSpc>
                <a:spcPct val="105000"/>
              </a:lnSpc>
              <a:spcBef>
                <a:spcPts val="2000"/>
              </a:spcBef>
              <a:spcAft>
                <a:spcPts val="2000"/>
              </a:spcAft>
              <a:buSzPts val="2800"/>
              <a:buFont typeface="Montserrat"/>
              <a:buNone/>
              <a:defRPr b="1" sz="3600">
                <a:latin typeface="Montserrat"/>
                <a:ea typeface="Montserrat"/>
                <a:cs typeface="Montserrat"/>
                <a:sym typeface="Montserrat"/>
              </a:defRPr>
            </a:lvl9pPr>
          </a:lstStyle>
          <a:p/>
        </p:txBody>
      </p:sp>
      <p:sp>
        <p:nvSpPr>
          <p:cNvPr id="499" name="Google Shape;499;p56"/>
          <p:cNvSpPr/>
          <p:nvPr/>
        </p:nvSpPr>
        <p:spPr>
          <a:xfrm>
            <a:off x="914400" y="1097280"/>
            <a:ext cx="3657616" cy="836024"/>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3">
  <p:cSld name="Data Cloud_1_1_3_1">
    <p:bg>
      <p:bgPr>
        <a:solidFill>
          <a:schemeClr val="accent1"/>
        </a:solidFill>
      </p:bgPr>
    </p:bg>
    <p:spTree>
      <p:nvGrpSpPr>
        <p:cNvPr id="500" name="Shape 500"/>
        <p:cNvGrpSpPr/>
        <p:nvPr/>
      </p:nvGrpSpPr>
      <p:grpSpPr>
        <a:xfrm>
          <a:off x="0" y="0"/>
          <a:ext cx="0" cy="0"/>
          <a:chOff x="0" y="0"/>
          <a:chExt cx="0" cy="0"/>
        </a:xfrm>
      </p:grpSpPr>
      <p:grpSp>
        <p:nvGrpSpPr>
          <p:cNvPr id="501" name="Google Shape;501;p57"/>
          <p:cNvGrpSpPr/>
          <p:nvPr/>
        </p:nvGrpSpPr>
        <p:grpSpPr>
          <a:xfrm rot="-5400000">
            <a:off x="10446902" y="2392597"/>
            <a:ext cx="10328452" cy="5495854"/>
            <a:chOff x="1155183" y="3814094"/>
            <a:chExt cx="3118306" cy="1659276"/>
          </a:xfrm>
        </p:grpSpPr>
        <p:pic>
          <p:nvPicPr>
            <p:cNvPr id="502" name="Google Shape;502;p57"/>
            <p:cNvPicPr preferRelativeResize="0"/>
            <p:nvPr/>
          </p:nvPicPr>
          <p:blipFill rotWithShape="1">
            <a:blip r:embed="rId2">
              <a:alphaModFix/>
            </a:blip>
            <a:srcRect b="10228" l="37919" r="0" t="24706"/>
            <a:stretch/>
          </p:blipFill>
          <p:spPr>
            <a:xfrm>
              <a:off x="1155183" y="3814094"/>
              <a:ext cx="1891297" cy="1652133"/>
            </a:xfrm>
            <a:prstGeom prst="rect">
              <a:avLst/>
            </a:prstGeom>
            <a:noFill/>
            <a:ln>
              <a:noFill/>
            </a:ln>
          </p:spPr>
        </p:pic>
        <p:pic>
          <p:nvPicPr>
            <p:cNvPr id="503" name="Google Shape;503;p57"/>
            <p:cNvPicPr preferRelativeResize="0"/>
            <p:nvPr/>
          </p:nvPicPr>
          <p:blipFill rotWithShape="1">
            <a:blip r:embed="rId3">
              <a:alphaModFix/>
            </a:blip>
            <a:srcRect b="9950" l="0" r="59873" t="25270"/>
            <a:stretch/>
          </p:blipFill>
          <p:spPr>
            <a:xfrm>
              <a:off x="3051053" y="3828390"/>
              <a:ext cx="1222436" cy="1644980"/>
            </a:xfrm>
            <a:prstGeom prst="rect">
              <a:avLst/>
            </a:prstGeom>
            <a:noFill/>
            <a:ln>
              <a:noFill/>
            </a:ln>
          </p:spPr>
        </p:pic>
      </p:grpSp>
      <p:sp>
        <p:nvSpPr>
          <p:cNvPr id="504" name="Google Shape;504;p57"/>
          <p:cNvSpPr/>
          <p:nvPr/>
        </p:nvSpPr>
        <p:spPr>
          <a:xfrm>
            <a:off x="913864" y="9797850"/>
            <a:ext cx="32718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dk1"/>
                </a:solidFill>
                <a:latin typeface="Arial"/>
                <a:ea typeface="Arial"/>
                <a:cs typeface="Arial"/>
                <a:sym typeface="Arial"/>
              </a:rPr>
              <a:t>© </a:t>
            </a:r>
            <a:r>
              <a:rPr lang="en-US" sz="1200">
                <a:solidFill>
                  <a:schemeClr val="dk1"/>
                </a:solidFill>
              </a:rPr>
              <a:t>2026</a:t>
            </a:r>
            <a:r>
              <a:rPr b="0" i="0" lang="en-US" sz="1200">
                <a:solidFill>
                  <a:schemeClr val="dk1"/>
                </a:solidFill>
                <a:latin typeface="Arial"/>
                <a:ea typeface="Arial"/>
                <a:cs typeface="Arial"/>
                <a:sym typeface="Arial"/>
              </a:rPr>
              <a:t> Snowflake Inc. All Rights Reserved</a:t>
            </a:r>
            <a:endParaRPr sz="1200">
              <a:solidFill>
                <a:schemeClr val="dk1"/>
              </a:solidFill>
              <a:latin typeface="Arial"/>
              <a:ea typeface="Arial"/>
              <a:cs typeface="Arial"/>
              <a:sym typeface="Arial"/>
            </a:endParaRPr>
          </a:p>
        </p:txBody>
      </p:sp>
      <p:sp>
        <p:nvSpPr>
          <p:cNvPr id="505" name="Google Shape;505;p57"/>
          <p:cNvSpPr txBox="1"/>
          <p:nvPr>
            <p:ph type="title"/>
          </p:nvPr>
        </p:nvSpPr>
        <p:spPr>
          <a:xfrm>
            <a:off x="733200" y="2377450"/>
            <a:ext cx="14817600" cy="3840600"/>
          </a:xfrm>
          <a:prstGeom prst="rect">
            <a:avLst/>
          </a:prstGeom>
          <a:noFill/>
          <a:ln>
            <a:noFill/>
          </a:ln>
        </p:spPr>
        <p:txBody>
          <a:bodyPr anchorCtr="0" anchor="b" bIns="182850" lIns="182850" spcFirstLastPara="1" rIns="182850" wrap="square" tIns="182850">
            <a:noAutofit/>
          </a:bodyPr>
          <a:lstStyle>
            <a:lvl1pPr indent="0" lvl="0" marL="0" marR="0" algn="l">
              <a:lnSpc>
                <a:spcPct val="85000"/>
              </a:lnSpc>
              <a:spcBef>
                <a:spcPts val="0"/>
              </a:spcBef>
              <a:spcAft>
                <a:spcPts val="0"/>
              </a:spcAft>
              <a:buClr>
                <a:schemeClr val="dk1"/>
              </a:buClr>
              <a:buSzPts val="8800"/>
              <a:buNone/>
              <a:defRPr sz="8800"/>
            </a:lvl1pPr>
            <a:lvl2pPr lvl="1">
              <a:lnSpc>
                <a:spcPct val="74000"/>
              </a:lnSpc>
              <a:spcBef>
                <a:spcPts val="0"/>
              </a:spcBef>
              <a:spcAft>
                <a:spcPts val="0"/>
              </a:spcAft>
              <a:buSzPts val="2800"/>
              <a:buFont typeface="Arial Black"/>
              <a:buNone/>
              <a:defRPr b="0" sz="3600">
                <a:latin typeface="Arial Black"/>
                <a:ea typeface="Arial Black"/>
                <a:cs typeface="Arial Black"/>
                <a:sym typeface="Arial Black"/>
              </a:defRPr>
            </a:lvl2pPr>
            <a:lvl3pPr lvl="2">
              <a:lnSpc>
                <a:spcPct val="74000"/>
              </a:lnSpc>
              <a:spcBef>
                <a:spcPts val="0"/>
              </a:spcBef>
              <a:spcAft>
                <a:spcPts val="0"/>
              </a:spcAft>
              <a:buSzPts val="2800"/>
              <a:buFont typeface="Arial Black"/>
              <a:buNone/>
              <a:defRPr b="0" sz="3600">
                <a:latin typeface="Arial Black"/>
                <a:ea typeface="Arial Black"/>
                <a:cs typeface="Arial Black"/>
                <a:sym typeface="Arial Black"/>
              </a:defRPr>
            </a:lvl3pPr>
            <a:lvl4pPr lvl="3">
              <a:lnSpc>
                <a:spcPct val="74000"/>
              </a:lnSpc>
              <a:spcBef>
                <a:spcPts val="0"/>
              </a:spcBef>
              <a:spcAft>
                <a:spcPts val="0"/>
              </a:spcAft>
              <a:buSzPts val="2800"/>
              <a:buFont typeface="Arial Black"/>
              <a:buNone/>
              <a:defRPr b="0" sz="3600">
                <a:latin typeface="Arial Black"/>
                <a:ea typeface="Arial Black"/>
                <a:cs typeface="Arial Black"/>
                <a:sym typeface="Arial Black"/>
              </a:defRPr>
            </a:lvl4pPr>
            <a:lvl5pPr lvl="4">
              <a:lnSpc>
                <a:spcPct val="74000"/>
              </a:lnSpc>
              <a:spcBef>
                <a:spcPts val="0"/>
              </a:spcBef>
              <a:spcAft>
                <a:spcPts val="0"/>
              </a:spcAft>
              <a:buSzPts val="2800"/>
              <a:buFont typeface="Arial Black"/>
              <a:buNone/>
              <a:defRPr b="0" sz="3600">
                <a:latin typeface="Arial Black"/>
                <a:ea typeface="Arial Black"/>
                <a:cs typeface="Arial Black"/>
                <a:sym typeface="Arial Black"/>
              </a:defRPr>
            </a:lvl5pPr>
            <a:lvl6pPr lvl="5">
              <a:lnSpc>
                <a:spcPct val="74000"/>
              </a:lnSpc>
              <a:spcBef>
                <a:spcPts val="0"/>
              </a:spcBef>
              <a:spcAft>
                <a:spcPts val="0"/>
              </a:spcAft>
              <a:buSzPts val="2800"/>
              <a:buFont typeface="Arial Black"/>
              <a:buNone/>
              <a:defRPr b="0" sz="3600">
                <a:latin typeface="Arial Black"/>
                <a:ea typeface="Arial Black"/>
                <a:cs typeface="Arial Black"/>
                <a:sym typeface="Arial Black"/>
              </a:defRPr>
            </a:lvl6pPr>
            <a:lvl7pPr lvl="6">
              <a:lnSpc>
                <a:spcPct val="74000"/>
              </a:lnSpc>
              <a:spcBef>
                <a:spcPts val="0"/>
              </a:spcBef>
              <a:spcAft>
                <a:spcPts val="0"/>
              </a:spcAft>
              <a:buSzPts val="2800"/>
              <a:buFont typeface="Arial Black"/>
              <a:buNone/>
              <a:defRPr b="0" sz="3600">
                <a:latin typeface="Arial Black"/>
                <a:ea typeface="Arial Black"/>
                <a:cs typeface="Arial Black"/>
                <a:sym typeface="Arial Black"/>
              </a:defRPr>
            </a:lvl7pPr>
            <a:lvl8pPr lvl="7">
              <a:lnSpc>
                <a:spcPct val="74000"/>
              </a:lnSpc>
              <a:spcBef>
                <a:spcPts val="0"/>
              </a:spcBef>
              <a:spcAft>
                <a:spcPts val="0"/>
              </a:spcAft>
              <a:buSzPts val="2800"/>
              <a:buFont typeface="Arial Black"/>
              <a:buNone/>
              <a:defRPr b="0" sz="3600">
                <a:latin typeface="Arial Black"/>
                <a:ea typeface="Arial Black"/>
                <a:cs typeface="Arial Black"/>
                <a:sym typeface="Arial Black"/>
              </a:defRPr>
            </a:lvl8pPr>
            <a:lvl9pPr lvl="8">
              <a:lnSpc>
                <a:spcPct val="74000"/>
              </a:lnSpc>
              <a:spcBef>
                <a:spcPts val="0"/>
              </a:spcBef>
              <a:spcAft>
                <a:spcPts val="0"/>
              </a:spcAft>
              <a:buSzPts val="2800"/>
              <a:buFont typeface="Arial Black"/>
              <a:buNone/>
              <a:defRPr b="0" sz="3600">
                <a:latin typeface="Arial Black"/>
                <a:ea typeface="Arial Black"/>
                <a:cs typeface="Arial Black"/>
                <a:sym typeface="Arial Black"/>
              </a:defRPr>
            </a:lvl9pPr>
          </a:lstStyle>
          <a:p/>
        </p:txBody>
      </p:sp>
      <p:sp>
        <p:nvSpPr>
          <p:cNvPr id="506" name="Google Shape;506;p57"/>
          <p:cNvSpPr txBox="1"/>
          <p:nvPr>
            <p:ph idx="2" type="title"/>
          </p:nvPr>
        </p:nvSpPr>
        <p:spPr>
          <a:xfrm>
            <a:off x="733200" y="6320875"/>
            <a:ext cx="10789800" cy="885000"/>
          </a:xfrm>
          <a:prstGeom prst="rect">
            <a:avLst/>
          </a:prstGeom>
          <a:noFill/>
          <a:ln>
            <a:noFill/>
          </a:ln>
        </p:spPr>
        <p:txBody>
          <a:bodyPr anchorCtr="0" anchor="t" bIns="182850" lIns="182850" spcFirstLastPara="1" rIns="182850" wrap="square" tIns="182850">
            <a:noAutofit/>
          </a:bodyPr>
          <a:lstStyle>
            <a:lvl1pPr lvl="0" marR="0">
              <a:lnSpc>
                <a:spcPct val="80000"/>
              </a:lnSpc>
              <a:spcBef>
                <a:spcPts val="0"/>
              </a:spcBef>
              <a:spcAft>
                <a:spcPts val="0"/>
              </a:spcAft>
              <a:buClr>
                <a:schemeClr val="dk1"/>
              </a:buClr>
              <a:buSzPts val="3600"/>
              <a:buNone/>
              <a:defRPr i="0" sz="36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507" name="Google Shape;507;p57"/>
          <p:cNvSpPr txBox="1"/>
          <p:nvPr>
            <p:ph idx="3" type="title"/>
          </p:nvPr>
        </p:nvSpPr>
        <p:spPr>
          <a:xfrm>
            <a:off x="733200" y="8719386"/>
            <a:ext cx="8410800" cy="548400"/>
          </a:xfrm>
          <a:prstGeom prst="rect">
            <a:avLst/>
          </a:prstGeom>
          <a:noFill/>
          <a:ln>
            <a:noFill/>
          </a:ln>
        </p:spPr>
        <p:txBody>
          <a:bodyPr anchorCtr="0" anchor="b" bIns="182850" lIns="182850" spcFirstLastPara="1" rIns="182850" wrap="square" tIns="182850">
            <a:noAutofit/>
          </a:bodyPr>
          <a:lstStyle>
            <a:lvl1pPr lvl="0" marR="0">
              <a:lnSpc>
                <a:spcPct val="90000"/>
              </a:lnSpc>
              <a:spcBef>
                <a:spcPts val="0"/>
              </a:spcBef>
              <a:spcAft>
                <a:spcPts val="0"/>
              </a:spcAft>
              <a:buClr>
                <a:schemeClr val="dk1"/>
              </a:buClr>
              <a:buSzPts val="2800"/>
              <a:buNone/>
              <a:defRPr i="0" sz="28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508" name="Google Shape;508;p57"/>
          <p:cNvSpPr/>
          <p:nvPr/>
        </p:nvSpPr>
        <p:spPr>
          <a:xfrm>
            <a:off x="914400" y="1097280"/>
            <a:ext cx="3657616" cy="836024"/>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509" name="Shape 509"/>
        <p:cNvGrpSpPr/>
        <p:nvPr/>
      </p:nvGrpSpPr>
      <p:grpSpPr>
        <a:xfrm>
          <a:off x="0" y="0"/>
          <a:ext cx="0" cy="0"/>
          <a:chOff x="0" y="0"/>
          <a:chExt cx="0" cy="0"/>
        </a:xfrm>
      </p:grpSpPr>
      <p:sp>
        <p:nvSpPr>
          <p:cNvPr id="510" name="Google Shape;510;p58"/>
          <p:cNvSpPr/>
          <p:nvPr/>
        </p:nvSpPr>
        <p:spPr>
          <a:xfrm>
            <a:off x="913864" y="9797850"/>
            <a:ext cx="32718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dk1"/>
                </a:solidFill>
                <a:latin typeface="Arial"/>
                <a:ea typeface="Arial"/>
                <a:cs typeface="Arial"/>
                <a:sym typeface="Arial"/>
              </a:rPr>
              <a:t>© </a:t>
            </a:r>
            <a:r>
              <a:rPr lang="en-US" sz="1200">
                <a:solidFill>
                  <a:schemeClr val="dk1"/>
                </a:solidFill>
              </a:rPr>
              <a:t>2026</a:t>
            </a:r>
            <a:r>
              <a:rPr b="0" i="0" lang="en-US" sz="1200">
                <a:solidFill>
                  <a:schemeClr val="dk1"/>
                </a:solidFill>
                <a:latin typeface="Arial"/>
                <a:ea typeface="Arial"/>
                <a:cs typeface="Arial"/>
                <a:sym typeface="Arial"/>
              </a:rPr>
              <a:t> Snowflake Inc. All Rights Reserved</a:t>
            </a:r>
            <a:endParaRPr sz="1200">
              <a:solidFill>
                <a:schemeClr val="dk1"/>
              </a:solidFill>
              <a:latin typeface="Arial"/>
              <a:ea typeface="Arial"/>
              <a:cs typeface="Arial"/>
              <a:sym typeface="Arial"/>
            </a:endParaRPr>
          </a:p>
        </p:txBody>
      </p:sp>
      <p:sp>
        <p:nvSpPr>
          <p:cNvPr id="511" name="Google Shape;511;p58"/>
          <p:cNvSpPr txBox="1"/>
          <p:nvPr>
            <p:ph type="title"/>
          </p:nvPr>
        </p:nvSpPr>
        <p:spPr>
          <a:xfrm>
            <a:off x="733200" y="2377450"/>
            <a:ext cx="14817600" cy="3840600"/>
          </a:xfrm>
          <a:prstGeom prst="rect">
            <a:avLst/>
          </a:prstGeom>
          <a:noFill/>
          <a:ln>
            <a:noFill/>
          </a:ln>
        </p:spPr>
        <p:txBody>
          <a:bodyPr anchorCtr="0" anchor="b" bIns="182850" lIns="182850" spcFirstLastPara="1" rIns="182850" wrap="square" tIns="182850">
            <a:noAutofit/>
          </a:bodyPr>
          <a:lstStyle>
            <a:lvl1pPr indent="0" lvl="0" marL="0" marR="0" algn="l">
              <a:lnSpc>
                <a:spcPct val="85000"/>
              </a:lnSpc>
              <a:spcBef>
                <a:spcPts val="0"/>
              </a:spcBef>
              <a:spcAft>
                <a:spcPts val="0"/>
              </a:spcAft>
              <a:buClr>
                <a:schemeClr val="dk1"/>
              </a:buClr>
              <a:buSzPts val="8800"/>
              <a:buNone/>
              <a:defRPr sz="8800"/>
            </a:lvl1pPr>
            <a:lvl2pPr lvl="1">
              <a:lnSpc>
                <a:spcPct val="105000"/>
              </a:lnSpc>
              <a:spcBef>
                <a:spcPts val="0"/>
              </a:spcBef>
              <a:spcAft>
                <a:spcPts val="0"/>
              </a:spcAft>
              <a:buSzPts val="2800"/>
              <a:buFont typeface="Arial Black"/>
              <a:buNone/>
              <a:defRPr b="0" sz="3600">
                <a:latin typeface="Arial Black"/>
                <a:ea typeface="Arial Black"/>
                <a:cs typeface="Arial Black"/>
                <a:sym typeface="Arial Black"/>
              </a:defRPr>
            </a:lvl2pPr>
            <a:lvl3pPr lvl="2">
              <a:lnSpc>
                <a:spcPct val="105000"/>
              </a:lnSpc>
              <a:spcBef>
                <a:spcPts val="2000"/>
              </a:spcBef>
              <a:spcAft>
                <a:spcPts val="0"/>
              </a:spcAft>
              <a:buSzPts val="2800"/>
              <a:buFont typeface="Arial Black"/>
              <a:buNone/>
              <a:defRPr b="0" sz="3600">
                <a:latin typeface="Arial Black"/>
                <a:ea typeface="Arial Black"/>
                <a:cs typeface="Arial Black"/>
                <a:sym typeface="Arial Black"/>
              </a:defRPr>
            </a:lvl3pPr>
            <a:lvl4pPr lvl="3">
              <a:lnSpc>
                <a:spcPct val="105000"/>
              </a:lnSpc>
              <a:spcBef>
                <a:spcPts val="2000"/>
              </a:spcBef>
              <a:spcAft>
                <a:spcPts val="0"/>
              </a:spcAft>
              <a:buSzPts val="2800"/>
              <a:buFont typeface="Arial Black"/>
              <a:buNone/>
              <a:defRPr b="0" sz="3600">
                <a:latin typeface="Arial Black"/>
                <a:ea typeface="Arial Black"/>
                <a:cs typeface="Arial Black"/>
                <a:sym typeface="Arial Black"/>
              </a:defRPr>
            </a:lvl4pPr>
            <a:lvl5pPr lvl="4">
              <a:lnSpc>
                <a:spcPct val="105000"/>
              </a:lnSpc>
              <a:spcBef>
                <a:spcPts val="2000"/>
              </a:spcBef>
              <a:spcAft>
                <a:spcPts val="0"/>
              </a:spcAft>
              <a:buSzPts val="2800"/>
              <a:buFont typeface="Arial Black"/>
              <a:buNone/>
              <a:defRPr b="0" sz="3600">
                <a:latin typeface="Arial Black"/>
                <a:ea typeface="Arial Black"/>
                <a:cs typeface="Arial Black"/>
                <a:sym typeface="Arial Black"/>
              </a:defRPr>
            </a:lvl5pPr>
            <a:lvl6pPr lvl="5">
              <a:lnSpc>
                <a:spcPct val="105000"/>
              </a:lnSpc>
              <a:spcBef>
                <a:spcPts val="2000"/>
              </a:spcBef>
              <a:spcAft>
                <a:spcPts val="0"/>
              </a:spcAft>
              <a:buSzPts val="2800"/>
              <a:buFont typeface="Arial Black"/>
              <a:buNone/>
              <a:defRPr b="0" sz="3600">
                <a:latin typeface="Arial Black"/>
                <a:ea typeface="Arial Black"/>
                <a:cs typeface="Arial Black"/>
                <a:sym typeface="Arial Black"/>
              </a:defRPr>
            </a:lvl6pPr>
            <a:lvl7pPr lvl="6">
              <a:lnSpc>
                <a:spcPct val="105000"/>
              </a:lnSpc>
              <a:spcBef>
                <a:spcPts val="2000"/>
              </a:spcBef>
              <a:spcAft>
                <a:spcPts val="0"/>
              </a:spcAft>
              <a:buSzPts val="2800"/>
              <a:buFont typeface="Arial Black"/>
              <a:buNone/>
              <a:defRPr b="0" sz="3600">
                <a:latin typeface="Arial Black"/>
                <a:ea typeface="Arial Black"/>
                <a:cs typeface="Arial Black"/>
                <a:sym typeface="Arial Black"/>
              </a:defRPr>
            </a:lvl7pPr>
            <a:lvl8pPr lvl="7">
              <a:lnSpc>
                <a:spcPct val="105000"/>
              </a:lnSpc>
              <a:spcBef>
                <a:spcPts val="2000"/>
              </a:spcBef>
              <a:spcAft>
                <a:spcPts val="0"/>
              </a:spcAft>
              <a:buSzPts val="2800"/>
              <a:buFont typeface="Arial Black"/>
              <a:buNone/>
              <a:defRPr b="0" sz="3600">
                <a:latin typeface="Arial Black"/>
                <a:ea typeface="Arial Black"/>
                <a:cs typeface="Arial Black"/>
                <a:sym typeface="Arial Black"/>
              </a:defRPr>
            </a:lvl8pPr>
            <a:lvl9pPr lvl="8">
              <a:lnSpc>
                <a:spcPct val="105000"/>
              </a:lnSpc>
              <a:spcBef>
                <a:spcPts val="2000"/>
              </a:spcBef>
              <a:spcAft>
                <a:spcPts val="2000"/>
              </a:spcAft>
              <a:buSzPts val="2800"/>
              <a:buFont typeface="Arial Black"/>
              <a:buNone/>
              <a:defRPr b="0" sz="3600">
                <a:latin typeface="Arial Black"/>
                <a:ea typeface="Arial Black"/>
                <a:cs typeface="Arial Black"/>
                <a:sym typeface="Arial Black"/>
              </a:defRPr>
            </a:lvl9pPr>
          </a:lstStyle>
          <a:p/>
        </p:txBody>
      </p:sp>
      <p:sp>
        <p:nvSpPr>
          <p:cNvPr id="512" name="Google Shape;512;p58"/>
          <p:cNvSpPr txBox="1"/>
          <p:nvPr>
            <p:ph idx="2" type="title"/>
          </p:nvPr>
        </p:nvSpPr>
        <p:spPr>
          <a:xfrm>
            <a:off x="733200" y="6320875"/>
            <a:ext cx="10789800" cy="885000"/>
          </a:xfrm>
          <a:prstGeom prst="rect">
            <a:avLst/>
          </a:prstGeom>
          <a:noFill/>
          <a:ln>
            <a:noFill/>
          </a:ln>
        </p:spPr>
        <p:txBody>
          <a:bodyPr anchorCtr="0" anchor="t" bIns="182850" lIns="182850" spcFirstLastPara="1" rIns="182850" wrap="square" tIns="182850">
            <a:noAutofit/>
          </a:bodyPr>
          <a:lstStyle>
            <a:lvl1pPr lvl="0" marR="0">
              <a:lnSpc>
                <a:spcPct val="80000"/>
              </a:lnSpc>
              <a:spcBef>
                <a:spcPts val="0"/>
              </a:spcBef>
              <a:spcAft>
                <a:spcPts val="0"/>
              </a:spcAft>
              <a:buClr>
                <a:schemeClr val="dk1"/>
              </a:buClr>
              <a:buSzPts val="3600"/>
              <a:buNone/>
              <a:defRPr i="0" sz="36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513" name="Google Shape;513;p58"/>
          <p:cNvSpPr txBox="1"/>
          <p:nvPr>
            <p:ph idx="3" type="title"/>
          </p:nvPr>
        </p:nvSpPr>
        <p:spPr>
          <a:xfrm>
            <a:off x="733200" y="8719386"/>
            <a:ext cx="8410800" cy="548400"/>
          </a:xfrm>
          <a:prstGeom prst="rect">
            <a:avLst/>
          </a:prstGeom>
          <a:noFill/>
          <a:ln>
            <a:noFill/>
          </a:ln>
        </p:spPr>
        <p:txBody>
          <a:bodyPr anchorCtr="0" anchor="b" bIns="182850" lIns="182850" spcFirstLastPara="1" rIns="182850" wrap="square" tIns="182850">
            <a:noAutofit/>
          </a:bodyPr>
          <a:lstStyle>
            <a:lvl1pPr lvl="0" marR="0">
              <a:lnSpc>
                <a:spcPct val="90000"/>
              </a:lnSpc>
              <a:spcBef>
                <a:spcPts val="0"/>
              </a:spcBef>
              <a:spcAft>
                <a:spcPts val="0"/>
              </a:spcAft>
              <a:buClr>
                <a:schemeClr val="dk1"/>
              </a:buClr>
              <a:buSzPts val="2800"/>
              <a:buNone/>
              <a:defRPr i="0" sz="28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514" name="Google Shape;514;p58"/>
          <p:cNvSpPr/>
          <p:nvPr/>
        </p:nvSpPr>
        <p:spPr>
          <a:xfrm>
            <a:off x="914400" y="1097280"/>
            <a:ext cx="3657616" cy="836024"/>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 Customer Logo">
  <p:cSld name="Data Cloud_1_1_1">
    <p:bg>
      <p:bgPr>
        <a:solidFill>
          <a:schemeClr val="accent1"/>
        </a:solidFill>
      </p:bgPr>
    </p:bg>
    <p:spTree>
      <p:nvGrpSpPr>
        <p:cNvPr id="515" name="Shape 515"/>
        <p:cNvGrpSpPr/>
        <p:nvPr/>
      </p:nvGrpSpPr>
      <p:grpSpPr>
        <a:xfrm>
          <a:off x="0" y="0"/>
          <a:ext cx="0" cy="0"/>
          <a:chOff x="0" y="0"/>
          <a:chExt cx="0" cy="0"/>
        </a:xfrm>
      </p:grpSpPr>
      <p:grpSp>
        <p:nvGrpSpPr>
          <p:cNvPr id="516" name="Google Shape;516;p59"/>
          <p:cNvGrpSpPr/>
          <p:nvPr/>
        </p:nvGrpSpPr>
        <p:grpSpPr>
          <a:xfrm rot="-5400000">
            <a:off x="6227806" y="3993852"/>
            <a:ext cx="10314293" cy="2326590"/>
            <a:chOff x="49487" y="3735321"/>
            <a:chExt cx="6094477" cy="1408177"/>
          </a:xfrm>
        </p:grpSpPr>
        <p:pic>
          <p:nvPicPr>
            <p:cNvPr id="517" name="Google Shape;517;p59"/>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518" name="Google Shape;518;p5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grpSp>
        <p:nvGrpSpPr>
          <p:cNvPr id="519" name="Google Shape;519;p59"/>
          <p:cNvGrpSpPr/>
          <p:nvPr/>
        </p:nvGrpSpPr>
        <p:grpSpPr>
          <a:xfrm rot="-5400000">
            <a:off x="6227806" y="3993852"/>
            <a:ext cx="10314293" cy="2326590"/>
            <a:chOff x="49487" y="3735321"/>
            <a:chExt cx="6094477" cy="1408177"/>
          </a:xfrm>
        </p:grpSpPr>
        <p:pic>
          <p:nvPicPr>
            <p:cNvPr id="520" name="Google Shape;520;p59"/>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521" name="Google Shape;521;p5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sp>
        <p:nvSpPr>
          <p:cNvPr id="522" name="Google Shape;522;p59"/>
          <p:cNvSpPr txBox="1"/>
          <p:nvPr>
            <p:ph idx="12" type="sldNum"/>
          </p:nvPr>
        </p:nvSpPr>
        <p:spPr>
          <a:xfrm>
            <a:off x="16459200" y="9729216"/>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523" name="Google Shape;523;p59"/>
          <p:cNvSpPr/>
          <p:nvPr/>
        </p:nvSpPr>
        <p:spPr>
          <a:xfrm>
            <a:off x="913864" y="9797850"/>
            <a:ext cx="32718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dk1"/>
                </a:solidFill>
                <a:latin typeface="Arial"/>
                <a:ea typeface="Arial"/>
                <a:cs typeface="Arial"/>
                <a:sym typeface="Arial"/>
              </a:rPr>
              <a:t>© </a:t>
            </a:r>
            <a:r>
              <a:rPr lang="en-US" sz="1200">
                <a:solidFill>
                  <a:schemeClr val="dk1"/>
                </a:solidFill>
              </a:rPr>
              <a:t>2026</a:t>
            </a:r>
            <a:r>
              <a:rPr b="0" i="0" lang="en-US" sz="1200">
                <a:solidFill>
                  <a:schemeClr val="dk1"/>
                </a:solidFill>
                <a:latin typeface="Arial"/>
                <a:ea typeface="Arial"/>
                <a:cs typeface="Arial"/>
                <a:sym typeface="Arial"/>
              </a:rPr>
              <a:t> Snowflake Inc. All Rights Reserved</a:t>
            </a:r>
            <a:endParaRPr sz="1200">
              <a:solidFill>
                <a:schemeClr val="dk1"/>
              </a:solidFill>
              <a:latin typeface="Arial"/>
              <a:ea typeface="Arial"/>
              <a:cs typeface="Arial"/>
              <a:sym typeface="Arial"/>
            </a:endParaRPr>
          </a:p>
        </p:txBody>
      </p:sp>
      <p:sp>
        <p:nvSpPr>
          <p:cNvPr id="524" name="Google Shape;524;p59"/>
          <p:cNvSpPr txBox="1"/>
          <p:nvPr>
            <p:ph type="title"/>
          </p:nvPr>
        </p:nvSpPr>
        <p:spPr>
          <a:xfrm>
            <a:off x="733200" y="2377450"/>
            <a:ext cx="11461800" cy="3840600"/>
          </a:xfrm>
          <a:prstGeom prst="rect">
            <a:avLst/>
          </a:prstGeom>
          <a:noFill/>
          <a:ln>
            <a:noFill/>
          </a:ln>
        </p:spPr>
        <p:txBody>
          <a:bodyPr anchorCtr="0" anchor="b" bIns="182850" lIns="182850" spcFirstLastPara="1" rIns="182850" wrap="square" tIns="182850">
            <a:noAutofit/>
          </a:bodyPr>
          <a:lstStyle>
            <a:lvl1pPr indent="0" lvl="0" marL="0" marR="0" algn="l">
              <a:lnSpc>
                <a:spcPct val="85000"/>
              </a:lnSpc>
              <a:spcBef>
                <a:spcPts val="0"/>
              </a:spcBef>
              <a:spcAft>
                <a:spcPts val="0"/>
              </a:spcAft>
              <a:buClr>
                <a:schemeClr val="dk1"/>
              </a:buClr>
              <a:buSzPts val="8800"/>
              <a:buNone/>
              <a:defRPr sz="8800"/>
            </a:lvl1pPr>
            <a:lvl2pPr lvl="1">
              <a:lnSpc>
                <a:spcPct val="74000"/>
              </a:lnSpc>
              <a:spcBef>
                <a:spcPts val="0"/>
              </a:spcBef>
              <a:spcAft>
                <a:spcPts val="0"/>
              </a:spcAft>
              <a:buSzPts val="2800"/>
              <a:buFont typeface="Montserrat"/>
              <a:buNone/>
              <a:defRPr b="1" sz="3600">
                <a:latin typeface="Montserrat"/>
                <a:ea typeface="Montserrat"/>
                <a:cs typeface="Montserrat"/>
                <a:sym typeface="Montserrat"/>
              </a:defRPr>
            </a:lvl2pPr>
            <a:lvl3pPr lvl="2">
              <a:lnSpc>
                <a:spcPct val="74000"/>
              </a:lnSpc>
              <a:spcBef>
                <a:spcPts val="0"/>
              </a:spcBef>
              <a:spcAft>
                <a:spcPts val="0"/>
              </a:spcAft>
              <a:buSzPts val="2800"/>
              <a:buFont typeface="Montserrat"/>
              <a:buNone/>
              <a:defRPr b="1" sz="3600">
                <a:latin typeface="Montserrat"/>
                <a:ea typeface="Montserrat"/>
                <a:cs typeface="Montserrat"/>
                <a:sym typeface="Montserrat"/>
              </a:defRPr>
            </a:lvl3pPr>
            <a:lvl4pPr lvl="3">
              <a:lnSpc>
                <a:spcPct val="74000"/>
              </a:lnSpc>
              <a:spcBef>
                <a:spcPts val="0"/>
              </a:spcBef>
              <a:spcAft>
                <a:spcPts val="0"/>
              </a:spcAft>
              <a:buSzPts val="2800"/>
              <a:buFont typeface="Montserrat"/>
              <a:buNone/>
              <a:defRPr b="1" sz="3600">
                <a:latin typeface="Montserrat"/>
                <a:ea typeface="Montserrat"/>
                <a:cs typeface="Montserrat"/>
                <a:sym typeface="Montserrat"/>
              </a:defRPr>
            </a:lvl4pPr>
            <a:lvl5pPr lvl="4">
              <a:lnSpc>
                <a:spcPct val="74000"/>
              </a:lnSpc>
              <a:spcBef>
                <a:spcPts val="0"/>
              </a:spcBef>
              <a:spcAft>
                <a:spcPts val="0"/>
              </a:spcAft>
              <a:buSzPts val="2800"/>
              <a:buFont typeface="Montserrat"/>
              <a:buNone/>
              <a:defRPr b="1" sz="3600">
                <a:latin typeface="Montserrat"/>
                <a:ea typeface="Montserrat"/>
                <a:cs typeface="Montserrat"/>
                <a:sym typeface="Montserrat"/>
              </a:defRPr>
            </a:lvl5pPr>
            <a:lvl6pPr lvl="5">
              <a:lnSpc>
                <a:spcPct val="74000"/>
              </a:lnSpc>
              <a:spcBef>
                <a:spcPts val="0"/>
              </a:spcBef>
              <a:spcAft>
                <a:spcPts val="0"/>
              </a:spcAft>
              <a:buSzPts val="2800"/>
              <a:buFont typeface="Montserrat"/>
              <a:buNone/>
              <a:defRPr b="1" sz="3600">
                <a:latin typeface="Montserrat"/>
                <a:ea typeface="Montserrat"/>
                <a:cs typeface="Montserrat"/>
                <a:sym typeface="Montserrat"/>
              </a:defRPr>
            </a:lvl6pPr>
            <a:lvl7pPr lvl="6">
              <a:lnSpc>
                <a:spcPct val="74000"/>
              </a:lnSpc>
              <a:spcBef>
                <a:spcPts val="0"/>
              </a:spcBef>
              <a:spcAft>
                <a:spcPts val="0"/>
              </a:spcAft>
              <a:buSzPts val="2800"/>
              <a:buFont typeface="Montserrat"/>
              <a:buNone/>
              <a:defRPr b="1" sz="3600">
                <a:latin typeface="Montserrat"/>
                <a:ea typeface="Montserrat"/>
                <a:cs typeface="Montserrat"/>
                <a:sym typeface="Montserrat"/>
              </a:defRPr>
            </a:lvl7pPr>
            <a:lvl8pPr lvl="7">
              <a:lnSpc>
                <a:spcPct val="74000"/>
              </a:lnSpc>
              <a:spcBef>
                <a:spcPts val="0"/>
              </a:spcBef>
              <a:spcAft>
                <a:spcPts val="0"/>
              </a:spcAft>
              <a:buSzPts val="2800"/>
              <a:buFont typeface="Montserrat"/>
              <a:buNone/>
              <a:defRPr b="1" sz="3600">
                <a:latin typeface="Montserrat"/>
                <a:ea typeface="Montserrat"/>
                <a:cs typeface="Montserrat"/>
                <a:sym typeface="Montserrat"/>
              </a:defRPr>
            </a:lvl8pPr>
            <a:lvl9pPr lvl="8">
              <a:lnSpc>
                <a:spcPct val="74000"/>
              </a:lnSpc>
              <a:spcBef>
                <a:spcPts val="0"/>
              </a:spcBef>
              <a:spcAft>
                <a:spcPts val="0"/>
              </a:spcAft>
              <a:buSzPts val="2800"/>
              <a:buFont typeface="Montserrat"/>
              <a:buNone/>
              <a:defRPr b="1" sz="3600">
                <a:latin typeface="Montserrat"/>
                <a:ea typeface="Montserrat"/>
                <a:cs typeface="Montserrat"/>
                <a:sym typeface="Montserrat"/>
              </a:defRPr>
            </a:lvl9pPr>
          </a:lstStyle>
          <a:p/>
        </p:txBody>
      </p:sp>
      <p:sp>
        <p:nvSpPr>
          <p:cNvPr id="525" name="Google Shape;525;p59"/>
          <p:cNvSpPr txBox="1"/>
          <p:nvPr>
            <p:ph idx="2" type="title"/>
          </p:nvPr>
        </p:nvSpPr>
        <p:spPr>
          <a:xfrm>
            <a:off x="733200" y="6320875"/>
            <a:ext cx="10789800" cy="885000"/>
          </a:xfrm>
          <a:prstGeom prst="rect">
            <a:avLst/>
          </a:prstGeom>
          <a:noFill/>
          <a:ln>
            <a:noFill/>
          </a:ln>
        </p:spPr>
        <p:txBody>
          <a:bodyPr anchorCtr="0" anchor="t" bIns="182850" lIns="182850" spcFirstLastPara="1" rIns="182850" wrap="square" tIns="182850">
            <a:noAutofit/>
          </a:bodyPr>
          <a:lstStyle>
            <a:lvl1pPr lvl="0" marR="0">
              <a:lnSpc>
                <a:spcPct val="80000"/>
              </a:lnSpc>
              <a:spcBef>
                <a:spcPts val="0"/>
              </a:spcBef>
              <a:spcAft>
                <a:spcPts val="0"/>
              </a:spcAft>
              <a:buClr>
                <a:schemeClr val="dk1"/>
              </a:buClr>
              <a:buSzPts val="3600"/>
              <a:buNone/>
              <a:defRPr sz="36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526" name="Google Shape;526;p59"/>
          <p:cNvSpPr txBox="1"/>
          <p:nvPr>
            <p:ph idx="3" type="title"/>
          </p:nvPr>
        </p:nvSpPr>
        <p:spPr>
          <a:xfrm>
            <a:off x="733200" y="8719386"/>
            <a:ext cx="8410800" cy="548400"/>
          </a:xfrm>
          <a:prstGeom prst="rect">
            <a:avLst/>
          </a:prstGeom>
          <a:noFill/>
          <a:ln>
            <a:noFill/>
          </a:ln>
        </p:spPr>
        <p:txBody>
          <a:bodyPr anchorCtr="0" anchor="b" bIns="182850" lIns="182850" spcFirstLastPara="1" rIns="182850" wrap="square" tIns="182850">
            <a:noAutofit/>
          </a:bodyPr>
          <a:lstStyle>
            <a:lvl1pPr lvl="0" marR="0">
              <a:lnSpc>
                <a:spcPct val="90000"/>
              </a:lnSpc>
              <a:spcBef>
                <a:spcPts val="0"/>
              </a:spcBef>
              <a:spcAft>
                <a:spcPts val="0"/>
              </a:spcAft>
              <a:buClr>
                <a:schemeClr val="dk1"/>
              </a:buClr>
              <a:buSzPts val="2800"/>
              <a:buNone/>
              <a:defRPr sz="28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527" name="Google Shape;527;p59"/>
          <p:cNvSpPr/>
          <p:nvPr/>
        </p:nvSpPr>
        <p:spPr>
          <a:xfrm>
            <a:off x="12195050" y="0"/>
            <a:ext cx="6093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28" name="Google Shape;528;p59"/>
          <p:cNvSpPr/>
          <p:nvPr/>
        </p:nvSpPr>
        <p:spPr>
          <a:xfrm>
            <a:off x="914400" y="1097280"/>
            <a:ext cx="3657616" cy="836024"/>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1 (No Graphics)">
  <p:cSld name="Quote - Violet_1_1">
    <p:bg>
      <p:bgPr>
        <a:solidFill>
          <a:schemeClr val="dk2"/>
        </a:solidFill>
      </p:bgPr>
    </p:bg>
    <p:spTree>
      <p:nvGrpSpPr>
        <p:cNvPr id="529" name="Shape 529"/>
        <p:cNvGrpSpPr/>
        <p:nvPr/>
      </p:nvGrpSpPr>
      <p:grpSpPr>
        <a:xfrm>
          <a:off x="0" y="0"/>
          <a:ext cx="0" cy="0"/>
          <a:chOff x="0" y="0"/>
          <a:chExt cx="0" cy="0"/>
        </a:xfrm>
      </p:grpSpPr>
      <p:sp>
        <p:nvSpPr>
          <p:cNvPr id="530" name="Google Shape;530;p60"/>
          <p:cNvSpPr txBox="1"/>
          <p:nvPr>
            <p:ph idx="1" type="body"/>
          </p:nvPr>
        </p:nvSpPr>
        <p:spPr>
          <a:xfrm>
            <a:off x="731520" y="2428900"/>
            <a:ext cx="14968800" cy="5429400"/>
          </a:xfrm>
          <a:prstGeom prst="rect">
            <a:avLst/>
          </a:prstGeom>
          <a:noFill/>
          <a:ln>
            <a:noFill/>
          </a:ln>
        </p:spPr>
        <p:txBody>
          <a:bodyPr anchorCtr="0" anchor="ctr" bIns="91400" lIns="182850" spcFirstLastPara="1" rIns="182850" wrap="square" tIns="91400">
            <a:noAutofit/>
          </a:bodyPr>
          <a:lstStyle>
            <a:lvl1pPr indent="-228600" lvl="0" marL="457200">
              <a:lnSpc>
                <a:spcPct val="74000"/>
              </a:lnSpc>
              <a:spcBef>
                <a:spcPts val="0"/>
              </a:spcBef>
              <a:spcAft>
                <a:spcPts val="0"/>
              </a:spcAft>
              <a:buClr>
                <a:schemeClr val="lt1"/>
              </a:buClr>
              <a:buSzPts val="8000"/>
              <a:buNone/>
              <a:defRPr b="1" sz="8000">
                <a:solidFill>
                  <a:schemeClr val="lt1"/>
                </a:solidFill>
              </a:defRPr>
            </a:lvl1pPr>
            <a:lvl2pPr indent="-457200" lvl="1" marL="914400">
              <a:lnSpc>
                <a:spcPct val="74000"/>
              </a:lnSpc>
              <a:spcBef>
                <a:spcPts val="1600"/>
              </a:spcBef>
              <a:spcAft>
                <a:spcPts val="0"/>
              </a:spcAft>
              <a:buClr>
                <a:schemeClr val="lt1"/>
              </a:buClr>
              <a:buSzPts val="3600"/>
              <a:buChar char="•"/>
              <a:defRPr>
                <a:solidFill>
                  <a:schemeClr val="lt1"/>
                </a:solidFill>
              </a:defRPr>
            </a:lvl2pPr>
            <a:lvl3pPr indent="-457200" lvl="2" marL="1371600">
              <a:lnSpc>
                <a:spcPct val="74000"/>
              </a:lnSpc>
              <a:spcBef>
                <a:spcPts val="2000"/>
              </a:spcBef>
              <a:spcAft>
                <a:spcPts val="0"/>
              </a:spcAft>
              <a:buClr>
                <a:schemeClr val="lt1"/>
              </a:buClr>
              <a:buSzPts val="3600"/>
              <a:buChar char="•"/>
              <a:defRPr>
                <a:solidFill>
                  <a:schemeClr val="lt1"/>
                </a:solidFill>
              </a:defRPr>
            </a:lvl3pPr>
            <a:lvl4pPr indent="-457200" lvl="3" marL="1828800">
              <a:lnSpc>
                <a:spcPct val="74000"/>
              </a:lnSpc>
              <a:spcBef>
                <a:spcPts val="2000"/>
              </a:spcBef>
              <a:spcAft>
                <a:spcPts val="0"/>
              </a:spcAft>
              <a:buClr>
                <a:schemeClr val="lt1"/>
              </a:buClr>
              <a:buSzPts val="3600"/>
              <a:buChar char="•"/>
              <a:defRPr>
                <a:solidFill>
                  <a:schemeClr val="lt1"/>
                </a:solidFill>
              </a:defRPr>
            </a:lvl4pPr>
            <a:lvl5pPr indent="-457200" lvl="4" marL="2286000">
              <a:lnSpc>
                <a:spcPct val="74000"/>
              </a:lnSpc>
              <a:spcBef>
                <a:spcPts val="2000"/>
              </a:spcBef>
              <a:spcAft>
                <a:spcPts val="0"/>
              </a:spcAft>
              <a:buClr>
                <a:schemeClr val="lt1"/>
              </a:buClr>
              <a:buSzPts val="3600"/>
              <a:buChar char="•"/>
              <a:defRPr>
                <a:solidFill>
                  <a:schemeClr val="lt1"/>
                </a:solidFill>
              </a:defRPr>
            </a:lvl5pPr>
            <a:lvl6pPr indent="-457200" lvl="5" marL="2743200">
              <a:lnSpc>
                <a:spcPct val="74000"/>
              </a:lnSpc>
              <a:spcBef>
                <a:spcPts val="2000"/>
              </a:spcBef>
              <a:spcAft>
                <a:spcPts val="0"/>
              </a:spcAft>
              <a:buClr>
                <a:schemeClr val="lt1"/>
              </a:buClr>
              <a:buSzPts val="3600"/>
              <a:buChar char="•"/>
              <a:defRPr>
                <a:solidFill>
                  <a:schemeClr val="lt1"/>
                </a:solidFill>
              </a:defRPr>
            </a:lvl6pPr>
            <a:lvl7pPr indent="-457200" lvl="6" marL="3200400">
              <a:lnSpc>
                <a:spcPct val="74000"/>
              </a:lnSpc>
              <a:spcBef>
                <a:spcPts val="2000"/>
              </a:spcBef>
              <a:spcAft>
                <a:spcPts val="0"/>
              </a:spcAft>
              <a:buClr>
                <a:schemeClr val="lt1"/>
              </a:buClr>
              <a:buSzPts val="3600"/>
              <a:buChar char="•"/>
              <a:defRPr>
                <a:solidFill>
                  <a:schemeClr val="lt1"/>
                </a:solidFill>
              </a:defRPr>
            </a:lvl7pPr>
            <a:lvl8pPr indent="-457200" lvl="7" marL="3657600">
              <a:lnSpc>
                <a:spcPct val="74000"/>
              </a:lnSpc>
              <a:spcBef>
                <a:spcPts val="2000"/>
              </a:spcBef>
              <a:spcAft>
                <a:spcPts val="0"/>
              </a:spcAft>
              <a:buClr>
                <a:schemeClr val="lt1"/>
              </a:buClr>
              <a:buSzPts val="3600"/>
              <a:buChar char="•"/>
              <a:defRPr>
                <a:solidFill>
                  <a:schemeClr val="lt1"/>
                </a:solidFill>
              </a:defRPr>
            </a:lvl8pPr>
            <a:lvl9pPr indent="-457200" lvl="8" marL="4114800">
              <a:lnSpc>
                <a:spcPct val="74000"/>
              </a:lnSpc>
              <a:spcBef>
                <a:spcPts val="2000"/>
              </a:spcBef>
              <a:spcAft>
                <a:spcPts val="2000"/>
              </a:spcAft>
              <a:buClr>
                <a:schemeClr val="lt1"/>
              </a:buClr>
              <a:buSzPts val="3600"/>
              <a:buChar char="•"/>
              <a:defRPr>
                <a:solidFill>
                  <a:schemeClr val="lt1"/>
                </a:solidFill>
              </a:defRPr>
            </a:lvl9pPr>
          </a:lstStyle>
          <a:p/>
        </p:txBody>
      </p:sp>
      <p:sp>
        <p:nvSpPr>
          <p:cNvPr id="531" name="Google Shape;531;p60"/>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32" name="Google Shape;532;p60"/>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
    <p:bg>
      <p:bgPr>
        <a:solidFill>
          <a:schemeClr val="dk2"/>
        </a:solidFill>
      </p:bgPr>
    </p:bg>
    <p:spTree>
      <p:nvGrpSpPr>
        <p:cNvPr id="533" name="Shape 533"/>
        <p:cNvGrpSpPr/>
        <p:nvPr/>
      </p:nvGrpSpPr>
      <p:grpSpPr>
        <a:xfrm>
          <a:off x="0" y="0"/>
          <a:ext cx="0" cy="0"/>
          <a:chOff x="0" y="0"/>
          <a:chExt cx="0" cy="0"/>
        </a:xfrm>
      </p:grpSpPr>
      <p:sp>
        <p:nvSpPr>
          <p:cNvPr id="534" name="Google Shape;534;p61"/>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35" name="Google Shape;535;p61"/>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pic>
        <p:nvPicPr>
          <p:cNvPr id="536" name="Google Shape;536;p61"/>
          <p:cNvPicPr preferRelativeResize="0"/>
          <p:nvPr/>
        </p:nvPicPr>
        <p:blipFill rotWithShape="1">
          <a:blip r:embed="rId2">
            <a:alphaModFix amt="27000"/>
          </a:blip>
          <a:srcRect b="0" l="21476" r="0" t="0"/>
          <a:stretch/>
        </p:blipFill>
        <p:spPr>
          <a:xfrm flipH="1">
            <a:off x="14096003" y="3560600"/>
            <a:ext cx="4191997" cy="5811999"/>
          </a:xfrm>
          <a:prstGeom prst="rect">
            <a:avLst/>
          </a:prstGeom>
          <a:noFill/>
          <a:ln>
            <a:noFill/>
          </a:ln>
        </p:spPr>
      </p:pic>
      <p:pic>
        <p:nvPicPr>
          <p:cNvPr id="537" name="Google Shape;537;p61"/>
          <p:cNvPicPr preferRelativeResize="0"/>
          <p:nvPr/>
        </p:nvPicPr>
        <p:blipFill rotWithShape="1">
          <a:blip r:embed="rId3">
            <a:alphaModFix/>
          </a:blip>
          <a:srcRect b="0" l="20792" r="0" t="10992"/>
          <a:stretch/>
        </p:blipFill>
        <p:spPr>
          <a:xfrm>
            <a:off x="0" y="-1"/>
            <a:ext cx="2640350" cy="3230454"/>
          </a:xfrm>
          <a:prstGeom prst="rect">
            <a:avLst/>
          </a:prstGeom>
          <a:noFill/>
          <a:ln>
            <a:noFill/>
          </a:ln>
        </p:spPr>
      </p:pic>
      <p:sp>
        <p:nvSpPr>
          <p:cNvPr id="538" name="Google Shape;538;p61"/>
          <p:cNvSpPr txBox="1"/>
          <p:nvPr>
            <p:ph idx="1" type="body"/>
          </p:nvPr>
        </p:nvSpPr>
        <p:spPr>
          <a:xfrm>
            <a:off x="731520" y="2428900"/>
            <a:ext cx="14968800" cy="5429400"/>
          </a:xfrm>
          <a:prstGeom prst="rect">
            <a:avLst/>
          </a:prstGeom>
          <a:noFill/>
          <a:ln>
            <a:noFill/>
          </a:ln>
        </p:spPr>
        <p:txBody>
          <a:bodyPr anchorCtr="0" anchor="ctr" bIns="91400" lIns="182850" spcFirstLastPara="1" rIns="182850" wrap="square" tIns="91400">
            <a:noAutofit/>
          </a:bodyPr>
          <a:lstStyle>
            <a:lvl1pPr indent="-228600" lvl="0" marL="457200">
              <a:lnSpc>
                <a:spcPct val="74000"/>
              </a:lnSpc>
              <a:spcBef>
                <a:spcPts val="0"/>
              </a:spcBef>
              <a:spcAft>
                <a:spcPts val="0"/>
              </a:spcAft>
              <a:buClr>
                <a:schemeClr val="lt1"/>
              </a:buClr>
              <a:buSzPts val="8000"/>
              <a:buNone/>
              <a:defRPr b="1" sz="8000">
                <a:solidFill>
                  <a:schemeClr val="lt1"/>
                </a:solidFill>
              </a:defRPr>
            </a:lvl1pPr>
            <a:lvl2pPr indent="-457200" lvl="1" marL="914400">
              <a:lnSpc>
                <a:spcPct val="74000"/>
              </a:lnSpc>
              <a:spcBef>
                <a:spcPts val="1600"/>
              </a:spcBef>
              <a:spcAft>
                <a:spcPts val="0"/>
              </a:spcAft>
              <a:buClr>
                <a:schemeClr val="lt1"/>
              </a:buClr>
              <a:buSzPts val="3600"/>
              <a:buChar char="•"/>
              <a:defRPr>
                <a:solidFill>
                  <a:schemeClr val="lt1"/>
                </a:solidFill>
              </a:defRPr>
            </a:lvl2pPr>
            <a:lvl3pPr indent="-457200" lvl="2" marL="1371600">
              <a:lnSpc>
                <a:spcPct val="74000"/>
              </a:lnSpc>
              <a:spcBef>
                <a:spcPts val="2000"/>
              </a:spcBef>
              <a:spcAft>
                <a:spcPts val="0"/>
              </a:spcAft>
              <a:buClr>
                <a:schemeClr val="lt1"/>
              </a:buClr>
              <a:buSzPts val="3600"/>
              <a:buChar char="•"/>
              <a:defRPr>
                <a:solidFill>
                  <a:schemeClr val="lt1"/>
                </a:solidFill>
              </a:defRPr>
            </a:lvl3pPr>
            <a:lvl4pPr indent="-457200" lvl="3" marL="1828800">
              <a:lnSpc>
                <a:spcPct val="74000"/>
              </a:lnSpc>
              <a:spcBef>
                <a:spcPts val="2000"/>
              </a:spcBef>
              <a:spcAft>
                <a:spcPts val="0"/>
              </a:spcAft>
              <a:buClr>
                <a:schemeClr val="lt1"/>
              </a:buClr>
              <a:buSzPts val="3600"/>
              <a:buChar char="•"/>
              <a:defRPr>
                <a:solidFill>
                  <a:schemeClr val="lt1"/>
                </a:solidFill>
              </a:defRPr>
            </a:lvl4pPr>
            <a:lvl5pPr indent="-457200" lvl="4" marL="2286000">
              <a:lnSpc>
                <a:spcPct val="74000"/>
              </a:lnSpc>
              <a:spcBef>
                <a:spcPts val="2000"/>
              </a:spcBef>
              <a:spcAft>
                <a:spcPts val="0"/>
              </a:spcAft>
              <a:buClr>
                <a:schemeClr val="lt1"/>
              </a:buClr>
              <a:buSzPts val="3600"/>
              <a:buChar char="•"/>
              <a:defRPr>
                <a:solidFill>
                  <a:schemeClr val="lt1"/>
                </a:solidFill>
              </a:defRPr>
            </a:lvl5pPr>
            <a:lvl6pPr indent="-457200" lvl="5" marL="2743200">
              <a:lnSpc>
                <a:spcPct val="74000"/>
              </a:lnSpc>
              <a:spcBef>
                <a:spcPts val="2000"/>
              </a:spcBef>
              <a:spcAft>
                <a:spcPts val="0"/>
              </a:spcAft>
              <a:buClr>
                <a:schemeClr val="lt1"/>
              </a:buClr>
              <a:buSzPts val="3600"/>
              <a:buChar char="•"/>
              <a:defRPr>
                <a:solidFill>
                  <a:schemeClr val="lt1"/>
                </a:solidFill>
              </a:defRPr>
            </a:lvl6pPr>
            <a:lvl7pPr indent="-457200" lvl="6" marL="3200400">
              <a:lnSpc>
                <a:spcPct val="74000"/>
              </a:lnSpc>
              <a:spcBef>
                <a:spcPts val="2000"/>
              </a:spcBef>
              <a:spcAft>
                <a:spcPts val="0"/>
              </a:spcAft>
              <a:buClr>
                <a:schemeClr val="lt1"/>
              </a:buClr>
              <a:buSzPts val="3600"/>
              <a:buChar char="•"/>
              <a:defRPr>
                <a:solidFill>
                  <a:schemeClr val="lt1"/>
                </a:solidFill>
              </a:defRPr>
            </a:lvl7pPr>
            <a:lvl8pPr indent="-457200" lvl="7" marL="3657600">
              <a:lnSpc>
                <a:spcPct val="74000"/>
              </a:lnSpc>
              <a:spcBef>
                <a:spcPts val="2000"/>
              </a:spcBef>
              <a:spcAft>
                <a:spcPts val="0"/>
              </a:spcAft>
              <a:buClr>
                <a:schemeClr val="lt1"/>
              </a:buClr>
              <a:buSzPts val="3600"/>
              <a:buChar char="•"/>
              <a:defRPr>
                <a:solidFill>
                  <a:schemeClr val="lt1"/>
                </a:solidFill>
              </a:defRPr>
            </a:lvl8pPr>
            <a:lvl9pPr indent="-457200" lvl="8" marL="4114800">
              <a:lnSpc>
                <a:spcPct val="74000"/>
              </a:lnSpc>
              <a:spcBef>
                <a:spcPts val="2000"/>
              </a:spcBef>
              <a:spcAft>
                <a:spcPts val="2000"/>
              </a:spcAft>
              <a:buClr>
                <a:schemeClr val="lt1"/>
              </a:buClr>
              <a:buSzPts val="3600"/>
              <a:buChar char="•"/>
              <a:defRPr>
                <a:solidFill>
                  <a:schemeClr val="lt1"/>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3">
  <p:cSld name="Quote - Violet_1_1_2_1_1">
    <p:bg>
      <p:bgPr>
        <a:solidFill>
          <a:schemeClr val="dk2"/>
        </a:solidFill>
      </p:bgPr>
    </p:bg>
    <p:spTree>
      <p:nvGrpSpPr>
        <p:cNvPr id="539" name="Shape 539"/>
        <p:cNvGrpSpPr/>
        <p:nvPr/>
      </p:nvGrpSpPr>
      <p:grpSpPr>
        <a:xfrm>
          <a:off x="0" y="0"/>
          <a:ext cx="0" cy="0"/>
          <a:chOff x="0" y="0"/>
          <a:chExt cx="0" cy="0"/>
        </a:xfrm>
      </p:grpSpPr>
      <p:grpSp>
        <p:nvGrpSpPr>
          <p:cNvPr id="540" name="Google Shape;540;p62"/>
          <p:cNvGrpSpPr/>
          <p:nvPr/>
        </p:nvGrpSpPr>
        <p:grpSpPr>
          <a:xfrm>
            <a:off x="-19" y="7540878"/>
            <a:ext cx="18287993" cy="2743129"/>
            <a:chOff x="-10" y="3735321"/>
            <a:chExt cx="9139427" cy="1408177"/>
          </a:xfrm>
        </p:grpSpPr>
        <p:pic>
          <p:nvPicPr>
            <p:cNvPr id="541" name="Google Shape;541;p62"/>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542" name="Google Shape;542;p62"/>
            <p:cNvPicPr preferRelativeResize="0"/>
            <p:nvPr/>
          </p:nvPicPr>
          <p:blipFill rotWithShape="1">
            <a:blip r:embed="rId3">
              <a:alphaModFix amt="72000"/>
            </a:blip>
            <a:srcRect b="140" l="0" r="0" t="140"/>
            <a:stretch/>
          </p:blipFill>
          <p:spPr>
            <a:xfrm>
              <a:off x="3049515" y="3735321"/>
              <a:ext cx="3044952" cy="1408177"/>
            </a:xfrm>
            <a:prstGeom prst="rect">
              <a:avLst/>
            </a:prstGeom>
            <a:noFill/>
            <a:ln>
              <a:noFill/>
            </a:ln>
          </p:spPr>
        </p:pic>
        <p:pic>
          <p:nvPicPr>
            <p:cNvPr id="543" name="Google Shape;543;p62"/>
            <p:cNvPicPr preferRelativeResize="0"/>
            <p:nvPr/>
          </p:nvPicPr>
          <p:blipFill rotWithShape="1">
            <a:blip r:embed="rId4">
              <a:alphaModFix amt="72000"/>
            </a:blip>
            <a:srcRect b="140" l="0" r="0" t="140"/>
            <a:stretch/>
          </p:blipFill>
          <p:spPr>
            <a:xfrm>
              <a:off x="6094465" y="3735321"/>
              <a:ext cx="3044952" cy="1408177"/>
            </a:xfrm>
            <a:prstGeom prst="rect">
              <a:avLst/>
            </a:prstGeom>
            <a:noFill/>
            <a:ln>
              <a:noFill/>
            </a:ln>
          </p:spPr>
        </p:pic>
      </p:grpSp>
      <p:sp>
        <p:nvSpPr>
          <p:cNvPr id="544" name="Google Shape;544;p62"/>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45" name="Google Shape;545;p62"/>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546" name="Google Shape;546;p62"/>
          <p:cNvSpPr txBox="1"/>
          <p:nvPr>
            <p:ph idx="1" type="body"/>
          </p:nvPr>
        </p:nvSpPr>
        <p:spPr>
          <a:xfrm>
            <a:off x="731520" y="2428900"/>
            <a:ext cx="14968800" cy="5429400"/>
          </a:xfrm>
          <a:prstGeom prst="rect">
            <a:avLst/>
          </a:prstGeom>
          <a:noFill/>
          <a:ln>
            <a:noFill/>
          </a:ln>
        </p:spPr>
        <p:txBody>
          <a:bodyPr anchorCtr="0" anchor="ctr" bIns="91400" lIns="182850" spcFirstLastPara="1" rIns="182850" wrap="square" tIns="91400">
            <a:noAutofit/>
          </a:bodyPr>
          <a:lstStyle>
            <a:lvl1pPr indent="-228600" lvl="0" marL="457200">
              <a:lnSpc>
                <a:spcPct val="74000"/>
              </a:lnSpc>
              <a:spcBef>
                <a:spcPts val="0"/>
              </a:spcBef>
              <a:spcAft>
                <a:spcPts val="0"/>
              </a:spcAft>
              <a:buClr>
                <a:schemeClr val="lt1"/>
              </a:buClr>
              <a:buSzPts val="8000"/>
              <a:buNone/>
              <a:defRPr b="1" sz="8000">
                <a:solidFill>
                  <a:schemeClr val="lt1"/>
                </a:solidFill>
              </a:defRPr>
            </a:lvl1pPr>
            <a:lvl2pPr indent="-457200" lvl="1" marL="914400">
              <a:lnSpc>
                <a:spcPct val="74000"/>
              </a:lnSpc>
              <a:spcBef>
                <a:spcPts val="1600"/>
              </a:spcBef>
              <a:spcAft>
                <a:spcPts val="0"/>
              </a:spcAft>
              <a:buClr>
                <a:schemeClr val="lt1"/>
              </a:buClr>
              <a:buSzPts val="3600"/>
              <a:buChar char="•"/>
              <a:defRPr>
                <a:solidFill>
                  <a:schemeClr val="lt1"/>
                </a:solidFill>
              </a:defRPr>
            </a:lvl2pPr>
            <a:lvl3pPr indent="-457200" lvl="2" marL="1371600">
              <a:lnSpc>
                <a:spcPct val="74000"/>
              </a:lnSpc>
              <a:spcBef>
                <a:spcPts val="2000"/>
              </a:spcBef>
              <a:spcAft>
                <a:spcPts val="0"/>
              </a:spcAft>
              <a:buClr>
                <a:schemeClr val="lt1"/>
              </a:buClr>
              <a:buSzPts val="3600"/>
              <a:buChar char="•"/>
              <a:defRPr>
                <a:solidFill>
                  <a:schemeClr val="lt1"/>
                </a:solidFill>
              </a:defRPr>
            </a:lvl3pPr>
            <a:lvl4pPr indent="-457200" lvl="3" marL="1828800">
              <a:lnSpc>
                <a:spcPct val="74000"/>
              </a:lnSpc>
              <a:spcBef>
                <a:spcPts val="2000"/>
              </a:spcBef>
              <a:spcAft>
                <a:spcPts val="0"/>
              </a:spcAft>
              <a:buClr>
                <a:schemeClr val="lt1"/>
              </a:buClr>
              <a:buSzPts val="3600"/>
              <a:buChar char="•"/>
              <a:defRPr>
                <a:solidFill>
                  <a:schemeClr val="lt1"/>
                </a:solidFill>
              </a:defRPr>
            </a:lvl4pPr>
            <a:lvl5pPr indent="-457200" lvl="4" marL="2286000">
              <a:lnSpc>
                <a:spcPct val="74000"/>
              </a:lnSpc>
              <a:spcBef>
                <a:spcPts val="2000"/>
              </a:spcBef>
              <a:spcAft>
                <a:spcPts val="0"/>
              </a:spcAft>
              <a:buClr>
                <a:schemeClr val="lt1"/>
              </a:buClr>
              <a:buSzPts val="3600"/>
              <a:buChar char="•"/>
              <a:defRPr>
                <a:solidFill>
                  <a:schemeClr val="lt1"/>
                </a:solidFill>
              </a:defRPr>
            </a:lvl5pPr>
            <a:lvl6pPr indent="-457200" lvl="5" marL="2743200">
              <a:lnSpc>
                <a:spcPct val="74000"/>
              </a:lnSpc>
              <a:spcBef>
                <a:spcPts val="2000"/>
              </a:spcBef>
              <a:spcAft>
                <a:spcPts val="0"/>
              </a:spcAft>
              <a:buClr>
                <a:schemeClr val="lt1"/>
              </a:buClr>
              <a:buSzPts val="3600"/>
              <a:buChar char="•"/>
              <a:defRPr>
                <a:solidFill>
                  <a:schemeClr val="lt1"/>
                </a:solidFill>
              </a:defRPr>
            </a:lvl6pPr>
            <a:lvl7pPr indent="-457200" lvl="6" marL="3200400">
              <a:lnSpc>
                <a:spcPct val="74000"/>
              </a:lnSpc>
              <a:spcBef>
                <a:spcPts val="2000"/>
              </a:spcBef>
              <a:spcAft>
                <a:spcPts val="0"/>
              </a:spcAft>
              <a:buClr>
                <a:schemeClr val="lt1"/>
              </a:buClr>
              <a:buSzPts val="3600"/>
              <a:buChar char="•"/>
              <a:defRPr>
                <a:solidFill>
                  <a:schemeClr val="lt1"/>
                </a:solidFill>
              </a:defRPr>
            </a:lvl7pPr>
            <a:lvl8pPr indent="-457200" lvl="7" marL="3657600">
              <a:lnSpc>
                <a:spcPct val="74000"/>
              </a:lnSpc>
              <a:spcBef>
                <a:spcPts val="2000"/>
              </a:spcBef>
              <a:spcAft>
                <a:spcPts val="0"/>
              </a:spcAft>
              <a:buClr>
                <a:schemeClr val="lt1"/>
              </a:buClr>
              <a:buSzPts val="3600"/>
              <a:buChar char="•"/>
              <a:defRPr>
                <a:solidFill>
                  <a:schemeClr val="lt1"/>
                </a:solidFill>
              </a:defRPr>
            </a:lvl8pPr>
            <a:lvl9pPr indent="-457200" lvl="8" marL="4114800">
              <a:lnSpc>
                <a:spcPct val="74000"/>
              </a:lnSpc>
              <a:spcBef>
                <a:spcPts val="2000"/>
              </a:spcBef>
              <a:spcAft>
                <a:spcPts val="2000"/>
              </a:spcAft>
              <a:buClr>
                <a:schemeClr val="lt1"/>
              </a:buClr>
              <a:buSzPts val="3600"/>
              <a:buChar char="•"/>
              <a:defRPr>
                <a:solidFill>
                  <a:schemeClr val="lt1"/>
                </a:solidFill>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4">
  <p:cSld name="Quote - Violet_1_1_2_1_1_1">
    <p:bg>
      <p:bgPr>
        <a:solidFill>
          <a:schemeClr val="dk2"/>
        </a:solidFill>
      </p:bgPr>
    </p:bg>
    <p:spTree>
      <p:nvGrpSpPr>
        <p:cNvPr id="547" name="Shape 547"/>
        <p:cNvGrpSpPr/>
        <p:nvPr/>
      </p:nvGrpSpPr>
      <p:grpSpPr>
        <a:xfrm>
          <a:off x="0" y="0"/>
          <a:ext cx="0" cy="0"/>
          <a:chOff x="0" y="0"/>
          <a:chExt cx="0" cy="0"/>
        </a:xfrm>
      </p:grpSpPr>
      <p:sp>
        <p:nvSpPr>
          <p:cNvPr id="548" name="Google Shape;548;p63"/>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49" name="Google Shape;549;p63"/>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grpSp>
        <p:nvGrpSpPr>
          <p:cNvPr id="550" name="Google Shape;550;p63"/>
          <p:cNvGrpSpPr/>
          <p:nvPr/>
        </p:nvGrpSpPr>
        <p:grpSpPr>
          <a:xfrm>
            <a:off x="7" y="3607950"/>
            <a:ext cx="18287992" cy="6679052"/>
            <a:chOff x="4" y="1803975"/>
            <a:chExt cx="9143996" cy="3339526"/>
          </a:xfrm>
        </p:grpSpPr>
        <p:pic>
          <p:nvPicPr>
            <p:cNvPr id="551" name="Google Shape;551;p63"/>
            <p:cNvPicPr preferRelativeResize="0"/>
            <p:nvPr/>
          </p:nvPicPr>
          <p:blipFill rotWithShape="1">
            <a:blip r:embed="rId2">
              <a:alphaModFix amt="57000"/>
            </a:blip>
            <a:srcRect b="34254" l="32605" r="0" t="0"/>
            <a:stretch/>
          </p:blipFill>
          <p:spPr>
            <a:xfrm flipH="1">
              <a:off x="5036874" y="1804050"/>
              <a:ext cx="4107126" cy="3339451"/>
            </a:xfrm>
            <a:prstGeom prst="rect">
              <a:avLst/>
            </a:prstGeom>
            <a:noFill/>
            <a:ln>
              <a:noFill/>
            </a:ln>
          </p:spPr>
        </p:pic>
        <p:pic>
          <p:nvPicPr>
            <p:cNvPr id="552" name="Google Shape;552;p63"/>
            <p:cNvPicPr preferRelativeResize="0"/>
            <p:nvPr/>
          </p:nvPicPr>
          <p:blipFill rotWithShape="1">
            <a:blip r:embed="rId3">
              <a:alphaModFix amt="57000"/>
            </a:blip>
            <a:srcRect b="34258" l="0" r="17499" t="0"/>
            <a:stretch/>
          </p:blipFill>
          <p:spPr>
            <a:xfrm flipH="1">
              <a:off x="4" y="1803975"/>
              <a:ext cx="5027748" cy="3339451"/>
            </a:xfrm>
            <a:prstGeom prst="rect">
              <a:avLst/>
            </a:prstGeom>
            <a:noFill/>
            <a:ln>
              <a:noFill/>
            </a:ln>
          </p:spPr>
        </p:pic>
      </p:grpSp>
      <p:sp>
        <p:nvSpPr>
          <p:cNvPr id="553" name="Google Shape;553;p63"/>
          <p:cNvSpPr txBox="1"/>
          <p:nvPr>
            <p:ph idx="1" type="body"/>
          </p:nvPr>
        </p:nvSpPr>
        <p:spPr>
          <a:xfrm>
            <a:off x="731520" y="2428900"/>
            <a:ext cx="14968800" cy="5429400"/>
          </a:xfrm>
          <a:prstGeom prst="rect">
            <a:avLst/>
          </a:prstGeom>
          <a:noFill/>
          <a:ln>
            <a:noFill/>
          </a:ln>
        </p:spPr>
        <p:txBody>
          <a:bodyPr anchorCtr="0" anchor="ctr" bIns="91400" lIns="182850" spcFirstLastPara="1" rIns="182850" wrap="square" tIns="91400">
            <a:noAutofit/>
          </a:bodyPr>
          <a:lstStyle>
            <a:lvl1pPr indent="-228600" lvl="0" marL="457200">
              <a:lnSpc>
                <a:spcPct val="74000"/>
              </a:lnSpc>
              <a:spcBef>
                <a:spcPts val="0"/>
              </a:spcBef>
              <a:spcAft>
                <a:spcPts val="0"/>
              </a:spcAft>
              <a:buClr>
                <a:schemeClr val="lt1"/>
              </a:buClr>
              <a:buSzPts val="8000"/>
              <a:buNone/>
              <a:defRPr b="1" sz="8000">
                <a:solidFill>
                  <a:schemeClr val="lt1"/>
                </a:solidFill>
              </a:defRPr>
            </a:lvl1pPr>
            <a:lvl2pPr indent="-457200" lvl="1" marL="914400">
              <a:lnSpc>
                <a:spcPct val="74000"/>
              </a:lnSpc>
              <a:spcBef>
                <a:spcPts val="1600"/>
              </a:spcBef>
              <a:spcAft>
                <a:spcPts val="0"/>
              </a:spcAft>
              <a:buClr>
                <a:schemeClr val="lt1"/>
              </a:buClr>
              <a:buSzPts val="3600"/>
              <a:buChar char="•"/>
              <a:defRPr>
                <a:solidFill>
                  <a:schemeClr val="lt1"/>
                </a:solidFill>
              </a:defRPr>
            </a:lvl2pPr>
            <a:lvl3pPr indent="-457200" lvl="2" marL="1371600">
              <a:lnSpc>
                <a:spcPct val="74000"/>
              </a:lnSpc>
              <a:spcBef>
                <a:spcPts val="2000"/>
              </a:spcBef>
              <a:spcAft>
                <a:spcPts val="0"/>
              </a:spcAft>
              <a:buClr>
                <a:schemeClr val="lt1"/>
              </a:buClr>
              <a:buSzPts val="3600"/>
              <a:buChar char="•"/>
              <a:defRPr>
                <a:solidFill>
                  <a:schemeClr val="lt1"/>
                </a:solidFill>
              </a:defRPr>
            </a:lvl3pPr>
            <a:lvl4pPr indent="-457200" lvl="3" marL="1828800">
              <a:lnSpc>
                <a:spcPct val="74000"/>
              </a:lnSpc>
              <a:spcBef>
                <a:spcPts val="2000"/>
              </a:spcBef>
              <a:spcAft>
                <a:spcPts val="0"/>
              </a:spcAft>
              <a:buClr>
                <a:schemeClr val="lt1"/>
              </a:buClr>
              <a:buSzPts val="3600"/>
              <a:buChar char="•"/>
              <a:defRPr>
                <a:solidFill>
                  <a:schemeClr val="lt1"/>
                </a:solidFill>
              </a:defRPr>
            </a:lvl4pPr>
            <a:lvl5pPr indent="-457200" lvl="4" marL="2286000">
              <a:lnSpc>
                <a:spcPct val="74000"/>
              </a:lnSpc>
              <a:spcBef>
                <a:spcPts val="2000"/>
              </a:spcBef>
              <a:spcAft>
                <a:spcPts val="0"/>
              </a:spcAft>
              <a:buClr>
                <a:schemeClr val="lt1"/>
              </a:buClr>
              <a:buSzPts val="3600"/>
              <a:buChar char="•"/>
              <a:defRPr>
                <a:solidFill>
                  <a:schemeClr val="lt1"/>
                </a:solidFill>
              </a:defRPr>
            </a:lvl5pPr>
            <a:lvl6pPr indent="-457200" lvl="5" marL="2743200">
              <a:lnSpc>
                <a:spcPct val="74000"/>
              </a:lnSpc>
              <a:spcBef>
                <a:spcPts val="2000"/>
              </a:spcBef>
              <a:spcAft>
                <a:spcPts val="0"/>
              </a:spcAft>
              <a:buClr>
                <a:schemeClr val="lt1"/>
              </a:buClr>
              <a:buSzPts val="3600"/>
              <a:buChar char="•"/>
              <a:defRPr>
                <a:solidFill>
                  <a:schemeClr val="lt1"/>
                </a:solidFill>
              </a:defRPr>
            </a:lvl6pPr>
            <a:lvl7pPr indent="-457200" lvl="6" marL="3200400">
              <a:lnSpc>
                <a:spcPct val="74000"/>
              </a:lnSpc>
              <a:spcBef>
                <a:spcPts val="2000"/>
              </a:spcBef>
              <a:spcAft>
                <a:spcPts val="0"/>
              </a:spcAft>
              <a:buClr>
                <a:schemeClr val="lt1"/>
              </a:buClr>
              <a:buSzPts val="3600"/>
              <a:buChar char="•"/>
              <a:defRPr>
                <a:solidFill>
                  <a:schemeClr val="lt1"/>
                </a:solidFill>
              </a:defRPr>
            </a:lvl7pPr>
            <a:lvl8pPr indent="-457200" lvl="7" marL="3657600">
              <a:lnSpc>
                <a:spcPct val="74000"/>
              </a:lnSpc>
              <a:spcBef>
                <a:spcPts val="2000"/>
              </a:spcBef>
              <a:spcAft>
                <a:spcPts val="0"/>
              </a:spcAft>
              <a:buClr>
                <a:schemeClr val="lt1"/>
              </a:buClr>
              <a:buSzPts val="3600"/>
              <a:buChar char="•"/>
              <a:defRPr>
                <a:solidFill>
                  <a:schemeClr val="lt1"/>
                </a:solidFill>
              </a:defRPr>
            </a:lvl8pPr>
            <a:lvl9pPr indent="-457200" lvl="8" marL="4114800">
              <a:lnSpc>
                <a:spcPct val="74000"/>
              </a:lnSpc>
              <a:spcBef>
                <a:spcPts val="2000"/>
              </a:spcBef>
              <a:spcAft>
                <a:spcPts val="2000"/>
              </a:spcAft>
              <a:buClr>
                <a:schemeClr val="lt1"/>
              </a:buClr>
              <a:buSzPts val="3600"/>
              <a:buChar char="•"/>
              <a:defRPr>
                <a:solidFill>
                  <a:schemeClr val="lt1"/>
                </a:solidFill>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5">
  <p:cSld name="Quote - Violet_1_1_2_1_1_1_1">
    <p:bg>
      <p:bgPr>
        <a:solidFill>
          <a:schemeClr val="dk2"/>
        </a:solidFill>
      </p:bgPr>
    </p:bg>
    <p:spTree>
      <p:nvGrpSpPr>
        <p:cNvPr id="554" name="Shape 554"/>
        <p:cNvGrpSpPr/>
        <p:nvPr/>
      </p:nvGrpSpPr>
      <p:grpSpPr>
        <a:xfrm>
          <a:off x="0" y="0"/>
          <a:ext cx="0" cy="0"/>
          <a:chOff x="0" y="0"/>
          <a:chExt cx="0" cy="0"/>
        </a:xfrm>
      </p:grpSpPr>
      <p:sp>
        <p:nvSpPr>
          <p:cNvPr id="555" name="Google Shape;555;p64"/>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56" name="Google Shape;556;p6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grpSp>
        <p:nvGrpSpPr>
          <p:cNvPr id="557" name="Google Shape;557;p64"/>
          <p:cNvGrpSpPr/>
          <p:nvPr/>
        </p:nvGrpSpPr>
        <p:grpSpPr>
          <a:xfrm rot="-5400000">
            <a:off x="10446902" y="2392597"/>
            <a:ext cx="10328452" cy="5495854"/>
            <a:chOff x="1155183" y="3814094"/>
            <a:chExt cx="3118306" cy="1659276"/>
          </a:xfrm>
        </p:grpSpPr>
        <p:pic>
          <p:nvPicPr>
            <p:cNvPr id="558" name="Google Shape;558;p64"/>
            <p:cNvPicPr preferRelativeResize="0"/>
            <p:nvPr/>
          </p:nvPicPr>
          <p:blipFill rotWithShape="1">
            <a:blip r:embed="rId2">
              <a:alphaModFix amt="58000"/>
            </a:blip>
            <a:srcRect b="10228" l="37919" r="0" t="24706"/>
            <a:stretch/>
          </p:blipFill>
          <p:spPr>
            <a:xfrm>
              <a:off x="1155183" y="3814094"/>
              <a:ext cx="1891297" cy="1652133"/>
            </a:xfrm>
            <a:prstGeom prst="rect">
              <a:avLst/>
            </a:prstGeom>
            <a:noFill/>
            <a:ln>
              <a:noFill/>
            </a:ln>
          </p:spPr>
        </p:pic>
        <p:pic>
          <p:nvPicPr>
            <p:cNvPr id="559" name="Google Shape;559;p64"/>
            <p:cNvPicPr preferRelativeResize="0"/>
            <p:nvPr/>
          </p:nvPicPr>
          <p:blipFill rotWithShape="1">
            <a:blip r:embed="rId3">
              <a:alphaModFix amt="58000"/>
            </a:blip>
            <a:srcRect b="9950" l="0" r="59873" t="25270"/>
            <a:stretch/>
          </p:blipFill>
          <p:spPr>
            <a:xfrm>
              <a:off x="3051053" y="3828390"/>
              <a:ext cx="1222436" cy="1644980"/>
            </a:xfrm>
            <a:prstGeom prst="rect">
              <a:avLst/>
            </a:prstGeom>
            <a:noFill/>
            <a:ln>
              <a:noFill/>
            </a:ln>
          </p:spPr>
        </p:pic>
      </p:grpSp>
      <p:sp>
        <p:nvSpPr>
          <p:cNvPr id="560" name="Google Shape;560;p64"/>
          <p:cNvSpPr txBox="1"/>
          <p:nvPr>
            <p:ph idx="1" type="body"/>
          </p:nvPr>
        </p:nvSpPr>
        <p:spPr>
          <a:xfrm>
            <a:off x="731520" y="2428900"/>
            <a:ext cx="14968800" cy="5429400"/>
          </a:xfrm>
          <a:prstGeom prst="rect">
            <a:avLst/>
          </a:prstGeom>
          <a:noFill/>
          <a:ln>
            <a:noFill/>
          </a:ln>
        </p:spPr>
        <p:txBody>
          <a:bodyPr anchorCtr="0" anchor="ctr" bIns="91400" lIns="182850" spcFirstLastPara="1" rIns="182850" wrap="square" tIns="91400">
            <a:noAutofit/>
          </a:bodyPr>
          <a:lstStyle>
            <a:lvl1pPr indent="-228600" lvl="0" marL="457200">
              <a:lnSpc>
                <a:spcPct val="74000"/>
              </a:lnSpc>
              <a:spcBef>
                <a:spcPts val="0"/>
              </a:spcBef>
              <a:spcAft>
                <a:spcPts val="0"/>
              </a:spcAft>
              <a:buClr>
                <a:schemeClr val="lt1"/>
              </a:buClr>
              <a:buSzPts val="8000"/>
              <a:buNone/>
              <a:defRPr b="1" sz="8000">
                <a:solidFill>
                  <a:schemeClr val="lt1"/>
                </a:solidFill>
              </a:defRPr>
            </a:lvl1pPr>
            <a:lvl2pPr indent="-457200" lvl="1" marL="914400">
              <a:lnSpc>
                <a:spcPct val="74000"/>
              </a:lnSpc>
              <a:spcBef>
                <a:spcPts val="1600"/>
              </a:spcBef>
              <a:spcAft>
                <a:spcPts val="0"/>
              </a:spcAft>
              <a:buClr>
                <a:schemeClr val="lt1"/>
              </a:buClr>
              <a:buSzPts val="3600"/>
              <a:buChar char="•"/>
              <a:defRPr>
                <a:solidFill>
                  <a:schemeClr val="lt1"/>
                </a:solidFill>
              </a:defRPr>
            </a:lvl2pPr>
            <a:lvl3pPr indent="-457200" lvl="2" marL="1371600">
              <a:lnSpc>
                <a:spcPct val="74000"/>
              </a:lnSpc>
              <a:spcBef>
                <a:spcPts val="2000"/>
              </a:spcBef>
              <a:spcAft>
                <a:spcPts val="0"/>
              </a:spcAft>
              <a:buClr>
                <a:schemeClr val="lt1"/>
              </a:buClr>
              <a:buSzPts val="3600"/>
              <a:buChar char="•"/>
              <a:defRPr>
                <a:solidFill>
                  <a:schemeClr val="lt1"/>
                </a:solidFill>
              </a:defRPr>
            </a:lvl3pPr>
            <a:lvl4pPr indent="-457200" lvl="3" marL="1828800">
              <a:lnSpc>
                <a:spcPct val="74000"/>
              </a:lnSpc>
              <a:spcBef>
                <a:spcPts val="2000"/>
              </a:spcBef>
              <a:spcAft>
                <a:spcPts val="0"/>
              </a:spcAft>
              <a:buClr>
                <a:schemeClr val="lt1"/>
              </a:buClr>
              <a:buSzPts val="3600"/>
              <a:buChar char="•"/>
              <a:defRPr>
                <a:solidFill>
                  <a:schemeClr val="lt1"/>
                </a:solidFill>
              </a:defRPr>
            </a:lvl4pPr>
            <a:lvl5pPr indent="-457200" lvl="4" marL="2286000">
              <a:lnSpc>
                <a:spcPct val="74000"/>
              </a:lnSpc>
              <a:spcBef>
                <a:spcPts val="2000"/>
              </a:spcBef>
              <a:spcAft>
                <a:spcPts val="0"/>
              </a:spcAft>
              <a:buClr>
                <a:schemeClr val="lt1"/>
              </a:buClr>
              <a:buSzPts val="3600"/>
              <a:buChar char="•"/>
              <a:defRPr>
                <a:solidFill>
                  <a:schemeClr val="lt1"/>
                </a:solidFill>
              </a:defRPr>
            </a:lvl5pPr>
            <a:lvl6pPr indent="-457200" lvl="5" marL="2743200">
              <a:lnSpc>
                <a:spcPct val="74000"/>
              </a:lnSpc>
              <a:spcBef>
                <a:spcPts val="2000"/>
              </a:spcBef>
              <a:spcAft>
                <a:spcPts val="0"/>
              </a:spcAft>
              <a:buClr>
                <a:schemeClr val="lt1"/>
              </a:buClr>
              <a:buSzPts val="3600"/>
              <a:buChar char="•"/>
              <a:defRPr>
                <a:solidFill>
                  <a:schemeClr val="lt1"/>
                </a:solidFill>
              </a:defRPr>
            </a:lvl6pPr>
            <a:lvl7pPr indent="-457200" lvl="6" marL="3200400">
              <a:lnSpc>
                <a:spcPct val="74000"/>
              </a:lnSpc>
              <a:spcBef>
                <a:spcPts val="2000"/>
              </a:spcBef>
              <a:spcAft>
                <a:spcPts val="0"/>
              </a:spcAft>
              <a:buClr>
                <a:schemeClr val="lt1"/>
              </a:buClr>
              <a:buSzPts val="3600"/>
              <a:buChar char="•"/>
              <a:defRPr>
                <a:solidFill>
                  <a:schemeClr val="lt1"/>
                </a:solidFill>
              </a:defRPr>
            </a:lvl7pPr>
            <a:lvl8pPr indent="-457200" lvl="7" marL="3657600">
              <a:lnSpc>
                <a:spcPct val="74000"/>
              </a:lnSpc>
              <a:spcBef>
                <a:spcPts val="2000"/>
              </a:spcBef>
              <a:spcAft>
                <a:spcPts val="0"/>
              </a:spcAft>
              <a:buClr>
                <a:schemeClr val="lt1"/>
              </a:buClr>
              <a:buSzPts val="3600"/>
              <a:buChar char="•"/>
              <a:defRPr>
                <a:solidFill>
                  <a:schemeClr val="lt1"/>
                </a:solidFill>
              </a:defRPr>
            </a:lvl8pPr>
            <a:lvl9pPr indent="-457200" lvl="8" marL="4114800">
              <a:lnSpc>
                <a:spcPct val="74000"/>
              </a:lnSpc>
              <a:spcBef>
                <a:spcPts val="2000"/>
              </a:spcBef>
              <a:spcAft>
                <a:spcPts val="2000"/>
              </a:spcAft>
              <a:buClr>
                <a:schemeClr val="lt1"/>
              </a:buClr>
              <a:buSzPts val="3600"/>
              <a:buChar char="•"/>
              <a:defRPr>
                <a:solidFill>
                  <a:schemeClr val="lt1"/>
                </a:solidFill>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561" name="Shape 561"/>
        <p:cNvGrpSpPr/>
        <p:nvPr/>
      </p:nvGrpSpPr>
      <p:grpSpPr>
        <a:xfrm>
          <a:off x="0" y="0"/>
          <a:ext cx="0" cy="0"/>
          <a:chOff x="0" y="0"/>
          <a:chExt cx="0" cy="0"/>
        </a:xfrm>
      </p:grpSpPr>
      <p:sp>
        <p:nvSpPr>
          <p:cNvPr id="562" name="Google Shape;562;p65"/>
          <p:cNvSpPr txBox="1"/>
          <p:nvPr>
            <p:ph idx="1" type="body"/>
          </p:nvPr>
        </p:nvSpPr>
        <p:spPr>
          <a:xfrm>
            <a:off x="731500" y="2663950"/>
            <a:ext cx="14968800" cy="5194200"/>
          </a:xfrm>
          <a:prstGeom prst="rect">
            <a:avLst/>
          </a:prstGeom>
          <a:noFill/>
          <a:ln>
            <a:noFill/>
          </a:ln>
        </p:spPr>
        <p:txBody>
          <a:bodyPr anchorCtr="0" anchor="ctr" bIns="91400" lIns="182850" spcFirstLastPara="1" rIns="182850" wrap="square" tIns="91400">
            <a:normAutofit/>
          </a:bodyPr>
          <a:lstStyle>
            <a:lvl1pPr indent="-228600" lvl="0" marL="457200">
              <a:lnSpc>
                <a:spcPct val="100000"/>
              </a:lnSpc>
              <a:spcBef>
                <a:spcPts val="0"/>
              </a:spcBef>
              <a:spcAft>
                <a:spcPts val="0"/>
              </a:spcAft>
              <a:buClr>
                <a:schemeClr val="lt1"/>
              </a:buClr>
              <a:buSzPts val="8400"/>
              <a:buNone/>
              <a:defRPr b="1" sz="8400" cap="none">
                <a:solidFill>
                  <a:schemeClr val="lt1"/>
                </a:solidFill>
              </a:defRPr>
            </a:lvl1pPr>
            <a:lvl2pPr indent="-457200" lvl="1" marL="914400">
              <a:lnSpc>
                <a:spcPct val="100000"/>
              </a:lnSpc>
              <a:spcBef>
                <a:spcPts val="2000"/>
              </a:spcBef>
              <a:spcAft>
                <a:spcPts val="0"/>
              </a:spcAft>
              <a:buClr>
                <a:schemeClr val="lt1"/>
              </a:buClr>
              <a:buSzPts val="3600"/>
              <a:buChar char="•"/>
              <a:defRPr>
                <a:solidFill>
                  <a:schemeClr val="lt1"/>
                </a:solidFill>
              </a:defRPr>
            </a:lvl2pPr>
            <a:lvl3pPr indent="-457200" lvl="2" marL="1371600">
              <a:lnSpc>
                <a:spcPct val="100000"/>
              </a:lnSpc>
              <a:spcBef>
                <a:spcPts val="2000"/>
              </a:spcBef>
              <a:spcAft>
                <a:spcPts val="0"/>
              </a:spcAft>
              <a:buClr>
                <a:schemeClr val="lt1"/>
              </a:buClr>
              <a:buSzPts val="3600"/>
              <a:buChar char="•"/>
              <a:defRPr>
                <a:solidFill>
                  <a:schemeClr val="lt1"/>
                </a:solidFill>
              </a:defRPr>
            </a:lvl3pPr>
            <a:lvl4pPr indent="-457200" lvl="3" marL="1828800">
              <a:lnSpc>
                <a:spcPct val="100000"/>
              </a:lnSpc>
              <a:spcBef>
                <a:spcPts val="2000"/>
              </a:spcBef>
              <a:spcAft>
                <a:spcPts val="0"/>
              </a:spcAft>
              <a:buClr>
                <a:schemeClr val="lt1"/>
              </a:buClr>
              <a:buSzPts val="3600"/>
              <a:buChar char="•"/>
              <a:defRPr>
                <a:solidFill>
                  <a:schemeClr val="lt1"/>
                </a:solidFill>
              </a:defRPr>
            </a:lvl4pPr>
            <a:lvl5pPr indent="-457200" lvl="4" marL="2286000">
              <a:lnSpc>
                <a:spcPct val="100000"/>
              </a:lnSpc>
              <a:spcBef>
                <a:spcPts val="2000"/>
              </a:spcBef>
              <a:spcAft>
                <a:spcPts val="0"/>
              </a:spcAft>
              <a:buClr>
                <a:schemeClr val="lt1"/>
              </a:buClr>
              <a:buSzPts val="3600"/>
              <a:buChar char="•"/>
              <a:defRPr>
                <a:solidFill>
                  <a:schemeClr val="lt1"/>
                </a:solidFill>
              </a:defRPr>
            </a:lvl5pPr>
            <a:lvl6pPr indent="-457200" lvl="5" marL="2743200">
              <a:lnSpc>
                <a:spcPct val="100000"/>
              </a:lnSpc>
              <a:spcBef>
                <a:spcPts val="2000"/>
              </a:spcBef>
              <a:spcAft>
                <a:spcPts val="0"/>
              </a:spcAft>
              <a:buClr>
                <a:schemeClr val="lt1"/>
              </a:buClr>
              <a:buSzPts val="3600"/>
              <a:buChar char="•"/>
              <a:defRPr>
                <a:solidFill>
                  <a:schemeClr val="lt1"/>
                </a:solidFill>
              </a:defRPr>
            </a:lvl6pPr>
            <a:lvl7pPr indent="-457200" lvl="6" marL="3200400">
              <a:lnSpc>
                <a:spcPct val="100000"/>
              </a:lnSpc>
              <a:spcBef>
                <a:spcPts val="2000"/>
              </a:spcBef>
              <a:spcAft>
                <a:spcPts val="0"/>
              </a:spcAft>
              <a:buClr>
                <a:schemeClr val="lt1"/>
              </a:buClr>
              <a:buSzPts val="3600"/>
              <a:buChar char="•"/>
              <a:defRPr>
                <a:solidFill>
                  <a:schemeClr val="lt1"/>
                </a:solidFill>
              </a:defRPr>
            </a:lvl7pPr>
            <a:lvl8pPr indent="-457200" lvl="7" marL="3657600">
              <a:lnSpc>
                <a:spcPct val="100000"/>
              </a:lnSpc>
              <a:spcBef>
                <a:spcPts val="2000"/>
              </a:spcBef>
              <a:spcAft>
                <a:spcPts val="0"/>
              </a:spcAft>
              <a:buClr>
                <a:schemeClr val="lt1"/>
              </a:buClr>
              <a:buSzPts val="3600"/>
              <a:buChar char="•"/>
              <a:defRPr>
                <a:solidFill>
                  <a:schemeClr val="lt1"/>
                </a:solidFill>
              </a:defRPr>
            </a:lvl8pPr>
            <a:lvl9pPr indent="-457200" lvl="8" marL="4114800">
              <a:lnSpc>
                <a:spcPct val="100000"/>
              </a:lnSpc>
              <a:spcBef>
                <a:spcPts val="2000"/>
              </a:spcBef>
              <a:spcAft>
                <a:spcPts val="2000"/>
              </a:spcAft>
              <a:buClr>
                <a:schemeClr val="lt1"/>
              </a:buClr>
              <a:buSzPts val="3600"/>
              <a:buChar char="•"/>
              <a:defRPr>
                <a:solidFill>
                  <a:schemeClr val="lt1"/>
                </a:solidFill>
              </a:defRPr>
            </a:lvl9pPr>
          </a:lstStyle>
          <a:p/>
        </p:txBody>
      </p:sp>
      <p:sp>
        <p:nvSpPr>
          <p:cNvPr id="563" name="Google Shape;563;p65"/>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64" name="Google Shape;564;p65"/>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565" name="Google Shape;565;p65"/>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FFFFFF"/>
                </a:solidFill>
              </a:defRPr>
            </a:lvl1pPr>
            <a:lvl2pPr indent="0" lvl="1" marL="0" marR="0" algn="r">
              <a:spcBef>
                <a:spcPts val="0"/>
              </a:spcBef>
              <a:buNone/>
              <a:defRPr i="0" sz="1200">
                <a:solidFill>
                  <a:srgbClr val="FFFFFF"/>
                </a:solidFill>
              </a:defRPr>
            </a:lvl2pPr>
            <a:lvl3pPr indent="0" lvl="2" marL="0" marR="0" algn="r">
              <a:spcBef>
                <a:spcPts val="0"/>
              </a:spcBef>
              <a:buNone/>
              <a:defRPr i="0" sz="1200">
                <a:solidFill>
                  <a:srgbClr val="FFFFFF"/>
                </a:solidFill>
              </a:defRPr>
            </a:lvl3pPr>
            <a:lvl4pPr indent="0" lvl="3" marL="0" marR="0" algn="r">
              <a:spcBef>
                <a:spcPts val="0"/>
              </a:spcBef>
              <a:buNone/>
              <a:defRPr i="0" sz="1200">
                <a:solidFill>
                  <a:srgbClr val="FFFFFF"/>
                </a:solidFill>
              </a:defRPr>
            </a:lvl4pPr>
            <a:lvl5pPr indent="0" lvl="4" marL="0" marR="0" algn="r">
              <a:spcBef>
                <a:spcPts val="0"/>
              </a:spcBef>
              <a:buNone/>
              <a:defRPr i="0" sz="1200">
                <a:solidFill>
                  <a:srgbClr val="FFFFFF"/>
                </a:solidFill>
              </a:defRPr>
            </a:lvl5pPr>
            <a:lvl6pPr indent="0" lvl="5" marL="0" marR="0" algn="r">
              <a:spcBef>
                <a:spcPts val="0"/>
              </a:spcBef>
              <a:buNone/>
              <a:defRPr i="0" sz="1200">
                <a:solidFill>
                  <a:srgbClr val="FFFFFF"/>
                </a:solidFill>
              </a:defRPr>
            </a:lvl6pPr>
            <a:lvl7pPr indent="0" lvl="6" marL="0" marR="0" algn="r">
              <a:spcBef>
                <a:spcPts val="0"/>
              </a:spcBef>
              <a:buNone/>
              <a:defRPr i="0" sz="1200">
                <a:solidFill>
                  <a:srgbClr val="FFFFFF"/>
                </a:solidFill>
              </a:defRPr>
            </a:lvl7pPr>
            <a:lvl8pPr indent="0" lvl="7" marL="0" marR="0" algn="r">
              <a:spcBef>
                <a:spcPts val="0"/>
              </a:spcBef>
              <a:buNone/>
              <a:defRPr i="0" sz="1200">
                <a:solidFill>
                  <a:srgbClr val="FFFFFF"/>
                </a:solidFill>
              </a:defRPr>
            </a:lvl8pPr>
            <a:lvl9pPr indent="0" lvl="8" marL="0" marR="0" algn="r">
              <a:spcBef>
                <a:spcPts val="0"/>
              </a:spcBef>
              <a:buNone/>
              <a:defRPr i="0" sz="1200">
                <a:solidFill>
                  <a:srgbClr val="FFFFFF"/>
                </a:solidFill>
              </a:defRPr>
            </a:lvl9pPr>
          </a:lstStyle>
          <a:p>
            <a:pPr indent="0" lvl="0" marL="0" rtl="0" algn="r">
              <a:spcBef>
                <a:spcPts val="0"/>
              </a:spcBef>
              <a:spcAft>
                <a:spcPts val="0"/>
              </a:spcAft>
              <a:buNone/>
            </a:pPr>
            <a:fld id="{00000000-1234-1234-1234-123412341234}" type="slidenum">
              <a:rPr lang="en-US"/>
              <a:t>‹#›</a:t>
            </a:fld>
            <a:endParaRPr/>
          </a:p>
        </p:txBody>
      </p:sp>
      <p:grpSp>
        <p:nvGrpSpPr>
          <p:cNvPr id="566" name="Google Shape;566;p65"/>
          <p:cNvGrpSpPr/>
          <p:nvPr/>
        </p:nvGrpSpPr>
        <p:grpSpPr>
          <a:xfrm>
            <a:off x="914418" y="948258"/>
            <a:ext cx="2355572" cy="1715698"/>
            <a:chOff x="865451" y="2114550"/>
            <a:chExt cx="3399093" cy="2475755"/>
          </a:xfrm>
        </p:grpSpPr>
        <p:sp>
          <p:nvSpPr>
            <p:cNvPr id="567" name="Google Shape;567;p65"/>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568" name="Google Shape;568;p65"/>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569" name="Google Shape;569;p65"/>
          <p:cNvSpPr txBox="1"/>
          <p:nvPr>
            <p:ph idx="2" type="subTitle"/>
          </p:nvPr>
        </p:nvSpPr>
        <p:spPr>
          <a:xfrm>
            <a:off x="731510" y="8046720"/>
            <a:ext cx="8412600" cy="548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FFFFFF"/>
              </a:buClr>
              <a:buSzPts val="3200"/>
              <a:buNone/>
              <a:defRPr b="1" sz="3200">
                <a:solidFill>
                  <a:srgbClr val="FFFFFF"/>
                </a:solidFill>
              </a:defRPr>
            </a:lvl1pPr>
            <a:lvl2pPr lvl="1">
              <a:spcBef>
                <a:spcPts val="2000"/>
              </a:spcBef>
              <a:spcAft>
                <a:spcPts val="0"/>
              </a:spcAft>
              <a:buClr>
                <a:srgbClr val="FFFFFF"/>
              </a:buClr>
              <a:buSzPts val="3600"/>
              <a:buNone/>
              <a:defRPr b="1">
                <a:solidFill>
                  <a:srgbClr val="FFFFFF"/>
                </a:solidFill>
              </a:defRPr>
            </a:lvl2pPr>
            <a:lvl3pPr lvl="2">
              <a:spcBef>
                <a:spcPts val="2000"/>
              </a:spcBef>
              <a:spcAft>
                <a:spcPts val="0"/>
              </a:spcAft>
              <a:buClr>
                <a:srgbClr val="FFFFFF"/>
              </a:buClr>
              <a:buSzPts val="2800"/>
              <a:buNone/>
              <a:defRPr b="1">
                <a:solidFill>
                  <a:srgbClr val="FFFFFF"/>
                </a:solidFill>
              </a:defRPr>
            </a:lvl3pPr>
            <a:lvl4pPr lvl="3">
              <a:spcBef>
                <a:spcPts val="2000"/>
              </a:spcBef>
              <a:spcAft>
                <a:spcPts val="0"/>
              </a:spcAft>
              <a:buClr>
                <a:srgbClr val="FFFFFF"/>
              </a:buClr>
              <a:buSzPts val="2800"/>
              <a:buNone/>
              <a:defRPr b="1">
                <a:solidFill>
                  <a:srgbClr val="FFFFFF"/>
                </a:solidFill>
              </a:defRPr>
            </a:lvl4pPr>
            <a:lvl5pPr lvl="4">
              <a:spcBef>
                <a:spcPts val="2000"/>
              </a:spcBef>
              <a:spcAft>
                <a:spcPts val="0"/>
              </a:spcAft>
              <a:buClr>
                <a:srgbClr val="FFFFFF"/>
              </a:buClr>
              <a:buSzPts val="2800"/>
              <a:buNone/>
              <a:defRPr b="1">
                <a:solidFill>
                  <a:srgbClr val="FFFFFF"/>
                </a:solidFill>
              </a:defRPr>
            </a:lvl5pPr>
            <a:lvl6pPr lvl="5">
              <a:spcBef>
                <a:spcPts val="2000"/>
              </a:spcBef>
              <a:spcAft>
                <a:spcPts val="0"/>
              </a:spcAft>
              <a:buClr>
                <a:srgbClr val="FFFFFF"/>
              </a:buClr>
              <a:buSzPts val="2800"/>
              <a:buNone/>
              <a:defRPr b="1">
                <a:solidFill>
                  <a:srgbClr val="FFFFFF"/>
                </a:solidFill>
              </a:defRPr>
            </a:lvl6pPr>
            <a:lvl7pPr lvl="6">
              <a:spcBef>
                <a:spcPts val="2000"/>
              </a:spcBef>
              <a:spcAft>
                <a:spcPts val="0"/>
              </a:spcAft>
              <a:buClr>
                <a:srgbClr val="FFFFFF"/>
              </a:buClr>
              <a:buSzPts val="2800"/>
              <a:buNone/>
              <a:defRPr b="1">
                <a:solidFill>
                  <a:srgbClr val="FFFFFF"/>
                </a:solidFill>
              </a:defRPr>
            </a:lvl7pPr>
            <a:lvl8pPr lvl="7">
              <a:spcBef>
                <a:spcPts val="2000"/>
              </a:spcBef>
              <a:spcAft>
                <a:spcPts val="0"/>
              </a:spcAft>
              <a:buClr>
                <a:srgbClr val="FFFFFF"/>
              </a:buClr>
              <a:buSzPts val="2800"/>
              <a:buNone/>
              <a:defRPr b="1">
                <a:solidFill>
                  <a:srgbClr val="FFFFFF"/>
                </a:solidFill>
              </a:defRPr>
            </a:lvl8pPr>
            <a:lvl9pPr lvl="8">
              <a:spcBef>
                <a:spcPts val="2000"/>
              </a:spcBef>
              <a:spcAft>
                <a:spcPts val="2000"/>
              </a:spcAft>
              <a:buClr>
                <a:srgbClr val="FFFFFF"/>
              </a:buClr>
              <a:buSzPts val="2800"/>
              <a:buNone/>
              <a:defRPr b="1">
                <a:solidFill>
                  <a:srgbClr val="FFFFFF"/>
                </a:solidFill>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Quote - Violet_1_1_1_3">
    <p:bg>
      <p:bgPr>
        <a:solidFill>
          <a:schemeClr val="lt1"/>
        </a:solidFill>
      </p:bgPr>
    </p:bg>
    <p:spTree>
      <p:nvGrpSpPr>
        <p:cNvPr id="570" name="Shape 570"/>
        <p:cNvGrpSpPr/>
        <p:nvPr/>
      </p:nvGrpSpPr>
      <p:grpSpPr>
        <a:xfrm>
          <a:off x="0" y="0"/>
          <a:ext cx="0" cy="0"/>
          <a:chOff x="0" y="0"/>
          <a:chExt cx="0" cy="0"/>
        </a:xfrm>
      </p:grpSpPr>
      <p:sp>
        <p:nvSpPr>
          <p:cNvPr id="571" name="Google Shape;571;p66"/>
          <p:cNvSpPr txBox="1"/>
          <p:nvPr>
            <p:ph idx="1" type="body"/>
          </p:nvPr>
        </p:nvSpPr>
        <p:spPr>
          <a:xfrm>
            <a:off x="731500" y="2663950"/>
            <a:ext cx="14968800" cy="5194200"/>
          </a:xfrm>
          <a:prstGeom prst="rect">
            <a:avLst/>
          </a:prstGeom>
          <a:noFill/>
          <a:ln>
            <a:noFill/>
          </a:ln>
        </p:spPr>
        <p:txBody>
          <a:bodyPr anchorCtr="0" anchor="ctr" bIns="91400" lIns="182850" spcFirstLastPara="1" rIns="182850" wrap="square" tIns="91400">
            <a:normAutofit/>
          </a:bodyPr>
          <a:lstStyle>
            <a:lvl1pPr indent="-228600" lvl="0" marL="457200">
              <a:lnSpc>
                <a:spcPct val="100000"/>
              </a:lnSpc>
              <a:spcBef>
                <a:spcPts val="0"/>
              </a:spcBef>
              <a:spcAft>
                <a:spcPts val="0"/>
              </a:spcAft>
              <a:buClr>
                <a:schemeClr val="dk1"/>
              </a:buClr>
              <a:buSzPts val="8400"/>
              <a:buNone/>
              <a:defRPr b="1" sz="8400" cap="none">
                <a:solidFill>
                  <a:schemeClr val="dk1"/>
                </a:solidFill>
              </a:defRPr>
            </a:lvl1pPr>
            <a:lvl2pPr indent="-457200" lvl="1" marL="914400">
              <a:lnSpc>
                <a:spcPct val="100000"/>
              </a:lnSpc>
              <a:spcBef>
                <a:spcPts val="2000"/>
              </a:spcBef>
              <a:spcAft>
                <a:spcPts val="0"/>
              </a:spcAft>
              <a:buClr>
                <a:schemeClr val="dk1"/>
              </a:buClr>
              <a:buSzPts val="3600"/>
              <a:buChar char="•"/>
              <a:defRPr>
                <a:solidFill>
                  <a:schemeClr val="dk1"/>
                </a:solidFill>
              </a:defRPr>
            </a:lvl2pPr>
            <a:lvl3pPr indent="-457200" lvl="2" marL="1371600">
              <a:lnSpc>
                <a:spcPct val="100000"/>
              </a:lnSpc>
              <a:spcBef>
                <a:spcPts val="2000"/>
              </a:spcBef>
              <a:spcAft>
                <a:spcPts val="0"/>
              </a:spcAft>
              <a:buClr>
                <a:schemeClr val="dk1"/>
              </a:buClr>
              <a:buSzPts val="3600"/>
              <a:buChar char="•"/>
              <a:defRPr>
                <a:solidFill>
                  <a:schemeClr val="dk1"/>
                </a:solidFill>
              </a:defRPr>
            </a:lvl3pPr>
            <a:lvl4pPr indent="-457200" lvl="3" marL="1828800">
              <a:lnSpc>
                <a:spcPct val="100000"/>
              </a:lnSpc>
              <a:spcBef>
                <a:spcPts val="2000"/>
              </a:spcBef>
              <a:spcAft>
                <a:spcPts val="0"/>
              </a:spcAft>
              <a:buClr>
                <a:schemeClr val="dk1"/>
              </a:buClr>
              <a:buSzPts val="3600"/>
              <a:buChar char="•"/>
              <a:defRPr>
                <a:solidFill>
                  <a:schemeClr val="dk1"/>
                </a:solidFill>
              </a:defRPr>
            </a:lvl4pPr>
            <a:lvl5pPr indent="-457200" lvl="4" marL="2286000">
              <a:lnSpc>
                <a:spcPct val="100000"/>
              </a:lnSpc>
              <a:spcBef>
                <a:spcPts val="2000"/>
              </a:spcBef>
              <a:spcAft>
                <a:spcPts val="0"/>
              </a:spcAft>
              <a:buClr>
                <a:schemeClr val="dk1"/>
              </a:buClr>
              <a:buSzPts val="3600"/>
              <a:buChar char="•"/>
              <a:defRPr>
                <a:solidFill>
                  <a:schemeClr val="dk1"/>
                </a:solidFill>
              </a:defRPr>
            </a:lvl5pPr>
            <a:lvl6pPr indent="-457200" lvl="5" marL="2743200">
              <a:lnSpc>
                <a:spcPct val="100000"/>
              </a:lnSpc>
              <a:spcBef>
                <a:spcPts val="2000"/>
              </a:spcBef>
              <a:spcAft>
                <a:spcPts val="0"/>
              </a:spcAft>
              <a:buClr>
                <a:schemeClr val="dk1"/>
              </a:buClr>
              <a:buSzPts val="3600"/>
              <a:buChar char="•"/>
              <a:defRPr>
                <a:solidFill>
                  <a:schemeClr val="dk1"/>
                </a:solidFill>
              </a:defRPr>
            </a:lvl6pPr>
            <a:lvl7pPr indent="-457200" lvl="6" marL="3200400">
              <a:lnSpc>
                <a:spcPct val="100000"/>
              </a:lnSpc>
              <a:spcBef>
                <a:spcPts val="2000"/>
              </a:spcBef>
              <a:spcAft>
                <a:spcPts val="0"/>
              </a:spcAft>
              <a:buClr>
                <a:schemeClr val="dk1"/>
              </a:buClr>
              <a:buSzPts val="3600"/>
              <a:buChar char="•"/>
              <a:defRPr>
                <a:solidFill>
                  <a:schemeClr val="dk1"/>
                </a:solidFill>
              </a:defRPr>
            </a:lvl7pPr>
            <a:lvl8pPr indent="-457200" lvl="7" marL="3657600">
              <a:lnSpc>
                <a:spcPct val="100000"/>
              </a:lnSpc>
              <a:spcBef>
                <a:spcPts val="2000"/>
              </a:spcBef>
              <a:spcAft>
                <a:spcPts val="0"/>
              </a:spcAft>
              <a:buClr>
                <a:schemeClr val="dk1"/>
              </a:buClr>
              <a:buSzPts val="3600"/>
              <a:buChar char="•"/>
              <a:defRPr>
                <a:solidFill>
                  <a:schemeClr val="dk1"/>
                </a:solidFill>
              </a:defRPr>
            </a:lvl8pPr>
            <a:lvl9pPr indent="-457200" lvl="8" marL="4114800">
              <a:lnSpc>
                <a:spcPct val="100000"/>
              </a:lnSpc>
              <a:spcBef>
                <a:spcPts val="2000"/>
              </a:spcBef>
              <a:spcAft>
                <a:spcPts val="2000"/>
              </a:spcAft>
              <a:buClr>
                <a:schemeClr val="dk1"/>
              </a:buClr>
              <a:buSzPts val="3600"/>
              <a:buChar char="•"/>
              <a:defRPr>
                <a:solidFill>
                  <a:schemeClr val="dk1"/>
                </a:solidFill>
              </a:defRPr>
            </a:lvl9pPr>
          </a:lstStyle>
          <a:p/>
        </p:txBody>
      </p:sp>
      <p:grpSp>
        <p:nvGrpSpPr>
          <p:cNvPr id="572" name="Google Shape;572;p66"/>
          <p:cNvGrpSpPr/>
          <p:nvPr/>
        </p:nvGrpSpPr>
        <p:grpSpPr>
          <a:xfrm>
            <a:off x="914418" y="948258"/>
            <a:ext cx="2355572" cy="1715698"/>
            <a:chOff x="865451" y="2114550"/>
            <a:chExt cx="3399093" cy="2475755"/>
          </a:xfrm>
        </p:grpSpPr>
        <p:sp>
          <p:nvSpPr>
            <p:cNvPr id="573" name="Google Shape;573;p66"/>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574" name="Google Shape;574;p66"/>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575" name="Google Shape;575;p66"/>
          <p:cNvSpPr txBox="1"/>
          <p:nvPr>
            <p:ph idx="2" type="subTitle"/>
          </p:nvPr>
        </p:nvSpPr>
        <p:spPr>
          <a:xfrm>
            <a:off x="731510" y="8046720"/>
            <a:ext cx="8412600" cy="548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200"/>
              <a:buNone/>
              <a:defRPr b="1" sz="3200">
                <a:solidFill>
                  <a:srgbClr val="5B5B5B"/>
                </a:solidFill>
              </a:defRPr>
            </a:lvl1pPr>
            <a:lvl2pPr lvl="1">
              <a:spcBef>
                <a:spcPts val="2000"/>
              </a:spcBef>
              <a:spcAft>
                <a:spcPts val="0"/>
              </a:spcAft>
              <a:buClr>
                <a:srgbClr val="5B5B5B"/>
              </a:buClr>
              <a:buSzPts val="3600"/>
              <a:buNone/>
              <a:defRPr b="1">
                <a:solidFill>
                  <a:srgbClr val="5B5B5B"/>
                </a:solidFill>
              </a:defRPr>
            </a:lvl2pPr>
            <a:lvl3pPr lvl="2">
              <a:spcBef>
                <a:spcPts val="2000"/>
              </a:spcBef>
              <a:spcAft>
                <a:spcPts val="0"/>
              </a:spcAft>
              <a:buClr>
                <a:srgbClr val="5B5B5B"/>
              </a:buClr>
              <a:buSzPts val="2800"/>
              <a:buNone/>
              <a:defRPr b="1">
                <a:solidFill>
                  <a:srgbClr val="5B5B5B"/>
                </a:solidFill>
              </a:defRPr>
            </a:lvl3pPr>
            <a:lvl4pPr lvl="3">
              <a:spcBef>
                <a:spcPts val="2000"/>
              </a:spcBef>
              <a:spcAft>
                <a:spcPts val="0"/>
              </a:spcAft>
              <a:buClr>
                <a:srgbClr val="5B5B5B"/>
              </a:buClr>
              <a:buSzPts val="2800"/>
              <a:buNone/>
              <a:defRPr b="1">
                <a:solidFill>
                  <a:srgbClr val="5B5B5B"/>
                </a:solidFill>
              </a:defRPr>
            </a:lvl4pPr>
            <a:lvl5pPr lvl="4">
              <a:spcBef>
                <a:spcPts val="2000"/>
              </a:spcBef>
              <a:spcAft>
                <a:spcPts val="0"/>
              </a:spcAft>
              <a:buClr>
                <a:srgbClr val="5B5B5B"/>
              </a:buClr>
              <a:buSzPts val="2800"/>
              <a:buNone/>
              <a:defRPr b="1">
                <a:solidFill>
                  <a:srgbClr val="5B5B5B"/>
                </a:solidFill>
              </a:defRPr>
            </a:lvl5pPr>
            <a:lvl6pPr lvl="5">
              <a:spcBef>
                <a:spcPts val="2000"/>
              </a:spcBef>
              <a:spcAft>
                <a:spcPts val="0"/>
              </a:spcAft>
              <a:buClr>
                <a:srgbClr val="5B5B5B"/>
              </a:buClr>
              <a:buSzPts val="2800"/>
              <a:buNone/>
              <a:defRPr b="1">
                <a:solidFill>
                  <a:srgbClr val="5B5B5B"/>
                </a:solidFill>
              </a:defRPr>
            </a:lvl6pPr>
            <a:lvl7pPr lvl="6">
              <a:spcBef>
                <a:spcPts val="2000"/>
              </a:spcBef>
              <a:spcAft>
                <a:spcPts val="0"/>
              </a:spcAft>
              <a:buClr>
                <a:srgbClr val="5B5B5B"/>
              </a:buClr>
              <a:buSzPts val="2800"/>
              <a:buNone/>
              <a:defRPr b="1">
                <a:solidFill>
                  <a:srgbClr val="5B5B5B"/>
                </a:solidFill>
              </a:defRPr>
            </a:lvl7pPr>
            <a:lvl8pPr lvl="7">
              <a:spcBef>
                <a:spcPts val="2000"/>
              </a:spcBef>
              <a:spcAft>
                <a:spcPts val="0"/>
              </a:spcAft>
              <a:buClr>
                <a:srgbClr val="5B5B5B"/>
              </a:buClr>
              <a:buSzPts val="2800"/>
              <a:buNone/>
              <a:defRPr b="1">
                <a:solidFill>
                  <a:srgbClr val="5B5B5B"/>
                </a:solidFill>
              </a:defRPr>
            </a:lvl8pPr>
            <a:lvl9pPr lvl="8">
              <a:spcBef>
                <a:spcPts val="2000"/>
              </a:spcBef>
              <a:spcAft>
                <a:spcPts val="2000"/>
              </a:spcAft>
              <a:buClr>
                <a:srgbClr val="5B5B5B"/>
              </a:buClr>
              <a:buSzPts val="2800"/>
              <a:buNone/>
              <a:defRPr b="1">
                <a:solidFill>
                  <a:srgbClr val="5B5B5B"/>
                </a:solidFill>
              </a:defRPr>
            </a:lvl9pPr>
          </a:lstStyle>
          <a:p/>
        </p:txBody>
      </p:sp>
      <p:sp>
        <p:nvSpPr>
          <p:cNvPr id="576" name="Google Shape;576;p66"/>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577" name="Google Shape;577;p66"/>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578" name="Google Shape;578;p66"/>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w/ Photo">
  <p:cSld name="Quote - Violet_1_1_1_2">
    <p:bg>
      <p:bgPr>
        <a:solidFill>
          <a:schemeClr val="dk2"/>
        </a:solidFill>
      </p:bgPr>
    </p:bg>
    <p:spTree>
      <p:nvGrpSpPr>
        <p:cNvPr id="579" name="Shape 579"/>
        <p:cNvGrpSpPr/>
        <p:nvPr/>
      </p:nvGrpSpPr>
      <p:grpSpPr>
        <a:xfrm>
          <a:off x="0" y="0"/>
          <a:ext cx="0" cy="0"/>
          <a:chOff x="0" y="0"/>
          <a:chExt cx="0" cy="0"/>
        </a:xfrm>
      </p:grpSpPr>
      <p:sp>
        <p:nvSpPr>
          <p:cNvPr id="580" name="Google Shape;580;p67"/>
          <p:cNvSpPr txBox="1"/>
          <p:nvPr>
            <p:ph idx="1" type="body"/>
          </p:nvPr>
        </p:nvSpPr>
        <p:spPr>
          <a:xfrm>
            <a:off x="731500" y="2663950"/>
            <a:ext cx="12153000" cy="5194200"/>
          </a:xfrm>
          <a:prstGeom prst="rect">
            <a:avLst/>
          </a:prstGeom>
          <a:noFill/>
          <a:ln>
            <a:noFill/>
          </a:ln>
        </p:spPr>
        <p:txBody>
          <a:bodyPr anchorCtr="0" anchor="ctr" bIns="91400" lIns="182850" spcFirstLastPara="1" rIns="182850" wrap="square" tIns="91400">
            <a:normAutofit/>
          </a:bodyPr>
          <a:lstStyle>
            <a:lvl1pPr indent="-228600" lvl="0" marL="457200">
              <a:lnSpc>
                <a:spcPct val="100000"/>
              </a:lnSpc>
              <a:spcBef>
                <a:spcPts val="0"/>
              </a:spcBef>
              <a:spcAft>
                <a:spcPts val="0"/>
              </a:spcAft>
              <a:buClr>
                <a:schemeClr val="lt1"/>
              </a:buClr>
              <a:buSzPts val="8400"/>
              <a:buNone/>
              <a:defRPr b="1" sz="8400" cap="none">
                <a:solidFill>
                  <a:schemeClr val="lt1"/>
                </a:solidFill>
              </a:defRPr>
            </a:lvl1pPr>
            <a:lvl2pPr indent="-457200" lvl="1" marL="914400">
              <a:lnSpc>
                <a:spcPct val="100000"/>
              </a:lnSpc>
              <a:spcBef>
                <a:spcPts val="2000"/>
              </a:spcBef>
              <a:spcAft>
                <a:spcPts val="0"/>
              </a:spcAft>
              <a:buClr>
                <a:schemeClr val="lt1"/>
              </a:buClr>
              <a:buSzPts val="3600"/>
              <a:buChar char="•"/>
              <a:defRPr>
                <a:solidFill>
                  <a:schemeClr val="lt1"/>
                </a:solidFill>
              </a:defRPr>
            </a:lvl2pPr>
            <a:lvl3pPr indent="-457200" lvl="2" marL="1371600">
              <a:lnSpc>
                <a:spcPct val="100000"/>
              </a:lnSpc>
              <a:spcBef>
                <a:spcPts val="2000"/>
              </a:spcBef>
              <a:spcAft>
                <a:spcPts val="0"/>
              </a:spcAft>
              <a:buClr>
                <a:schemeClr val="lt1"/>
              </a:buClr>
              <a:buSzPts val="3600"/>
              <a:buChar char="•"/>
              <a:defRPr>
                <a:solidFill>
                  <a:schemeClr val="lt1"/>
                </a:solidFill>
              </a:defRPr>
            </a:lvl3pPr>
            <a:lvl4pPr indent="-457200" lvl="3" marL="1828800">
              <a:lnSpc>
                <a:spcPct val="100000"/>
              </a:lnSpc>
              <a:spcBef>
                <a:spcPts val="2000"/>
              </a:spcBef>
              <a:spcAft>
                <a:spcPts val="0"/>
              </a:spcAft>
              <a:buClr>
                <a:schemeClr val="lt1"/>
              </a:buClr>
              <a:buSzPts val="3600"/>
              <a:buChar char="•"/>
              <a:defRPr>
                <a:solidFill>
                  <a:schemeClr val="lt1"/>
                </a:solidFill>
              </a:defRPr>
            </a:lvl4pPr>
            <a:lvl5pPr indent="-457200" lvl="4" marL="2286000">
              <a:lnSpc>
                <a:spcPct val="100000"/>
              </a:lnSpc>
              <a:spcBef>
                <a:spcPts val="2000"/>
              </a:spcBef>
              <a:spcAft>
                <a:spcPts val="0"/>
              </a:spcAft>
              <a:buClr>
                <a:schemeClr val="lt1"/>
              </a:buClr>
              <a:buSzPts val="3600"/>
              <a:buChar char="•"/>
              <a:defRPr>
                <a:solidFill>
                  <a:schemeClr val="lt1"/>
                </a:solidFill>
              </a:defRPr>
            </a:lvl5pPr>
            <a:lvl6pPr indent="-457200" lvl="5" marL="2743200">
              <a:lnSpc>
                <a:spcPct val="100000"/>
              </a:lnSpc>
              <a:spcBef>
                <a:spcPts val="2000"/>
              </a:spcBef>
              <a:spcAft>
                <a:spcPts val="0"/>
              </a:spcAft>
              <a:buClr>
                <a:schemeClr val="lt1"/>
              </a:buClr>
              <a:buSzPts val="3600"/>
              <a:buChar char="•"/>
              <a:defRPr>
                <a:solidFill>
                  <a:schemeClr val="lt1"/>
                </a:solidFill>
              </a:defRPr>
            </a:lvl6pPr>
            <a:lvl7pPr indent="-457200" lvl="6" marL="3200400">
              <a:lnSpc>
                <a:spcPct val="100000"/>
              </a:lnSpc>
              <a:spcBef>
                <a:spcPts val="2000"/>
              </a:spcBef>
              <a:spcAft>
                <a:spcPts val="0"/>
              </a:spcAft>
              <a:buClr>
                <a:schemeClr val="lt1"/>
              </a:buClr>
              <a:buSzPts val="3600"/>
              <a:buChar char="•"/>
              <a:defRPr>
                <a:solidFill>
                  <a:schemeClr val="lt1"/>
                </a:solidFill>
              </a:defRPr>
            </a:lvl7pPr>
            <a:lvl8pPr indent="-457200" lvl="7" marL="3657600">
              <a:lnSpc>
                <a:spcPct val="100000"/>
              </a:lnSpc>
              <a:spcBef>
                <a:spcPts val="2000"/>
              </a:spcBef>
              <a:spcAft>
                <a:spcPts val="0"/>
              </a:spcAft>
              <a:buClr>
                <a:schemeClr val="lt1"/>
              </a:buClr>
              <a:buSzPts val="3600"/>
              <a:buChar char="•"/>
              <a:defRPr>
                <a:solidFill>
                  <a:schemeClr val="lt1"/>
                </a:solidFill>
              </a:defRPr>
            </a:lvl8pPr>
            <a:lvl9pPr indent="-457200" lvl="8" marL="4114800">
              <a:lnSpc>
                <a:spcPct val="100000"/>
              </a:lnSpc>
              <a:spcBef>
                <a:spcPts val="2000"/>
              </a:spcBef>
              <a:spcAft>
                <a:spcPts val="2000"/>
              </a:spcAft>
              <a:buClr>
                <a:schemeClr val="lt1"/>
              </a:buClr>
              <a:buSzPts val="3600"/>
              <a:buChar char="•"/>
              <a:defRPr>
                <a:solidFill>
                  <a:schemeClr val="lt1"/>
                </a:solidFill>
              </a:defRPr>
            </a:lvl9pPr>
          </a:lstStyle>
          <a:p/>
        </p:txBody>
      </p:sp>
      <p:sp>
        <p:nvSpPr>
          <p:cNvPr id="581" name="Google Shape;581;p67"/>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82" name="Google Shape;582;p67"/>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583" name="Google Shape;583;p67"/>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FFFFFF"/>
                </a:solidFill>
              </a:defRPr>
            </a:lvl1pPr>
            <a:lvl2pPr indent="0" lvl="1" marL="0" marR="0" algn="r">
              <a:spcBef>
                <a:spcPts val="0"/>
              </a:spcBef>
              <a:buNone/>
              <a:defRPr i="0" sz="1200">
                <a:solidFill>
                  <a:srgbClr val="FFFFFF"/>
                </a:solidFill>
              </a:defRPr>
            </a:lvl2pPr>
            <a:lvl3pPr indent="0" lvl="2" marL="0" marR="0" algn="r">
              <a:spcBef>
                <a:spcPts val="0"/>
              </a:spcBef>
              <a:buNone/>
              <a:defRPr i="0" sz="1200">
                <a:solidFill>
                  <a:srgbClr val="FFFFFF"/>
                </a:solidFill>
              </a:defRPr>
            </a:lvl3pPr>
            <a:lvl4pPr indent="0" lvl="3" marL="0" marR="0" algn="r">
              <a:spcBef>
                <a:spcPts val="0"/>
              </a:spcBef>
              <a:buNone/>
              <a:defRPr i="0" sz="1200">
                <a:solidFill>
                  <a:srgbClr val="FFFFFF"/>
                </a:solidFill>
              </a:defRPr>
            </a:lvl4pPr>
            <a:lvl5pPr indent="0" lvl="4" marL="0" marR="0" algn="r">
              <a:spcBef>
                <a:spcPts val="0"/>
              </a:spcBef>
              <a:buNone/>
              <a:defRPr i="0" sz="1200">
                <a:solidFill>
                  <a:srgbClr val="FFFFFF"/>
                </a:solidFill>
              </a:defRPr>
            </a:lvl5pPr>
            <a:lvl6pPr indent="0" lvl="5" marL="0" marR="0" algn="r">
              <a:spcBef>
                <a:spcPts val="0"/>
              </a:spcBef>
              <a:buNone/>
              <a:defRPr i="0" sz="1200">
                <a:solidFill>
                  <a:srgbClr val="FFFFFF"/>
                </a:solidFill>
              </a:defRPr>
            </a:lvl6pPr>
            <a:lvl7pPr indent="0" lvl="6" marL="0" marR="0" algn="r">
              <a:spcBef>
                <a:spcPts val="0"/>
              </a:spcBef>
              <a:buNone/>
              <a:defRPr i="0" sz="1200">
                <a:solidFill>
                  <a:srgbClr val="FFFFFF"/>
                </a:solidFill>
              </a:defRPr>
            </a:lvl7pPr>
            <a:lvl8pPr indent="0" lvl="7" marL="0" marR="0" algn="r">
              <a:spcBef>
                <a:spcPts val="0"/>
              </a:spcBef>
              <a:buNone/>
              <a:defRPr i="0" sz="1200">
                <a:solidFill>
                  <a:srgbClr val="FFFFFF"/>
                </a:solidFill>
              </a:defRPr>
            </a:lvl8pPr>
            <a:lvl9pPr indent="0" lvl="8" marL="0" marR="0" algn="r">
              <a:spcBef>
                <a:spcPts val="0"/>
              </a:spcBef>
              <a:buNone/>
              <a:defRPr i="0" sz="1200">
                <a:solidFill>
                  <a:srgbClr val="FFFFFF"/>
                </a:solidFill>
              </a:defRPr>
            </a:lvl9pPr>
          </a:lstStyle>
          <a:p>
            <a:pPr indent="0" lvl="0" marL="0" rtl="0" algn="r">
              <a:spcBef>
                <a:spcPts val="0"/>
              </a:spcBef>
              <a:spcAft>
                <a:spcPts val="0"/>
              </a:spcAft>
              <a:buNone/>
            </a:pPr>
            <a:fld id="{00000000-1234-1234-1234-123412341234}" type="slidenum">
              <a:rPr lang="en-US"/>
              <a:t>‹#›</a:t>
            </a:fld>
            <a:endParaRPr/>
          </a:p>
        </p:txBody>
      </p:sp>
      <p:grpSp>
        <p:nvGrpSpPr>
          <p:cNvPr id="584" name="Google Shape;584;p67"/>
          <p:cNvGrpSpPr/>
          <p:nvPr/>
        </p:nvGrpSpPr>
        <p:grpSpPr>
          <a:xfrm>
            <a:off x="914418" y="948258"/>
            <a:ext cx="2355572" cy="1715698"/>
            <a:chOff x="865451" y="2114550"/>
            <a:chExt cx="3399093" cy="2475755"/>
          </a:xfrm>
        </p:grpSpPr>
        <p:sp>
          <p:nvSpPr>
            <p:cNvPr id="585" name="Google Shape;585;p67"/>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586" name="Google Shape;586;p67"/>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587" name="Google Shape;587;p67"/>
          <p:cNvSpPr txBox="1"/>
          <p:nvPr>
            <p:ph idx="2" type="subTitle"/>
          </p:nvPr>
        </p:nvSpPr>
        <p:spPr>
          <a:xfrm>
            <a:off x="6035050" y="7999994"/>
            <a:ext cx="8412600" cy="1372800"/>
          </a:xfrm>
          <a:prstGeom prst="rect">
            <a:avLst/>
          </a:prstGeom>
        </p:spPr>
        <p:txBody>
          <a:bodyPr anchorCtr="0" anchor="b" bIns="182850" lIns="182850" spcFirstLastPara="1" rIns="182850" wrap="square" tIns="182850">
            <a:noAutofit/>
          </a:bodyPr>
          <a:lstStyle>
            <a:lvl1pPr lvl="0" algn="r">
              <a:spcBef>
                <a:spcPts val="0"/>
              </a:spcBef>
              <a:spcAft>
                <a:spcPts val="0"/>
              </a:spcAft>
              <a:buClr>
                <a:srgbClr val="FFFFFF"/>
              </a:buClr>
              <a:buSzPts val="3200"/>
              <a:buNone/>
              <a:defRPr b="1" sz="3200">
                <a:solidFill>
                  <a:srgbClr val="FFFFFF"/>
                </a:solidFill>
              </a:defRPr>
            </a:lvl1pPr>
            <a:lvl2pPr lvl="1">
              <a:spcBef>
                <a:spcPts val="2000"/>
              </a:spcBef>
              <a:spcAft>
                <a:spcPts val="0"/>
              </a:spcAft>
              <a:buClr>
                <a:srgbClr val="FFFFFF"/>
              </a:buClr>
              <a:buSzPts val="3600"/>
              <a:buNone/>
              <a:defRPr b="1">
                <a:solidFill>
                  <a:srgbClr val="FFFFFF"/>
                </a:solidFill>
              </a:defRPr>
            </a:lvl2pPr>
            <a:lvl3pPr lvl="2">
              <a:spcBef>
                <a:spcPts val="2000"/>
              </a:spcBef>
              <a:spcAft>
                <a:spcPts val="0"/>
              </a:spcAft>
              <a:buClr>
                <a:srgbClr val="FFFFFF"/>
              </a:buClr>
              <a:buSzPts val="2800"/>
              <a:buNone/>
              <a:defRPr b="1">
                <a:solidFill>
                  <a:srgbClr val="FFFFFF"/>
                </a:solidFill>
              </a:defRPr>
            </a:lvl3pPr>
            <a:lvl4pPr lvl="3">
              <a:spcBef>
                <a:spcPts val="2000"/>
              </a:spcBef>
              <a:spcAft>
                <a:spcPts val="0"/>
              </a:spcAft>
              <a:buClr>
                <a:srgbClr val="FFFFFF"/>
              </a:buClr>
              <a:buSzPts val="2800"/>
              <a:buNone/>
              <a:defRPr b="1">
                <a:solidFill>
                  <a:srgbClr val="FFFFFF"/>
                </a:solidFill>
              </a:defRPr>
            </a:lvl4pPr>
            <a:lvl5pPr lvl="4">
              <a:spcBef>
                <a:spcPts val="2000"/>
              </a:spcBef>
              <a:spcAft>
                <a:spcPts val="0"/>
              </a:spcAft>
              <a:buClr>
                <a:srgbClr val="FFFFFF"/>
              </a:buClr>
              <a:buSzPts val="2800"/>
              <a:buNone/>
              <a:defRPr b="1">
                <a:solidFill>
                  <a:srgbClr val="FFFFFF"/>
                </a:solidFill>
              </a:defRPr>
            </a:lvl5pPr>
            <a:lvl6pPr lvl="5">
              <a:spcBef>
                <a:spcPts val="2000"/>
              </a:spcBef>
              <a:spcAft>
                <a:spcPts val="0"/>
              </a:spcAft>
              <a:buClr>
                <a:srgbClr val="FFFFFF"/>
              </a:buClr>
              <a:buSzPts val="2800"/>
              <a:buNone/>
              <a:defRPr b="1">
                <a:solidFill>
                  <a:srgbClr val="FFFFFF"/>
                </a:solidFill>
              </a:defRPr>
            </a:lvl6pPr>
            <a:lvl7pPr lvl="6">
              <a:spcBef>
                <a:spcPts val="2000"/>
              </a:spcBef>
              <a:spcAft>
                <a:spcPts val="0"/>
              </a:spcAft>
              <a:buClr>
                <a:srgbClr val="FFFFFF"/>
              </a:buClr>
              <a:buSzPts val="2800"/>
              <a:buNone/>
              <a:defRPr b="1">
                <a:solidFill>
                  <a:srgbClr val="FFFFFF"/>
                </a:solidFill>
              </a:defRPr>
            </a:lvl7pPr>
            <a:lvl8pPr lvl="7">
              <a:spcBef>
                <a:spcPts val="2000"/>
              </a:spcBef>
              <a:spcAft>
                <a:spcPts val="0"/>
              </a:spcAft>
              <a:buClr>
                <a:srgbClr val="FFFFFF"/>
              </a:buClr>
              <a:buSzPts val="2800"/>
              <a:buNone/>
              <a:defRPr b="1">
                <a:solidFill>
                  <a:srgbClr val="FFFFFF"/>
                </a:solidFill>
              </a:defRPr>
            </a:lvl8pPr>
            <a:lvl9pPr lvl="8">
              <a:spcBef>
                <a:spcPts val="2000"/>
              </a:spcBef>
              <a:spcAft>
                <a:spcPts val="2000"/>
              </a:spcAft>
              <a:buClr>
                <a:srgbClr val="FFFFFF"/>
              </a:buClr>
              <a:buSzPts val="2800"/>
              <a:buNone/>
              <a:defRPr b="1">
                <a:solidFill>
                  <a:srgbClr val="FFFFFF"/>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
    <p:spTree>
      <p:nvGrpSpPr>
        <p:cNvPr id="588" name="Shape 588"/>
        <p:cNvGrpSpPr/>
        <p:nvPr/>
      </p:nvGrpSpPr>
      <p:grpSpPr>
        <a:xfrm>
          <a:off x="0" y="0"/>
          <a:ext cx="0" cy="0"/>
          <a:chOff x="0" y="0"/>
          <a:chExt cx="0" cy="0"/>
        </a:xfrm>
      </p:grpSpPr>
      <p:sp>
        <p:nvSpPr>
          <p:cNvPr id="589" name="Google Shape;589;p68"/>
          <p:cNvSpPr/>
          <p:nvPr/>
        </p:nvSpPr>
        <p:spPr>
          <a:xfrm>
            <a:off x="0" y="2240400"/>
            <a:ext cx="18288000" cy="8046600"/>
          </a:xfrm>
          <a:prstGeom prst="rect">
            <a:avLst/>
          </a:prstGeom>
          <a:solidFill>
            <a:schemeClr val="dk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90" name="Google Shape;590;p68"/>
          <p:cNvSpPr txBox="1"/>
          <p:nvPr>
            <p:ph type="title"/>
          </p:nvPr>
        </p:nvSpPr>
        <p:spPr>
          <a:xfrm>
            <a:off x="733100" y="548645"/>
            <a:ext cx="16696800" cy="732000"/>
          </a:xfrm>
          <a:prstGeom prst="rect">
            <a:avLst/>
          </a:prstGeom>
        </p:spPr>
        <p:txBody>
          <a:bodyPr anchorCtr="0" anchor="t" bIns="182850" lIns="182850" spcFirstLastPara="1" rIns="182850" wrap="square" tIns="182850">
            <a:spAutoFit/>
          </a:bodyPr>
          <a:lstStyle>
            <a:lvl1pPr lvl="0">
              <a:spcBef>
                <a:spcPts val="0"/>
              </a:spcBef>
              <a:spcAft>
                <a:spcPts val="0"/>
              </a:spcAft>
              <a:buSzPts val="5200"/>
              <a:buNone/>
              <a:defRPr/>
            </a:lvl1pPr>
            <a:lvl2pPr lvl="1">
              <a:spcBef>
                <a:spcPts val="2000"/>
              </a:spcBef>
              <a:spcAft>
                <a:spcPts val="0"/>
              </a:spcAft>
              <a:buSzPts val="2800"/>
              <a:buFont typeface="Arial"/>
              <a:buNone/>
              <a:defRPr>
                <a:latin typeface="Arial"/>
                <a:ea typeface="Arial"/>
                <a:cs typeface="Arial"/>
                <a:sym typeface="Arial"/>
              </a:defRPr>
            </a:lvl2pPr>
            <a:lvl3pPr lvl="2">
              <a:spcBef>
                <a:spcPts val="2000"/>
              </a:spcBef>
              <a:spcAft>
                <a:spcPts val="0"/>
              </a:spcAft>
              <a:buSzPts val="2800"/>
              <a:buFont typeface="Arial"/>
              <a:buNone/>
              <a:defRPr>
                <a:latin typeface="Arial"/>
                <a:ea typeface="Arial"/>
                <a:cs typeface="Arial"/>
                <a:sym typeface="Arial"/>
              </a:defRPr>
            </a:lvl3pPr>
            <a:lvl4pPr lvl="3">
              <a:spcBef>
                <a:spcPts val="2000"/>
              </a:spcBef>
              <a:spcAft>
                <a:spcPts val="0"/>
              </a:spcAft>
              <a:buSzPts val="2800"/>
              <a:buFont typeface="Arial"/>
              <a:buNone/>
              <a:defRPr>
                <a:latin typeface="Arial"/>
                <a:ea typeface="Arial"/>
                <a:cs typeface="Arial"/>
                <a:sym typeface="Arial"/>
              </a:defRPr>
            </a:lvl4pPr>
            <a:lvl5pPr lvl="4">
              <a:spcBef>
                <a:spcPts val="2000"/>
              </a:spcBef>
              <a:spcAft>
                <a:spcPts val="0"/>
              </a:spcAft>
              <a:buSzPts val="2800"/>
              <a:buFont typeface="Arial"/>
              <a:buNone/>
              <a:defRPr>
                <a:latin typeface="Arial"/>
                <a:ea typeface="Arial"/>
                <a:cs typeface="Arial"/>
                <a:sym typeface="Arial"/>
              </a:defRPr>
            </a:lvl5pPr>
            <a:lvl6pPr lvl="5">
              <a:spcBef>
                <a:spcPts val="2000"/>
              </a:spcBef>
              <a:spcAft>
                <a:spcPts val="0"/>
              </a:spcAft>
              <a:buSzPts val="2800"/>
              <a:buFont typeface="Arial"/>
              <a:buNone/>
              <a:defRPr>
                <a:latin typeface="Arial"/>
                <a:ea typeface="Arial"/>
                <a:cs typeface="Arial"/>
                <a:sym typeface="Arial"/>
              </a:defRPr>
            </a:lvl6pPr>
            <a:lvl7pPr lvl="6">
              <a:spcBef>
                <a:spcPts val="2000"/>
              </a:spcBef>
              <a:spcAft>
                <a:spcPts val="0"/>
              </a:spcAft>
              <a:buSzPts val="2800"/>
              <a:buFont typeface="Arial"/>
              <a:buNone/>
              <a:defRPr>
                <a:latin typeface="Arial"/>
                <a:ea typeface="Arial"/>
                <a:cs typeface="Arial"/>
                <a:sym typeface="Arial"/>
              </a:defRPr>
            </a:lvl7pPr>
            <a:lvl8pPr lvl="7">
              <a:spcBef>
                <a:spcPts val="2000"/>
              </a:spcBef>
              <a:spcAft>
                <a:spcPts val="0"/>
              </a:spcAft>
              <a:buSzPts val="2800"/>
              <a:buFont typeface="Arial"/>
              <a:buNone/>
              <a:defRPr>
                <a:latin typeface="Arial"/>
                <a:ea typeface="Arial"/>
                <a:cs typeface="Arial"/>
                <a:sym typeface="Arial"/>
              </a:defRPr>
            </a:lvl8pPr>
            <a:lvl9pPr lvl="8">
              <a:spcBef>
                <a:spcPts val="2000"/>
              </a:spcBef>
              <a:spcAft>
                <a:spcPts val="2000"/>
              </a:spcAft>
              <a:buSzPts val="2800"/>
              <a:buFont typeface="Arial"/>
              <a:buNone/>
              <a:defRPr>
                <a:latin typeface="Arial"/>
                <a:ea typeface="Arial"/>
                <a:cs typeface="Arial"/>
                <a:sym typeface="Arial"/>
              </a:defRPr>
            </a:lvl9pPr>
          </a:lstStyle>
          <a:p/>
        </p:txBody>
      </p:sp>
      <p:sp>
        <p:nvSpPr>
          <p:cNvPr id="591" name="Google Shape;591;p68"/>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92" name="Google Shape;592;p68"/>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593" name="Google Shape;593;p68"/>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FFFFFF"/>
                </a:solidFill>
              </a:defRPr>
            </a:lvl1pPr>
            <a:lvl2pPr indent="0" lvl="1" marL="0" marR="0" algn="r">
              <a:spcBef>
                <a:spcPts val="0"/>
              </a:spcBef>
              <a:buNone/>
              <a:defRPr i="0" sz="1200">
                <a:solidFill>
                  <a:srgbClr val="FFFFFF"/>
                </a:solidFill>
              </a:defRPr>
            </a:lvl2pPr>
            <a:lvl3pPr indent="0" lvl="2" marL="0" marR="0" algn="r">
              <a:spcBef>
                <a:spcPts val="0"/>
              </a:spcBef>
              <a:buNone/>
              <a:defRPr i="0" sz="1200">
                <a:solidFill>
                  <a:srgbClr val="FFFFFF"/>
                </a:solidFill>
              </a:defRPr>
            </a:lvl3pPr>
            <a:lvl4pPr indent="0" lvl="3" marL="0" marR="0" algn="r">
              <a:spcBef>
                <a:spcPts val="0"/>
              </a:spcBef>
              <a:buNone/>
              <a:defRPr i="0" sz="1200">
                <a:solidFill>
                  <a:srgbClr val="FFFFFF"/>
                </a:solidFill>
              </a:defRPr>
            </a:lvl4pPr>
            <a:lvl5pPr indent="0" lvl="4" marL="0" marR="0" algn="r">
              <a:spcBef>
                <a:spcPts val="0"/>
              </a:spcBef>
              <a:buNone/>
              <a:defRPr i="0" sz="1200">
                <a:solidFill>
                  <a:srgbClr val="FFFFFF"/>
                </a:solidFill>
              </a:defRPr>
            </a:lvl5pPr>
            <a:lvl6pPr indent="0" lvl="5" marL="0" marR="0" algn="r">
              <a:spcBef>
                <a:spcPts val="0"/>
              </a:spcBef>
              <a:buNone/>
              <a:defRPr i="0" sz="1200">
                <a:solidFill>
                  <a:srgbClr val="FFFFFF"/>
                </a:solidFill>
              </a:defRPr>
            </a:lvl6pPr>
            <a:lvl7pPr indent="0" lvl="6" marL="0" marR="0" algn="r">
              <a:spcBef>
                <a:spcPts val="0"/>
              </a:spcBef>
              <a:buNone/>
              <a:defRPr i="0" sz="1200">
                <a:solidFill>
                  <a:srgbClr val="FFFFFF"/>
                </a:solidFill>
              </a:defRPr>
            </a:lvl7pPr>
            <a:lvl8pPr indent="0" lvl="7" marL="0" marR="0" algn="r">
              <a:spcBef>
                <a:spcPts val="0"/>
              </a:spcBef>
              <a:buNone/>
              <a:defRPr i="0" sz="1200">
                <a:solidFill>
                  <a:srgbClr val="FFFFFF"/>
                </a:solidFill>
              </a:defRPr>
            </a:lvl8pPr>
            <a:lvl9pPr indent="0" lvl="8" marL="0" marR="0" algn="r">
              <a:spcBef>
                <a:spcPts val="0"/>
              </a:spcBef>
              <a:buNone/>
              <a:defRPr i="0" sz="1200">
                <a:solidFill>
                  <a:srgbClr val="FFFFFF"/>
                </a:solidFill>
              </a:defRPr>
            </a:lvl9pPr>
          </a:lstStyle>
          <a:p>
            <a:pPr indent="0" lvl="0" marL="0" rtl="0" algn="r">
              <a:spcBef>
                <a:spcPts val="0"/>
              </a:spcBef>
              <a:spcAft>
                <a:spcPts val="0"/>
              </a:spcAft>
              <a:buNone/>
            </a:pPr>
            <a:fld id="{00000000-1234-1234-1234-123412341234}" type="slidenum">
              <a:rPr lang="en-US"/>
              <a:t>‹#›</a:t>
            </a:fld>
            <a:endParaRPr/>
          </a:p>
        </p:txBody>
      </p:sp>
      <p:sp>
        <p:nvSpPr>
          <p:cNvPr id="594" name="Google Shape;594;p68"/>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595" name="Shape 595"/>
        <p:cNvGrpSpPr/>
        <p:nvPr/>
      </p:nvGrpSpPr>
      <p:grpSpPr>
        <a:xfrm>
          <a:off x="0" y="0"/>
          <a:ext cx="0" cy="0"/>
          <a:chOff x="0" y="0"/>
          <a:chExt cx="0" cy="0"/>
        </a:xfrm>
      </p:grpSpPr>
      <p:sp>
        <p:nvSpPr>
          <p:cNvPr id="596" name="Google Shape;596;p69"/>
          <p:cNvSpPr/>
          <p:nvPr/>
        </p:nvSpPr>
        <p:spPr>
          <a:xfrm>
            <a:off x="914400" y="8888324"/>
            <a:ext cx="2889859" cy="66090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
        <p:nvSpPr>
          <p:cNvPr id="597" name="Google Shape;597;p69"/>
          <p:cNvSpPr/>
          <p:nvPr/>
        </p:nvSpPr>
        <p:spPr>
          <a:xfrm>
            <a:off x="914403" y="9729216"/>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98" name="Google Shape;598;p69"/>
          <p:cNvSpPr txBox="1"/>
          <p:nvPr>
            <p:ph idx="1" type="body"/>
          </p:nvPr>
        </p:nvSpPr>
        <p:spPr>
          <a:xfrm>
            <a:off x="731500" y="3772699"/>
            <a:ext cx="14968800" cy="2714400"/>
          </a:xfrm>
          <a:prstGeom prst="rect">
            <a:avLst/>
          </a:prstGeom>
          <a:noFill/>
          <a:ln>
            <a:noFill/>
          </a:ln>
        </p:spPr>
        <p:txBody>
          <a:bodyPr anchorCtr="0" anchor="ctr" bIns="91400" lIns="182850" spcFirstLastPara="1" rIns="182850" wrap="square" tIns="91400">
            <a:noAutofit/>
          </a:bodyPr>
          <a:lstStyle>
            <a:lvl1pPr indent="-228600" lvl="0" marL="457200" marR="0" algn="l">
              <a:lnSpc>
                <a:spcPct val="75000"/>
              </a:lnSpc>
              <a:spcBef>
                <a:spcPts val="0"/>
              </a:spcBef>
              <a:spcAft>
                <a:spcPts val="0"/>
              </a:spcAft>
              <a:buClr>
                <a:schemeClr val="lt1"/>
              </a:buClr>
              <a:buSzPts val="10400"/>
              <a:buNone/>
              <a:defRPr b="1" sz="10400">
                <a:solidFill>
                  <a:schemeClr val="lt1"/>
                </a:solidFill>
              </a:defRPr>
            </a:lvl1pPr>
            <a:lvl2pPr indent="-457200" lvl="1" marL="914400">
              <a:lnSpc>
                <a:spcPct val="100000"/>
              </a:lnSpc>
              <a:spcBef>
                <a:spcPts val="0"/>
              </a:spcBef>
              <a:spcAft>
                <a:spcPts val="0"/>
              </a:spcAft>
              <a:buClr>
                <a:schemeClr val="lt1"/>
              </a:buClr>
              <a:buSzPts val="3600"/>
              <a:buChar char="•"/>
              <a:defRPr>
                <a:solidFill>
                  <a:schemeClr val="lt1"/>
                </a:solidFill>
              </a:defRPr>
            </a:lvl2pPr>
            <a:lvl3pPr indent="-457200" lvl="2" marL="1371600">
              <a:lnSpc>
                <a:spcPct val="100000"/>
              </a:lnSpc>
              <a:spcBef>
                <a:spcPts val="2000"/>
              </a:spcBef>
              <a:spcAft>
                <a:spcPts val="0"/>
              </a:spcAft>
              <a:buClr>
                <a:schemeClr val="lt1"/>
              </a:buClr>
              <a:buSzPts val="3600"/>
              <a:buChar char="•"/>
              <a:defRPr>
                <a:solidFill>
                  <a:schemeClr val="lt1"/>
                </a:solidFill>
              </a:defRPr>
            </a:lvl3pPr>
            <a:lvl4pPr indent="-457200" lvl="3" marL="1828800">
              <a:lnSpc>
                <a:spcPct val="100000"/>
              </a:lnSpc>
              <a:spcBef>
                <a:spcPts val="2000"/>
              </a:spcBef>
              <a:spcAft>
                <a:spcPts val="0"/>
              </a:spcAft>
              <a:buClr>
                <a:schemeClr val="lt1"/>
              </a:buClr>
              <a:buSzPts val="3600"/>
              <a:buChar char="•"/>
              <a:defRPr>
                <a:solidFill>
                  <a:schemeClr val="lt1"/>
                </a:solidFill>
              </a:defRPr>
            </a:lvl4pPr>
            <a:lvl5pPr indent="-457200" lvl="4" marL="2286000">
              <a:lnSpc>
                <a:spcPct val="100000"/>
              </a:lnSpc>
              <a:spcBef>
                <a:spcPts val="2000"/>
              </a:spcBef>
              <a:spcAft>
                <a:spcPts val="0"/>
              </a:spcAft>
              <a:buClr>
                <a:schemeClr val="lt1"/>
              </a:buClr>
              <a:buSzPts val="3600"/>
              <a:buChar char="•"/>
              <a:defRPr>
                <a:solidFill>
                  <a:schemeClr val="lt1"/>
                </a:solidFill>
              </a:defRPr>
            </a:lvl5pPr>
            <a:lvl6pPr indent="-457200" lvl="5" marL="2743200">
              <a:lnSpc>
                <a:spcPct val="100000"/>
              </a:lnSpc>
              <a:spcBef>
                <a:spcPts val="2000"/>
              </a:spcBef>
              <a:spcAft>
                <a:spcPts val="0"/>
              </a:spcAft>
              <a:buClr>
                <a:schemeClr val="lt1"/>
              </a:buClr>
              <a:buSzPts val="3600"/>
              <a:buChar char="•"/>
              <a:defRPr>
                <a:solidFill>
                  <a:schemeClr val="lt1"/>
                </a:solidFill>
              </a:defRPr>
            </a:lvl6pPr>
            <a:lvl7pPr indent="-457200" lvl="6" marL="3200400">
              <a:lnSpc>
                <a:spcPct val="100000"/>
              </a:lnSpc>
              <a:spcBef>
                <a:spcPts val="2000"/>
              </a:spcBef>
              <a:spcAft>
                <a:spcPts val="0"/>
              </a:spcAft>
              <a:buClr>
                <a:schemeClr val="lt1"/>
              </a:buClr>
              <a:buSzPts val="3600"/>
              <a:buChar char="•"/>
              <a:defRPr>
                <a:solidFill>
                  <a:schemeClr val="lt1"/>
                </a:solidFill>
              </a:defRPr>
            </a:lvl7pPr>
            <a:lvl8pPr indent="-457200" lvl="7" marL="3657600">
              <a:lnSpc>
                <a:spcPct val="100000"/>
              </a:lnSpc>
              <a:spcBef>
                <a:spcPts val="2000"/>
              </a:spcBef>
              <a:spcAft>
                <a:spcPts val="0"/>
              </a:spcAft>
              <a:buClr>
                <a:schemeClr val="lt1"/>
              </a:buClr>
              <a:buSzPts val="3600"/>
              <a:buChar char="•"/>
              <a:defRPr>
                <a:solidFill>
                  <a:schemeClr val="lt1"/>
                </a:solidFill>
              </a:defRPr>
            </a:lvl8pPr>
            <a:lvl9pPr indent="-457200" lvl="8" marL="4114800">
              <a:lnSpc>
                <a:spcPct val="100000"/>
              </a:lnSpc>
              <a:spcBef>
                <a:spcPts val="2000"/>
              </a:spcBef>
              <a:spcAft>
                <a:spcPts val="2000"/>
              </a:spcAft>
              <a:buClr>
                <a:schemeClr val="lt1"/>
              </a:buClr>
              <a:buSzPts val="3600"/>
              <a:buChar char="•"/>
              <a:defRPr>
                <a:solidFill>
                  <a:schemeClr val="lt1"/>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2">
  <p:cSld name="Thank You_1">
    <p:bg>
      <p:bgPr>
        <a:solidFill>
          <a:schemeClr val="accent1"/>
        </a:solidFill>
      </p:bgPr>
    </p:bg>
    <p:spTree>
      <p:nvGrpSpPr>
        <p:cNvPr id="599" name="Shape 599"/>
        <p:cNvGrpSpPr/>
        <p:nvPr/>
      </p:nvGrpSpPr>
      <p:grpSpPr>
        <a:xfrm>
          <a:off x="0" y="0"/>
          <a:ext cx="0" cy="0"/>
          <a:chOff x="0" y="0"/>
          <a:chExt cx="0" cy="0"/>
        </a:xfrm>
      </p:grpSpPr>
      <p:sp>
        <p:nvSpPr>
          <p:cNvPr id="600" name="Google Shape;600;p70"/>
          <p:cNvSpPr/>
          <p:nvPr/>
        </p:nvSpPr>
        <p:spPr>
          <a:xfrm>
            <a:off x="914400" y="8888324"/>
            <a:ext cx="2889859" cy="66090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
        <p:nvSpPr>
          <p:cNvPr id="601" name="Google Shape;601;p70"/>
          <p:cNvSpPr txBox="1"/>
          <p:nvPr>
            <p:ph idx="1" type="body"/>
          </p:nvPr>
        </p:nvSpPr>
        <p:spPr>
          <a:xfrm>
            <a:off x="731500" y="3772699"/>
            <a:ext cx="14968800" cy="2714400"/>
          </a:xfrm>
          <a:prstGeom prst="rect">
            <a:avLst/>
          </a:prstGeom>
          <a:noFill/>
          <a:ln>
            <a:noFill/>
          </a:ln>
        </p:spPr>
        <p:txBody>
          <a:bodyPr anchorCtr="0" anchor="ctr" bIns="91400" lIns="182850" spcFirstLastPara="1" rIns="182850" wrap="square" tIns="91400">
            <a:noAutofit/>
          </a:bodyPr>
          <a:lstStyle>
            <a:lvl1pPr indent="-228600" lvl="0" marL="457200" marR="0" algn="l">
              <a:lnSpc>
                <a:spcPct val="75000"/>
              </a:lnSpc>
              <a:spcBef>
                <a:spcPts val="0"/>
              </a:spcBef>
              <a:spcAft>
                <a:spcPts val="0"/>
              </a:spcAft>
              <a:buClr>
                <a:schemeClr val="lt1"/>
              </a:buClr>
              <a:buSzPts val="10400"/>
              <a:buNone/>
              <a:defRPr b="1" sz="10400">
                <a:solidFill>
                  <a:schemeClr val="lt1"/>
                </a:solidFill>
              </a:defRPr>
            </a:lvl1pPr>
            <a:lvl2pPr indent="-457200" lvl="1" marL="914400">
              <a:lnSpc>
                <a:spcPct val="100000"/>
              </a:lnSpc>
              <a:spcBef>
                <a:spcPts val="0"/>
              </a:spcBef>
              <a:spcAft>
                <a:spcPts val="0"/>
              </a:spcAft>
              <a:buClr>
                <a:schemeClr val="lt1"/>
              </a:buClr>
              <a:buSzPts val="3600"/>
              <a:buChar char="•"/>
              <a:defRPr>
                <a:solidFill>
                  <a:schemeClr val="lt1"/>
                </a:solidFill>
              </a:defRPr>
            </a:lvl2pPr>
            <a:lvl3pPr indent="-457200" lvl="2" marL="1371600">
              <a:lnSpc>
                <a:spcPct val="100000"/>
              </a:lnSpc>
              <a:spcBef>
                <a:spcPts val="2000"/>
              </a:spcBef>
              <a:spcAft>
                <a:spcPts val="0"/>
              </a:spcAft>
              <a:buClr>
                <a:schemeClr val="lt1"/>
              </a:buClr>
              <a:buSzPts val="3600"/>
              <a:buChar char="•"/>
              <a:defRPr>
                <a:solidFill>
                  <a:schemeClr val="lt1"/>
                </a:solidFill>
              </a:defRPr>
            </a:lvl3pPr>
            <a:lvl4pPr indent="-457200" lvl="3" marL="1828800">
              <a:lnSpc>
                <a:spcPct val="100000"/>
              </a:lnSpc>
              <a:spcBef>
                <a:spcPts val="2000"/>
              </a:spcBef>
              <a:spcAft>
                <a:spcPts val="0"/>
              </a:spcAft>
              <a:buClr>
                <a:schemeClr val="lt1"/>
              </a:buClr>
              <a:buSzPts val="3600"/>
              <a:buChar char="•"/>
              <a:defRPr>
                <a:solidFill>
                  <a:schemeClr val="lt1"/>
                </a:solidFill>
              </a:defRPr>
            </a:lvl4pPr>
            <a:lvl5pPr indent="-457200" lvl="4" marL="2286000">
              <a:lnSpc>
                <a:spcPct val="100000"/>
              </a:lnSpc>
              <a:spcBef>
                <a:spcPts val="2000"/>
              </a:spcBef>
              <a:spcAft>
                <a:spcPts val="0"/>
              </a:spcAft>
              <a:buClr>
                <a:schemeClr val="lt1"/>
              </a:buClr>
              <a:buSzPts val="3600"/>
              <a:buChar char="•"/>
              <a:defRPr>
                <a:solidFill>
                  <a:schemeClr val="lt1"/>
                </a:solidFill>
              </a:defRPr>
            </a:lvl5pPr>
            <a:lvl6pPr indent="-457200" lvl="5" marL="2743200">
              <a:lnSpc>
                <a:spcPct val="100000"/>
              </a:lnSpc>
              <a:spcBef>
                <a:spcPts val="2000"/>
              </a:spcBef>
              <a:spcAft>
                <a:spcPts val="0"/>
              </a:spcAft>
              <a:buClr>
                <a:schemeClr val="lt1"/>
              </a:buClr>
              <a:buSzPts val="3600"/>
              <a:buChar char="•"/>
              <a:defRPr>
                <a:solidFill>
                  <a:schemeClr val="lt1"/>
                </a:solidFill>
              </a:defRPr>
            </a:lvl6pPr>
            <a:lvl7pPr indent="-457200" lvl="6" marL="3200400">
              <a:lnSpc>
                <a:spcPct val="100000"/>
              </a:lnSpc>
              <a:spcBef>
                <a:spcPts val="2000"/>
              </a:spcBef>
              <a:spcAft>
                <a:spcPts val="0"/>
              </a:spcAft>
              <a:buClr>
                <a:schemeClr val="lt1"/>
              </a:buClr>
              <a:buSzPts val="3600"/>
              <a:buChar char="•"/>
              <a:defRPr>
                <a:solidFill>
                  <a:schemeClr val="lt1"/>
                </a:solidFill>
              </a:defRPr>
            </a:lvl7pPr>
            <a:lvl8pPr indent="-457200" lvl="7" marL="3657600">
              <a:lnSpc>
                <a:spcPct val="100000"/>
              </a:lnSpc>
              <a:spcBef>
                <a:spcPts val="2000"/>
              </a:spcBef>
              <a:spcAft>
                <a:spcPts val="0"/>
              </a:spcAft>
              <a:buClr>
                <a:schemeClr val="lt1"/>
              </a:buClr>
              <a:buSzPts val="3600"/>
              <a:buChar char="•"/>
              <a:defRPr>
                <a:solidFill>
                  <a:schemeClr val="lt1"/>
                </a:solidFill>
              </a:defRPr>
            </a:lvl8pPr>
            <a:lvl9pPr indent="-457200" lvl="8" marL="4114800">
              <a:lnSpc>
                <a:spcPct val="100000"/>
              </a:lnSpc>
              <a:spcBef>
                <a:spcPts val="2000"/>
              </a:spcBef>
              <a:spcAft>
                <a:spcPts val="2000"/>
              </a:spcAft>
              <a:buClr>
                <a:schemeClr val="lt1"/>
              </a:buClr>
              <a:buSzPts val="3600"/>
              <a:buChar char="•"/>
              <a:defRPr>
                <a:solidFill>
                  <a:schemeClr val="lt1"/>
                </a:solidFill>
              </a:defRPr>
            </a:lvl9pPr>
          </a:lstStyle>
          <a:p/>
        </p:txBody>
      </p:sp>
      <p:sp>
        <p:nvSpPr>
          <p:cNvPr id="602" name="Google Shape;602;p70"/>
          <p:cNvSpPr/>
          <p:nvPr/>
        </p:nvSpPr>
        <p:spPr>
          <a:xfrm>
            <a:off x="914403" y="9729216"/>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grpSp>
        <p:nvGrpSpPr>
          <p:cNvPr id="603" name="Google Shape;603;p70"/>
          <p:cNvGrpSpPr/>
          <p:nvPr/>
        </p:nvGrpSpPr>
        <p:grpSpPr>
          <a:xfrm>
            <a:off x="-19" y="7540878"/>
            <a:ext cx="18287993" cy="2743129"/>
            <a:chOff x="-10" y="3735321"/>
            <a:chExt cx="9139427" cy="1408177"/>
          </a:xfrm>
        </p:grpSpPr>
        <p:pic>
          <p:nvPicPr>
            <p:cNvPr id="604" name="Google Shape;604;p70"/>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605" name="Google Shape;605;p70"/>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606" name="Google Shape;606;p70"/>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3.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9.xml"/><Relationship Id="rId22" Type="http://schemas.openxmlformats.org/officeDocument/2006/relationships/slideLayout" Target="../slideLayouts/slideLayout61.xml"/><Relationship Id="rId21" Type="http://schemas.openxmlformats.org/officeDocument/2006/relationships/slideLayout" Target="../slideLayouts/slideLayout60.xml"/><Relationship Id="rId24" Type="http://schemas.openxmlformats.org/officeDocument/2006/relationships/slideLayout" Target="../slideLayouts/slideLayout63.xml"/><Relationship Id="rId23" Type="http://schemas.openxmlformats.org/officeDocument/2006/relationships/slideLayout" Target="../slideLayouts/slideLayout62.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26" Type="http://schemas.openxmlformats.org/officeDocument/2006/relationships/slideLayout" Target="../slideLayouts/slideLayout65.xml"/><Relationship Id="rId25" Type="http://schemas.openxmlformats.org/officeDocument/2006/relationships/slideLayout" Target="../slideLayouts/slideLayout64.xml"/><Relationship Id="rId28" Type="http://schemas.openxmlformats.org/officeDocument/2006/relationships/slideLayout" Target="../slideLayouts/slideLayout67.xml"/><Relationship Id="rId27" Type="http://schemas.openxmlformats.org/officeDocument/2006/relationships/slideLayout" Target="../slideLayouts/slideLayout66.xml"/><Relationship Id="rId5" Type="http://schemas.openxmlformats.org/officeDocument/2006/relationships/slideLayout" Target="../slideLayouts/slideLayout44.xml"/><Relationship Id="rId6" Type="http://schemas.openxmlformats.org/officeDocument/2006/relationships/slideLayout" Target="../slideLayouts/slideLayout45.xml"/><Relationship Id="rId29" Type="http://schemas.openxmlformats.org/officeDocument/2006/relationships/slideLayout" Target="../slideLayouts/slideLayout68.xml"/><Relationship Id="rId7" Type="http://schemas.openxmlformats.org/officeDocument/2006/relationships/slideLayout" Target="../slideLayouts/slideLayout46.xml"/><Relationship Id="rId8" Type="http://schemas.openxmlformats.org/officeDocument/2006/relationships/slideLayout" Target="../slideLayouts/slideLayout47.xml"/><Relationship Id="rId30" Type="http://schemas.openxmlformats.org/officeDocument/2006/relationships/theme" Target="../theme/theme2.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3" Type="http://schemas.openxmlformats.org/officeDocument/2006/relationships/slideLayout" Target="../slideLayouts/slideLayout52.xml"/><Relationship Id="rId12" Type="http://schemas.openxmlformats.org/officeDocument/2006/relationships/slideLayout" Target="../slideLayouts/slideLayout51.xml"/><Relationship Id="rId15" Type="http://schemas.openxmlformats.org/officeDocument/2006/relationships/slideLayout" Target="../slideLayouts/slideLayout54.xml"/><Relationship Id="rId14" Type="http://schemas.openxmlformats.org/officeDocument/2006/relationships/slideLayout" Target="../slideLayouts/slideLayout53.xml"/><Relationship Id="rId17" Type="http://schemas.openxmlformats.org/officeDocument/2006/relationships/slideLayout" Target="../slideLayouts/slideLayout56.xml"/><Relationship Id="rId16" Type="http://schemas.openxmlformats.org/officeDocument/2006/relationships/slideLayout" Target="../slideLayouts/slideLayout55.xml"/><Relationship Id="rId19" Type="http://schemas.openxmlformats.org/officeDocument/2006/relationships/slideLayout" Target="../slideLayouts/slideLayout58.xml"/><Relationship Id="rId18"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31520" y="548640"/>
            <a:ext cx="16642200" cy="1049400"/>
          </a:xfrm>
          <a:prstGeom prst="rect">
            <a:avLst/>
          </a:prstGeom>
          <a:noFill/>
          <a:ln>
            <a:noFill/>
          </a:ln>
        </p:spPr>
        <p:txBody>
          <a:bodyPr anchorCtr="0" anchor="t" bIns="182900" lIns="182900" spcFirstLastPara="1" rIns="182900" wrap="square" tIns="182900">
            <a:spAutoFit/>
          </a:bodyPr>
          <a:lstStyle>
            <a:lvl1pPr lvl="0" marR="0" algn="l">
              <a:lnSpc>
                <a:spcPct val="85000"/>
              </a:lnSpc>
              <a:spcBef>
                <a:spcPts val="0"/>
              </a:spcBef>
              <a:spcAft>
                <a:spcPts val="0"/>
              </a:spcAft>
              <a:buClr>
                <a:schemeClr val="dk1"/>
              </a:buClr>
              <a:buSzPts val="5200"/>
              <a:buFont typeface="Arial"/>
              <a:buNone/>
              <a:defRPr b="1" i="0" sz="52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257300" y="2740026"/>
            <a:ext cx="15773400" cy="6524400"/>
          </a:xfrm>
          <a:prstGeom prst="rect">
            <a:avLst/>
          </a:prstGeom>
          <a:noFill/>
          <a:ln>
            <a:noFill/>
          </a:ln>
        </p:spPr>
        <p:txBody>
          <a:bodyPr anchorCtr="0" anchor="t" bIns="45700" lIns="91450" spcFirstLastPara="1" rIns="91450" wrap="square" tIns="45700">
            <a:noAutofit/>
          </a:bodyPr>
          <a:lstStyle>
            <a:lvl1pPr indent="-228600" lvl="0" marL="457200" marR="0" algn="l">
              <a:lnSpc>
                <a:spcPct val="114000"/>
              </a:lnSpc>
              <a:spcBef>
                <a:spcPts val="0"/>
              </a:spcBef>
              <a:spcAft>
                <a:spcPts val="0"/>
              </a:spcAft>
              <a:buClr>
                <a:srgbClr val="5B5B5B"/>
              </a:buClr>
              <a:buSzPts val="3600"/>
              <a:buFont typeface="Arial"/>
              <a:buNone/>
              <a:defRPr b="0" i="0" sz="3600" u="none" cap="none" strike="noStrike">
                <a:solidFill>
                  <a:srgbClr val="5B5B5B"/>
                </a:solidFill>
                <a:latin typeface="Arial"/>
                <a:ea typeface="Arial"/>
                <a:cs typeface="Arial"/>
                <a:sym typeface="Arial"/>
              </a:defRPr>
            </a:lvl1pPr>
            <a:lvl2pPr indent="-457200" lvl="1" marL="914400" marR="0" algn="l">
              <a:lnSpc>
                <a:spcPct val="114000"/>
              </a:lnSpc>
              <a:spcBef>
                <a:spcPts val="2000"/>
              </a:spcBef>
              <a:spcAft>
                <a:spcPts val="0"/>
              </a:spcAft>
              <a:buClr>
                <a:schemeClr val="accent1"/>
              </a:buClr>
              <a:buSzPts val="3600"/>
              <a:buFont typeface="Arial"/>
              <a:buChar char="•"/>
              <a:defRPr b="0" i="0" sz="3600" u="none" cap="none" strike="noStrike">
                <a:solidFill>
                  <a:srgbClr val="5B5B5B"/>
                </a:solidFill>
                <a:latin typeface="Arial"/>
                <a:ea typeface="Arial"/>
                <a:cs typeface="Arial"/>
                <a:sym typeface="Arial"/>
              </a:defRPr>
            </a:lvl2pPr>
            <a:lvl3pPr indent="-419100" lvl="2" marL="1371600" marR="0" algn="l">
              <a:lnSpc>
                <a:spcPct val="114000"/>
              </a:lnSpc>
              <a:spcBef>
                <a:spcPts val="1200"/>
              </a:spcBef>
              <a:spcAft>
                <a:spcPts val="0"/>
              </a:spcAft>
              <a:buClr>
                <a:schemeClr val="accent1"/>
              </a:buClr>
              <a:buSzPts val="3000"/>
              <a:buFont typeface="Arial"/>
              <a:buChar char="•"/>
              <a:defRPr b="0" i="0" sz="3000" u="none" cap="none" strike="noStrike">
                <a:solidFill>
                  <a:srgbClr val="5B5B5B"/>
                </a:solidFill>
                <a:latin typeface="Arial"/>
                <a:ea typeface="Arial"/>
                <a:cs typeface="Arial"/>
                <a:sym typeface="Arial"/>
              </a:defRPr>
            </a:lvl3pPr>
            <a:lvl4pPr indent="-406400" lvl="3" marL="1828800" marR="0" algn="l">
              <a:lnSpc>
                <a:spcPct val="114000"/>
              </a:lnSpc>
              <a:spcBef>
                <a:spcPts val="1200"/>
              </a:spcBef>
              <a:spcAft>
                <a:spcPts val="0"/>
              </a:spcAft>
              <a:buClr>
                <a:schemeClr val="accent1"/>
              </a:buClr>
              <a:buSzPts val="2800"/>
              <a:buFont typeface="Arial"/>
              <a:buChar char="•"/>
              <a:defRPr b="0" i="0" sz="2800" u="none" cap="none" strike="noStrike">
                <a:solidFill>
                  <a:srgbClr val="5B5B5B"/>
                </a:solidFill>
                <a:latin typeface="Arial"/>
                <a:ea typeface="Arial"/>
                <a:cs typeface="Arial"/>
                <a:sym typeface="Arial"/>
              </a:defRPr>
            </a:lvl4pPr>
            <a:lvl5pPr indent="-406400" lvl="4" marL="2286000" marR="0" algn="l">
              <a:lnSpc>
                <a:spcPct val="114000"/>
              </a:lnSpc>
              <a:spcBef>
                <a:spcPts val="1200"/>
              </a:spcBef>
              <a:spcAft>
                <a:spcPts val="0"/>
              </a:spcAft>
              <a:buClr>
                <a:schemeClr val="accent1"/>
              </a:buClr>
              <a:buSzPts val="2800"/>
              <a:buFont typeface="Arial"/>
              <a:buChar char="•"/>
              <a:defRPr b="0" i="0" sz="2800" u="none" cap="none" strike="noStrike">
                <a:solidFill>
                  <a:srgbClr val="5B5B5B"/>
                </a:solidFill>
                <a:latin typeface="Arial"/>
                <a:ea typeface="Arial"/>
                <a:cs typeface="Arial"/>
                <a:sym typeface="Arial"/>
              </a:defRPr>
            </a:lvl5pPr>
            <a:lvl6pPr indent="-406400" lvl="5" marL="2743200" marR="0" algn="l">
              <a:lnSpc>
                <a:spcPct val="90000"/>
              </a:lnSpc>
              <a:spcBef>
                <a:spcPts val="12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6pPr>
            <a:lvl7pPr indent="-406400" lvl="6" marL="3200400" marR="0" algn="l">
              <a:lnSpc>
                <a:spcPct val="90000"/>
              </a:lnSpc>
              <a:spcBef>
                <a:spcPts val="8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7pPr>
            <a:lvl8pPr indent="-406400" lvl="7" marL="3657600" marR="0" algn="l">
              <a:lnSpc>
                <a:spcPct val="90000"/>
              </a:lnSpc>
              <a:spcBef>
                <a:spcPts val="8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8pPr>
            <a:lvl9pPr indent="-406400" lvl="8" marL="4114800" marR="0" algn="l">
              <a:lnSpc>
                <a:spcPct val="90000"/>
              </a:lnSpc>
              <a:spcBef>
                <a:spcPts val="8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9pPr>
          </a:lstStyle>
          <a:p/>
        </p:txBody>
      </p:sp>
      <p:sp>
        <p:nvSpPr>
          <p:cNvPr id="12" name="Google Shape;12;p1"/>
          <p:cNvSpPr txBox="1"/>
          <p:nvPr/>
        </p:nvSpPr>
        <p:spPr>
          <a:xfrm>
            <a:off x="7772400" y="-2319867"/>
            <a:ext cx="10515600" cy="6465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r>
              <a:rPr b="0" i="0" lang="en-US" sz="1800" u="none" cap="none" strike="noStrike">
                <a:solidFill>
                  <a:srgbClr val="C8C8C8"/>
                </a:solidFill>
                <a:latin typeface="Arial"/>
                <a:ea typeface="Arial"/>
                <a:cs typeface="Arial"/>
                <a:sym typeface="Arial"/>
              </a:rPr>
              <a:t>SNOWFLAKE </a:t>
            </a:r>
            <a:r>
              <a:rPr lang="en-US" sz="1800">
                <a:solidFill>
                  <a:srgbClr val="C8C8C8"/>
                </a:solidFill>
              </a:rPr>
              <a:t>WORLD TOUR</a:t>
            </a:r>
            <a:r>
              <a:rPr b="0" i="0" lang="en-US" sz="1800" u="none" cap="none" strike="noStrike">
                <a:solidFill>
                  <a:srgbClr val="C8C8C8"/>
                </a:solidFill>
                <a:latin typeface="Arial"/>
                <a:ea typeface="Arial"/>
                <a:cs typeface="Arial"/>
                <a:sym typeface="Arial"/>
              </a:rPr>
              <a:t> 202</a:t>
            </a:r>
            <a:r>
              <a:rPr lang="en-US" sz="1800">
                <a:solidFill>
                  <a:srgbClr val="C8C8C8"/>
                </a:solidFill>
              </a:rPr>
              <a:t>6</a:t>
            </a:r>
            <a:endParaRPr sz="1800">
              <a:solidFill>
                <a:srgbClr val="C8C8C8"/>
              </a:solidFill>
            </a:endParaRPr>
          </a:p>
          <a:p>
            <a:pPr indent="0" lvl="0" marL="0" marR="0" rtl="0" algn="r">
              <a:spcBef>
                <a:spcPts val="0"/>
              </a:spcBef>
              <a:spcAft>
                <a:spcPts val="0"/>
              </a:spcAft>
              <a:buNone/>
            </a:pPr>
            <a:r>
              <a:rPr b="0" i="0" lang="en-US" sz="1800" u="none" cap="none" strike="noStrike">
                <a:solidFill>
                  <a:srgbClr val="C8C8C8"/>
                </a:solidFill>
                <a:latin typeface="Arial"/>
                <a:ea typeface="Arial"/>
                <a:cs typeface="Arial"/>
                <a:sym typeface="Arial"/>
              </a:rPr>
              <a:t>v1.</a:t>
            </a:r>
            <a:r>
              <a:rPr lang="en-US" sz="1800">
                <a:solidFill>
                  <a:srgbClr val="C8C8C8"/>
                </a:solidFill>
              </a:rPr>
              <a:t>1</a:t>
            </a:r>
            <a:endParaRPr b="0" i="0" sz="1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760">
          <p15:clr>
            <a:srgbClr val="F26B43"/>
          </p15:clr>
        </p15:guide>
        <p15:guide id="2" orient="horz" pos="3240">
          <p15:clr>
            <a:srgbClr val="F26B43"/>
          </p15:clr>
        </p15:guide>
        <p15:guide id="3" pos="10992">
          <p15:clr>
            <a:srgbClr val="F26B43"/>
          </p15:clr>
        </p15:guide>
        <p15:guide id="4" pos="576">
          <p15:clr>
            <a:srgbClr val="F26B43"/>
          </p15:clr>
        </p15:guide>
        <p15:guide id="5" pos="8304">
          <p15:clr>
            <a:srgbClr val="F26B43"/>
          </p15:clr>
        </p15:guide>
        <p15:guide id="6" orient="horz" pos="5928">
          <p15:clr>
            <a:srgbClr val="F26B43"/>
          </p15:clr>
        </p15:guide>
        <p15:guide id="7" pos="8640">
          <p15:clr>
            <a:srgbClr val="F26B43"/>
          </p15:clr>
        </p15:guide>
        <p15:guide id="8" pos="5904">
          <p15:clr>
            <a:srgbClr val="F26B43"/>
          </p15:clr>
        </p15:guide>
        <p15:guide id="9" pos="5616">
          <p15:clr>
            <a:srgbClr val="F26B43"/>
          </p15:clr>
        </p15:guide>
        <p15:guide id="10" pos="3264">
          <p15:clr>
            <a:srgbClr val="F26B43"/>
          </p15:clr>
        </p15:guide>
        <p15:guide id="11" pos="2928">
          <p15:clr>
            <a:srgbClr val="F26B43"/>
          </p15:clr>
        </p15:guide>
        <p15:guide id="12" orient="horz" pos="7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6" name="Shape 346"/>
        <p:cNvGrpSpPr/>
        <p:nvPr/>
      </p:nvGrpSpPr>
      <p:grpSpPr>
        <a:xfrm>
          <a:off x="0" y="0"/>
          <a:ext cx="0" cy="0"/>
          <a:chOff x="0" y="0"/>
          <a:chExt cx="0" cy="0"/>
        </a:xfrm>
      </p:grpSpPr>
      <p:sp>
        <p:nvSpPr>
          <p:cNvPr id="347" name="Google Shape;347;p41"/>
          <p:cNvSpPr txBox="1"/>
          <p:nvPr>
            <p:ph type="title"/>
          </p:nvPr>
        </p:nvSpPr>
        <p:spPr>
          <a:xfrm>
            <a:off x="733100" y="548645"/>
            <a:ext cx="16696800" cy="732000"/>
          </a:xfrm>
          <a:prstGeom prst="rect">
            <a:avLst/>
          </a:prstGeom>
          <a:noFill/>
          <a:ln>
            <a:noFill/>
          </a:ln>
        </p:spPr>
        <p:txBody>
          <a:bodyPr anchorCtr="0" anchor="t" bIns="182850" lIns="182850" spcFirstLastPara="1" rIns="182850" wrap="square" tIns="182850">
            <a:spAutoFit/>
          </a:bodyPr>
          <a:lstStyle>
            <a:lvl1pPr lvl="0" marR="0">
              <a:lnSpc>
                <a:spcPct val="85000"/>
              </a:lnSpc>
              <a:spcBef>
                <a:spcPts val="0"/>
              </a:spcBef>
              <a:spcAft>
                <a:spcPts val="0"/>
              </a:spcAft>
              <a:buClr>
                <a:schemeClr val="dk1"/>
              </a:buClr>
              <a:buSzPts val="5200"/>
              <a:buNone/>
              <a:defRPr b="1" i="0" sz="5200" u="none" cap="none" strike="noStrike">
                <a:solidFill>
                  <a:schemeClr val="dk1"/>
                </a:solidFill>
              </a:defRPr>
            </a:lvl1pPr>
            <a:lvl2pPr lvl="1">
              <a:lnSpc>
                <a:spcPct val="85000"/>
              </a:lnSpc>
              <a:spcBef>
                <a:spcPts val="2000"/>
              </a:spcBef>
              <a:spcAft>
                <a:spcPts val="0"/>
              </a:spcAft>
              <a:buSzPts val="2800"/>
              <a:buNone/>
              <a:defRPr b="1" sz="3600"/>
            </a:lvl2pPr>
            <a:lvl3pPr lvl="2">
              <a:lnSpc>
                <a:spcPct val="85000"/>
              </a:lnSpc>
              <a:spcBef>
                <a:spcPts val="2000"/>
              </a:spcBef>
              <a:spcAft>
                <a:spcPts val="0"/>
              </a:spcAft>
              <a:buSzPts val="2800"/>
              <a:buNone/>
              <a:defRPr b="1" sz="3600"/>
            </a:lvl3pPr>
            <a:lvl4pPr lvl="3">
              <a:lnSpc>
                <a:spcPct val="85000"/>
              </a:lnSpc>
              <a:spcBef>
                <a:spcPts val="2000"/>
              </a:spcBef>
              <a:spcAft>
                <a:spcPts val="0"/>
              </a:spcAft>
              <a:buSzPts val="2800"/>
              <a:buNone/>
              <a:defRPr b="1" sz="3600"/>
            </a:lvl4pPr>
            <a:lvl5pPr lvl="4">
              <a:lnSpc>
                <a:spcPct val="85000"/>
              </a:lnSpc>
              <a:spcBef>
                <a:spcPts val="2000"/>
              </a:spcBef>
              <a:spcAft>
                <a:spcPts val="0"/>
              </a:spcAft>
              <a:buSzPts val="2800"/>
              <a:buNone/>
              <a:defRPr b="1" sz="3600"/>
            </a:lvl5pPr>
            <a:lvl6pPr lvl="5">
              <a:lnSpc>
                <a:spcPct val="85000"/>
              </a:lnSpc>
              <a:spcBef>
                <a:spcPts val="2000"/>
              </a:spcBef>
              <a:spcAft>
                <a:spcPts val="0"/>
              </a:spcAft>
              <a:buSzPts val="2800"/>
              <a:buNone/>
              <a:defRPr b="1" sz="3600"/>
            </a:lvl6pPr>
            <a:lvl7pPr lvl="6">
              <a:lnSpc>
                <a:spcPct val="85000"/>
              </a:lnSpc>
              <a:spcBef>
                <a:spcPts val="2000"/>
              </a:spcBef>
              <a:spcAft>
                <a:spcPts val="0"/>
              </a:spcAft>
              <a:buSzPts val="2800"/>
              <a:buNone/>
              <a:defRPr b="1" sz="3600"/>
            </a:lvl7pPr>
            <a:lvl8pPr lvl="7">
              <a:lnSpc>
                <a:spcPct val="85000"/>
              </a:lnSpc>
              <a:spcBef>
                <a:spcPts val="2000"/>
              </a:spcBef>
              <a:spcAft>
                <a:spcPts val="0"/>
              </a:spcAft>
              <a:buSzPts val="2800"/>
              <a:buNone/>
              <a:defRPr b="1" sz="3600"/>
            </a:lvl8pPr>
            <a:lvl9pPr lvl="8">
              <a:lnSpc>
                <a:spcPct val="85000"/>
              </a:lnSpc>
              <a:spcBef>
                <a:spcPts val="2000"/>
              </a:spcBef>
              <a:spcAft>
                <a:spcPts val="2000"/>
              </a:spcAft>
              <a:buSzPts val="2800"/>
              <a:buNone/>
              <a:defRPr b="1" sz="3600"/>
            </a:lvl9pPr>
          </a:lstStyle>
          <a:p/>
        </p:txBody>
      </p:sp>
      <p:sp>
        <p:nvSpPr>
          <p:cNvPr id="348" name="Google Shape;348;p41"/>
          <p:cNvSpPr txBox="1"/>
          <p:nvPr>
            <p:ph idx="1" type="body"/>
          </p:nvPr>
        </p:nvSpPr>
        <p:spPr>
          <a:xfrm>
            <a:off x="731500" y="2560301"/>
            <a:ext cx="16640400" cy="6812400"/>
          </a:xfrm>
          <a:prstGeom prst="rect">
            <a:avLst/>
          </a:prstGeom>
          <a:noFill/>
          <a:ln>
            <a:noFill/>
          </a:ln>
        </p:spPr>
        <p:txBody>
          <a:bodyPr anchorCtr="0" anchor="t" bIns="182850" lIns="182850" spcFirstLastPara="1" rIns="182850" wrap="square" tIns="182850">
            <a:spAutoFit/>
          </a:bodyPr>
          <a:lstStyle>
            <a:lvl1pPr indent="-457200" lvl="0" marL="457200" marR="0" algn="l">
              <a:lnSpc>
                <a:spcPct val="115000"/>
              </a:lnSpc>
              <a:spcBef>
                <a:spcPts val="0"/>
              </a:spcBef>
              <a:spcAft>
                <a:spcPts val="0"/>
              </a:spcAft>
              <a:buClr>
                <a:schemeClr val="accent1"/>
              </a:buClr>
              <a:buSzPts val="3600"/>
              <a:buChar char="•"/>
              <a:defRPr i="0" sz="3600" u="none" cap="none" strike="noStrike">
                <a:solidFill>
                  <a:srgbClr val="5B5B5B"/>
                </a:solidFill>
              </a:defRPr>
            </a:lvl1pPr>
            <a:lvl2pPr indent="-457200" lvl="1" marL="914400" marR="0" algn="l">
              <a:lnSpc>
                <a:spcPct val="115000"/>
              </a:lnSpc>
              <a:spcBef>
                <a:spcPts val="2000"/>
              </a:spcBef>
              <a:spcAft>
                <a:spcPts val="0"/>
              </a:spcAft>
              <a:buClr>
                <a:schemeClr val="accent1"/>
              </a:buClr>
              <a:buSzPts val="3600"/>
              <a:buChar char="•"/>
              <a:defRPr i="0" sz="3600" u="none" cap="none" strike="noStrike">
                <a:solidFill>
                  <a:srgbClr val="5B5B5B"/>
                </a:solidFill>
              </a:defRPr>
            </a:lvl2pPr>
            <a:lvl3pPr indent="-406400" lvl="2" marL="1371600" marR="0" algn="l">
              <a:lnSpc>
                <a:spcPct val="115000"/>
              </a:lnSpc>
              <a:spcBef>
                <a:spcPts val="2000"/>
              </a:spcBef>
              <a:spcAft>
                <a:spcPts val="0"/>
              </a:spcAft>
              <a:buClr>
                <a:schemeClr val="accent1"/>
              </a:buClr>
              <a:buSzPts val="2800"/>
              <a:buChar char="•"/>
              <a:defRPr i="0" sz="2800" u="none" cap="none" strike="noStrike">
                <a:solidFill>
                  <a:srgbClr val="5B5B5B"/>
                </a:solidFill>
              </a:defRPr>
            </a:lvl3pPr>
            <a:lvl4pPr indent="-406400" lvl="3" marL="1828800" marR="0" algn="l">
              <a:lnSpc>
                <a:spcPct val="115000"/>
              </a:lnSpc>
              <a:spcBef>
                <a:spcPts val="2000"/>
              </a:spcBef>
              <a:spcAft>
                <a:spcPts val="0"/>
              </a:spcAft>
              <a:buClr>
                <a:schemeClr val="accent1"/>
              </a:buClr>
              <a:buSzPts val="2800"/>
              <a:buChar char="•"/>
              <a:defRPr i="0" sz="2800" u="none" cap="none" strike="noStrike">
                <a:solidFill>
                  <a:srgbClr val="5B5B5B"/>
                </a:solidFill>
              </a:defRPr>
            </a:lvl4pPr>
            <a:lvl5pPr indent="-406400" lvl="4" marL="2286000" marR="0" algn="l">
              <a:lnSpc>
                <a:spcPct val="115000"/>
              </a:lnSpc>
              <a:spcBef>
                <a:spcPts val="2000"/>
              </a:spcBef>
              <a:spcAft>
                <a:spcPts val="0"/>
              </a:spcAft>
              <a:buClr>
                <a:schemeClr val="accent1"/>
              </a:buClr>
              <a:buSzPts val="2800"/>
              <a:buChar char="•"/>
              <a:defRPr i="0" sz="2800" u="none" cap="none" strike="noStrike">
                <a:solidFill>
                  <a:srgbClr val="5B5B5B"/>
                </a:solidFill>
              </a:defRPr>
            </a:lvl5pPr>
            <a:lvl6pPr indent="-406400" lvl="5" marL="2743200" marR="0" algn="l">
              <a:lnSpc>
                <a:spcPct val="115000"/>
              </a:lnSpc>
              <a:spcBef>
                <a:spcPts val="2000"/>
              </a:spcBef>
              <a:spcAft>
                <a:spcPts val="0"/>
              </a:spcAft>
              <a:buClr>
                <a:schemeClr val="accent1"/>
              </a:buClr>
              <a:buSzPts val="2800"/>
              <a:buChar char="•"/>
              <a:defRPr i="0" sz="2800" u="none" cap="none" strike="noStrike">
                <a:solidFill>
                  <a:srgbClr val="5B5B5B"/>
                </a:solidFill>
              </a:defRPr>
            </a:lvl6pPr>
            <a:lvl7pPr indent="-406400" lvl="6" marL="3200400" marR="0" algn="l">
              <a:lnSpc>
                <a:spcPct val="115000"/>
              </a:lnSpc>
              <a:spcBef>
                <a:spcPts val="2000"/>
              </a:spcBef>
              <a:spcAft>
                <a:spcPts val="0"/>
              </a:spcAft>
              <a:buClr>
                <a:schemeClr val="accent1"/>
              </a:buClr>
              <a:buSzPts val="2800"/>
              <a:buChar char="•"/>
              <a:defRPr i="0" sz="2800" u="none" cap="none" strike="noStrike">
                <a:solidFill>
                  <a:srgbClr val="5B5B5B"/>
                </a:solidFill>
              </a:defRPr>
            </a:lvl7pPr>
            <a:lvl8pPr indent="-406400" lvl="7" marL="3657600" marR="0" algn="l">
              <a:lnSpc>
                <a:spcPct val="115000"/>
              </a:lnSpc>
              <a:spcBef>
                <a:spcPts val="2000"/>
              </a:spcBef>
              <a:spcAft>
                <a:spcPts val="0"/>
              </a:spcAft>
              <a:buClr>
                <a:schemeClr val="accent1"/>
              </a:buClr>
              <a:buSzPts val="2800"/>
              <a:buChar char="•"/>
              <a:defRPr i="0" sz="2800" u="none" cap="none" strike="noStrike">
                <a:solidFill>
                  <a:srgbClr val="5B5B5B"/>
                </a:solidFill>
              </a:defRPr>
            </a:lvl8pPr>
            <a:lvl9pPr indent="-406400" lvl="8" marL="4114800" marR="0" algn="l">
              <a:lnSpc>
                <a:spcPct val="115000"/>
              </a:lnSpc>
              <a:spcBef>
                <a:spcPts val="2000"/>
              </a:spcBef>
              <a:spcAft>
                <a:spcPts val="2000"/>
              </a:spcAft>
              <a:buClr>
                <a:schemeClr val="accent1"/>
              </a:buClr>
              <a:buSzPts val="2800"/>
              <a:buChar char="•"/>
              <a:defRPr i="0" sz="2800" u="none" cap="none" strike="noStrike">
                <a:solidFill>
                  <a:srgbClr val="5B5B5B"/>
                </a:solidFill>
              </a:defRPr>
            </a:lvl9pPr>
          </a:lstStyle>
          <a:p/>
        </p:txBody>
      </p:sp>
      <p:sp>
        <p:nvSpPr>
          <p:cNvPr id="349" name="Google Shape;349;p41"/>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50" name="Google Shape;350;p41"/>
          <p:cNvSpPr txBox="1"/>
          <p:nvPr/>
        </p:nvSpPr>
        <p:spPr>
          <a:xfrm>
            <a:off x="7674600" y="-1311200"/>
            <a:ext cx="10613400" cy="337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sz="1600">
                <a:solidFill>
                  <a:srgbClr val="C8C8C8"/>
                </a:solidFill>
              </a:rPr>
              <a:t>SNOWFLAKE GSLIDES THEME 2026.01</a:t>
            </a:r>
            <a:endParaRPr sz="1600">
              <a:solidFill>
                <a:srgbClr val="C8C8C8"/>
              </a:solidFill>
            </a:endParaRPr>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760">
          <p15:clr>
            <a:srgbClr val="F26B43"/>
          </p15:clr>
        </p15:guide>
        <p15:guide id="2" orient="horz" pos="807">
          <p15:clr>
            <a:srgbClr val="F26B43"/>
          </p15:clr>
        </p15:guide>
        <p15:guide id="3" orient="horz" pos="3240">
          <p15:clr>
            <a:srgbClr val="EA4335"/>
          </p15:clr>
        </p15:guide>
        <p15:guide id="4" orient="horz" pos="5904">
          <p15:clr>
            <a:srgbClr val="F26B43"/>
          </p15:clr>
        </p15:guide>
        <p15:guide id="5" pos="576">
          <p15:clr>
            <a:srgbClr val="EA4335"/>
          </p15:clr>
        </p15:guide>
        <p15:guide id="6" pos="10944">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3.png"/><Relationship Id="rId4" Type="http://schemas.openxmlformats.org/officeDocument/2006/relationships/image" Target="../media/image35.png"/><Relationship Id="rId5" Type="http://schemas.openxmlformats.org/officeDocument/2006/relationships/image" Target="../media/image34.png"/><Relationship Id="rId6"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71"/>
          <p:cNvSpPr txBox="1"/>
          <p:nvPr>
            <p:ph idx="1" type="subTitle"/>
          </p:nvPr>
        </p:nvSpPr>
        <p:spPr>
          <a:xfrm>
            <a:off x="729750" y="4264871"/>
            <a:ext cx="9794700" cy="955500"/>
          </a:xfrm>
          <a:prstGeom prst="rect">
            <a:avLst/>
          </a:prstGeom>
        </p:spPr>
        <p:txBody>
          <a:bodyPr anchorCtr="0" anchor="t" bIns="45700" lIns="182900" spcFirstLastPara="1" rIns="91450" wrap="square" tIns="0">
            <a:noAutofit/>
          </a:bodyPr>
          <a:lstStyle/>
          <a:p>
            <a:pPr indent="0" lvl="0" marL="0" rtl="0" algn="l">
              <a:lnSpc>
                <a:spcPct val="85000"/>
              </a:lnSpc>
              <a:spcBef>
                <a:spcPts val="0"/>
              </a:spcBef>
              <a:spcAft>
                <a:spcPts val="0"/>
              </a:spcAft>
              <a:buNone/>
            </a:pPr>
            <a:r>
              <a:rPr lang="en-US" sz="6600">
                <a:solidFill>
                  <a:schemeClr val="lt1"/>
                </a:solidFill>
              </a:rPr>
              <a:t>FROM BLUEPRINT </a:t>
            </a:r>
            <a:endParaRPr sz="6600">
              <a:solidFill>
                <a:schemeClr val="lt1"/>
              </a:solidFill>
            </a:endParaRPr>
          </a:p>
          <a:p>
            <a:pPr indent="0" lvl="0" marL="0" rtl="0" algn="l">
              <a:lnSpc>
                <a:spcPct val="85000"/>
              </a:lnSpc>
              <a:spcBef>
                <a:spcPts val="0"/>
              </a:spcBef>
              <a:spcAft>
                <a:spcPts val="0"/>
              </a:spcAft>
              <a:buNone/>
            </a:pPr>
            <a:r>
              <a:rPr lang="en-US" sz="6600"/>
              <a:t>TO BUSINESS IMPACT</a:t>
            </a:r>
            <a:endParaRPr sz="1400"/>
          </a:p>
        </p:txBody>
      </p:sp>
      <p:grpSp>
        <p:nvGrpSpPr>
          <p:cNvPr id="613" name="Google Shape;613;p71"/>
          <p:cNvGrpSpPr/>
          <p:nvPr/>
        </p:nvGrpSpPr>
        <p:grpSpPr>
          <a:xfrm>
            <a:off x="851354" y="1514398"/>
            <a:ext cx="7251413" cy="1381236"/>
            <a:chOff x="4714874" y="4067495"/>
            <a:chExt cx="8797056" cy="1675647"/>
          </a:xfrm>
        </p:grpSpPr>
        <p:sp>
          <p:nvSpPr>
            <p:cNvPr id="614" name="Google Shape;614;p71"/>
            <p:cNvSpPr/>
            <p:nvPr/>
          </p:nvSpPr>
          <p:spPr>
            <a:xfrm>
              <a:off x="4714874" y="4067495"/>
              <a:ext cx="1652517" cy="1607906"/>
            </a:xfrm>
            <a:custGeom>
              <a:rect b="b" l="l" r="r" t="t"/>
              <a:pathLst>
                <a:path extrusionOk="0" h="1071937" w="1101678">
                  <a:moveTo>
                    <a:pt x="367917" y="555563"/>
                  </a:moveTo>
                  <a:cubicBezTo>
                    <a:pt x="370248" y="548445"/>
                    <a:pt x="371218" y="541120"/>
                    <a:pt x="371043" y="533879"/>
                  </a:cubicBezTo>
                  <a:cubicBezTo>
                    <a:pt x="370773" y="528640"/>
                    <a:pt x="370073" y="523402"/>
                    <a:pt x="368538" y="518164"/>
                  </a:cubicBezTo>
                  <a:cubicBezTo>
                    <a:pt x="363917" y="501887"/>
                    <a:pt x="352964" y="487360"/>
                    <a:pt x="336555" y="478200"/>
                  </a:cubicBezTo>
                  <a:lnTo>
                    <a:pt x="103160" y="347680"/>
                  </a:lnTo>
                  <a:cubicBezTo>
                    <a:pt x="70214" y="329315"/>
                    <a:pt x="28209" y="340231"/>
                    <a:pt x="9294" y="372091"/>
                  </a:cubicBezTo>
                  <a:cubicBezTo>
                    <a:pt x="-9796" y="403912"/>
                    <a:pt x="1467" y="444546"/>
                    <a:pt x="34413" y="462957"/>
                  </a:cubicBezTo>
                  <a:lnTo>
                    <a:pt x="164836" y="536012"/>
                  </a:lnTo>
                  <a:lnTo>
                    <a:pt x="34413" y="608853"/>
                  </a:lnTo>
                  <a:cubicBezTo>
                    <a:pt x="1467" y="627302"/>
                    <a:pt x="-9756" y="667935"/>
                    <a:pt x="9294" y="699888"/>
                  </a:cubicBezTo>
                  <a:cubicBezTo>
                    <a:pt x="28209" y="731663"/>
                    <a:pt x="70214" y="742532"/>
                    <a:pt x="103160" y="724168"/>
                  </a:cubicBezTo>
                  <a:lnTo>
                    <a:pt x="336555" y="593562"/>
                  </a:lnTo>
                  <a:cubicBezTo>
                    <a:pt x="352304" y="584788"/>
                    <a:pt x="362994" y="571023"/>
                    <a:pt x="367917" y="555563"/>
                  </a:cubicBezTo>
                  <a:close/>
                  <a:moveTo>
                    <a:pt x="431256" y="677859"/>
                  </a:moveTo>
                  <a:cubicBezTo>
                    <a:pt x="417845" y="676750"/>
                    <a:pt x="403902" y="679477"/>
                    <a:pt x="391366" y="686548"/>
                  </a:cubicBezTo>
                  <a:lnTo>
                    <a:pt x="157796" y="816984"/>
                  </a:lnTo>
                  <a:cubicBezTo>
                    <a:pt x="124938" y="835388"/>
                    <a:pt x="113715" y="876236"/>
                    <a:pt x="132677" y="908105"/>
                  </a:cubicBezTo>
                  <a:cubicBezTo>
                    <a:pt x="151728" y="939888"/>
                    <a:pt x="193693" y="950837"/>
                    <a:pt x="226503" y="932346"/>
                  </a:cubicBezTo>
                  <a:lnTo>
                    <a:pt x="357363" y="859244"/>
                  </a:lnTo>
                  <a:lnTo>
                    <a:pt x="357363" y="1005315"/>
                  </a:lnTo>
                  <a:cubicBezTo>
                    <a:pt x="357363" y="1042127"/>
                    <a:pt x="388105" y="1071937"/>
                    <a:pt x="426157" y="1071937"/>
                  </a:cubicBezTo>
                  <a:cubicBezTo>
                    <a:pt x="464027" y="1071937"/>
                    <a:pt x="494865" y="1042127"/>
                    <a:pt x="494865" y="1005315"/>
                  </a:cubicBezTo>
                  <a:lnTo>
                    <a:pt x="494865" y="744183"/>
                  </a:lnTo>
                  <a:cubicBezTo>
                    <a:pt x="494865" y="709126"/>
                    <a:pt x="466803" y="680324"/>
                    <a:pt x="431256" y="677859"/>
                  </a:cubicBezTo>
                  <a:close/>
                  <a:moveTo>
                    <a:pt x="670463" y="394074"/>
                  </a:moveTo>
                  <a:cubicBezTo>
                    <a:pt x="683833" y="395137"/>
                    <a:pt x="697736" y="392371"/>
                    <a:pt x="710272" y="385385"/>
                  </a:cubicBezTo>
                  <a:lnTo>
                    <a:pt x="943795" y="254825"/>
                  </a:lnTo>
                  <a:cubicBezTo>
                    <a:pt x="976699" y="236415"/>
                    <a:pt x="987864" y="195735"/>
                    <a:pt x="968949" y="163790"/>
                  </a:cubicBezTo>
                  <a:cubicBezTo>
                    <a:pt x="949999" y="131970"/>
                    <a:pt x="907994" y="121062"/>
                    <a:pt x="875128" y="139464"/>
                  </a:cubicBezTo>
                  <a:lnTo>
                    <a:pt x="744363" y="212652"/>
                  </a:lnTo>
                  <a:lnTo>
                    <a:pt x="744363" y="66531"/>
                  </a:lnTo>
                  <a:cubicBezTo>
                    <a:pt x="744363" y="29819"/>
                    <a:pt x="713613" y="0"/>
                    <a:pt x="675568" y="0"/>
                  </a:cubicBezTo>
                  <a:cubicBezTo>
                    <a:pt x="637516" y="0"/>
                    <a:pt x="606853" y="29819"/>
                    <a:pt x="606853" y="66531"/>
                  </a:cubicBezTo>
                  <a:lnTo>
                    <a:pt x="606853" y="327666"/>
                  </a:lnTo>
                  <a:cubicBezTo>
                    <a:pt x="606853" y="362684"/>
                    <a:pt x="634837" y="391524"/>
                    <a:pt x="670463" y="394074"/>
                  </a:cubicBezTo>
                  <a:close/>
                  <a:moveTo>
                    <a:pt x="157796" y="254825"/>
                  </a:moveTo>
                  <a:lnTo>
                    <a:pt x="391366" y="385385"/>
                  </a:lnTo>
                  <a:cubicBezTo>
                    <a:pt x="403902" y="392371"/>
                    <a:pt x="417845" y="395137"/>
                    <a:pt x="431256" y="394074"/>
                  </a:cubicBezTo>
                  <a:cubicBezTo>
                    <a:pt x="466803" y="391524"/>
                    <a:pt x="494865" y="362684"/>
                    <a:pt x="494865" y="327666"/>
                  </a:cubicBezTo>
                  <a:lnTo>
                    <a:pt x="494865" y="66531"/>
                  </a:lnTo>
                  <a:cubicBezTo>
                    <a:pt x="494865" y="29819"/>
                    <a:pt x="464027" y="0"/>
                    <a:pt x="426157" y="0"/>
                  </a:cubicBezTo>
                  <a:cubicBezTo>
                    <a:pt x="388105" y="0"/>
                    <a:pt x="357363" y="29819"/>
                    <a:pt x="357363" y="66531"/>
                  </a:cubicBezTo>
                  <a:lnTo>
                    <a:pt x="357363" y="212652"/>
                  </a:lnTo>
                  <a:lnTo>
                    <a:pt x="226503" y="139464"/>
                  </a:lnTo>
                  <a:cubicBezTo>
                    <a:pt x="193693" y="121062"/>
                    <a:pt x="151728" y="131970"/>
                    <a:pt x="132677" y="163790"/>
                  </a:cubicBezTo>
                  <a:cubicBezTo>
                    <a:pt x="113715" y="195735"/>
                    <a:pt x="124938" y="236415"/>
                    <a:pt x="157796" y="254825"/>
                  </a:cubicBezTo>
                  <a:close/>
                  <a:moveTo>
                    <a:pt x="596728" y="535467"/>
                  </a:moveTo>
                  <a:cubicBezTo>
                    <a:pt x="596728" y="531677"/>
                    <a:pt x="594357" y="526392"/>
                    <a:pt x="591589" y="523581"/>
                  </a:cubicBezTo>
                  <a:lnTo>
                    <a:pt x="563480" y="496489"/>
                  </a:lnTo>
                  <a:cubicBezTo>
                    <a:pt x="560712" y="493809"/>
                    <a:pt x="555255" y="491589"/>
                    <a:pt x="551334" y="491589"/>
                  </a:cubicBezTo>
                  <a:lnTo>
                    <a:pt x="550236" y="491589"/>
                  </a:lnTo>
                  <a:cubicBezTo>
                    <a:pt x="546322" y="491589"/>
                    <a:pt x="540874" y="493809"/>
                    <a:pt x="538146" y="496489"/>
                  </a:cubicBezTo>
                  <a:lnTo>
                    <a:pt x="510036" y="523581"/>
                  </a:lnTo>
                  <a:cubicBezTo>
                    <a:pt x="507221" y="526392"/>
                    <a:pt x="505065" y="531677"/>
                    <a:pt x="505065" y="535467"/>
                  </a:cubicBezTo>
                  <a:lnTo>
                    <a:pt x="505065" y="536530"/>
                  </a:lnTo>
                  <a:cubicBezTo>
                    <a:pt x="505065" y="540281"/>
                    <a:pt x="507221" y="545519"/>
                    <a:pt x="510036" y="548246"/>
                  </a:cubicBezTo>
                  <a:lnTo>
                    <a:pt x="538146" y="575422"/>
                  </a:lnTo>
                  <a:cubicBezTo>
                    <a:pt x="540914" y="578103"/>
                    <a:pt x="546322" y="580322"/>
                    <a:pt x="550236" y="580322"/>
                  </a:cubicBezTo>
                  <a:lnTo>
                    <a:pt x="551334" y="580322"/>
                  </a:lnTo>
                  <a:cubicBezTo>
                    <a:pt x="555255" y="580322"/>
                    <a:pt x="560712" y="578103"/>
                    <a:pt x="563480" y="575422"/>
                  </a:cubicBezTo>
                  <a:lnTo>
                    <a:pt x="591589" y="548246"/>
                  </a:lnTo>
                  <a:cubicBezTo>
                    <a:pt x="594357" y="545519"/>
                    <a:pt x="596728" y="540281"/>
                    <a:pt x="596728" y="536530"/>
                  </a:cubicBezTo>
                  <a:lnTo>
                    <a:pt x="596728" y="535467"/>
                  </a:lnTo>
                  <a:close/>
                  <a:moveTo>
                    <a:pt x="674333" y="561526"/>
                  </a:moveTo>
                  <a:lnTo>
                    <a:pt x="577254" y="655418"/>
                  </a:lnTo>
                  <a:cubicBezTo>
                    <a:pt x="574478" y="658184"/>
                    <a:pt x="569117" y="660441"/>
                    <a:pt x="565069" y="660441"/>
                  </a:cubicBezTo>
                  <a:lnTo>
                    <a:pt x="558029" y="660441"/>
                  </a:lnTo>
                  <a:lnTo>
                    <a:pt x="543688" y="660441"/>
                  </a:lnTo>
                  <a:lnTo>
                    <a:pt x="536522" y="660441"/>
                  </a:lnTo>
                  <a:cubicBezTo>
                    <a:pt x="532600" y="660441"/>
                    <a:pt x="527152" y="658184"/>
                    <a:pt x="524336" y="655418"/>
                  </a:cubicBezTo>
                  <a:lnTo>
                    <a:pt x="427304" y="561526"/>
                  </a:lnTo>
                  <a:cubicBezTo>
                    <a:pt x="424528" y="558883"/>
                    <a:pt x="422286" y="553561"/>
                    <a:pt x="422286" y="549817"/>
                  </a:cubicBezTo>
                  <a:lnTo>
                    <a:pt x="422286" y="542869"/>
                  </a:lnTo>
                  <a:lnTo>
                    <a:pt x="422286" y="528980"/>
                  </a:lnTo>
                  <a:lnTo>
                    <a:pt x="422286" y="522124"/>
                  </a:lnTo>
                  <a:cubicBezTo>
                    <a:pt x="422286" y="518289"/>
                    <a:pt x="424528" y="512965"/>
                    <a:pt x="427304" y="510285"/>
                  </a:cubicBezTo>
                  <a:lnTo>
                    <a:pt x="524336" y="416392"/>
                  </a:lnTo>
                  <a:cubicBezTo>
                    <a:pt x="527152" y="413627"/>
                    <a:pt x="532600" y="411454"/>
                    <a:pt x="536522" y="411454"/>
                  </a:cubicBezTo>
                  <a:lnTo>
                    <a:pt x="543688" y="411454"/>
                  </a:lnTo>
                  <a:lnTo>
                    <a:pt x="558029" y="411454"/>
                  </a:lnTo>
                  <a:lnTo>
                    <a:pt x="565069" y="411454"/>
                  </a:lnTo>
                  <a:cubicBezTo>
                    <a:pt x="569030" y="411454"/>
                    <a:pt x="574478" y="413627"/>
                    <a:pt x="577254" y="416392"/>
                  </a:cubicBezTo>
                  <a:lnTo>
                    <a:pt x="674333" y="510285"/>
                  </a:lnTo>
                  <a:cubicBezTo>
                    <a:pt x="677101" y="512965"/>
                    <a:pt x="679345" y="518289"/>
                    <a:pt x="679345" y="522124"/>
                  </a:cubicBezTo>
                  <a:lnTo>
                    <a:pt x="679345" y="528980"/>
                  </a:lnTo>
                  <a:lnTo>
                    <a:pt x="679345" y="542869"/>
                  </a:lnTo>
                  <a:lnTo>
                    <a:pt x="679345" y="549817"/>
                  </a:lnTo>
                  <a:cubicBezTo>
                    <a:pt x="679345" y="553561"/>
                    <a:pt x="677101" y="558883"/>
                    <a:pt x="674333" y="561526"/>
                  </a:cubicBezTo>
                  <a:close/>
                  <a:moveTo>
                    <a:pt x="943795" y="816984"/>
                  </a:moveTo>
                  <a:lnTo>
                    <a:pt x="710272" y="686548"/>
                  </a:lnTo>
                  <a:cubicBezTo>
                    <a:pt x="697736" y="679477"/>
                    <a:pt x="683833" y="676750"/>
                    <a:pt x="670463" y="677859"/>
                  </a:cubicBezTo>
                  <a:cubicBezTo>
                    <a:pt x="634837" y="680324"/>
                    <a:pt x="606853" y="709126"/>
                    <a:pt x="606853" y="744183"/>
                  </a:cubicBezTo>
                  <a:lnTo>
                    <a:pt x="606853" y="1005315"/>
                  </a:lnTo>
                  <a:cubicBezTo>
                    <a:pt x="606853" y="1042127"/>
                    <a:pt x="637516" y="1071937"/>
                    <a:pt x="675568" y="1071937"/>
                  </a:cubicBezTo>
                  <a:cubicBezTo>
                    <a:pt x="713613" y="1071937"/>
                    <a:pt x="744363" y="1042127"/>
                    <a:pt x="744363" y="1005315"/>
                  </a:cubicBezTo>
                  <a:lnTo>
                    <a:pt x="744363" y="859244"/>
                  </a:lnTo>
                  <a:lnTo>
                    <a:pt x="875128" y="932346"/>
                  </a:lnTo>
                  <a:cubicBezTo>
                    <a:pt x="907985" y="950837"/>
                    <a:pt x="949999" y="939888"/>
                    <a:pt x="968949" y="908105"/>
                  </a:cubicBezTo>
                  <a:cubicBezTo>
                    <a:pt x="987864" y="876236"/>
                    <a:pt x="976699" y="835388"/>
                    <a:pt x="943795" y="816984"/>
                  </a:cubicBezTo>
                  <a:close/>
                  <a:moveTo>
                    <a:pt x="1067260" y="462957"/>
                  </a:moveTo>
                  <a:lnTo>
                    <a:pt x="936834" y="536012"/>
                  </a:lnTo>
                  <a:lnTo>
                    <a:pt x="1067260" y="608853"/>
                  </a:lnTo>
                  <a:cubicBezTo>
                    <a:pt x="1100201" y="627302"/>
                    <a:pt x="1111461" y="667935"/>
                    <a:pt x="1092413" y="699888"/>
                  </a:cubicBezTo>
                  <a:cubicBezTo>
                    <a:pt x="1073413" y="731663"/>
                    <a:pt x="1031370" y="742532"/>
                    <a:pt x="998553" y="724168"/>
                  </a:cubicBezTo>
                  <a:lnTo>
                    <a:pt x="764979" y="593562"/>
                  </a:lnTo>
                  <a:cubicBezTo>
                    <a:pt x="749404" y="584788"/>
                    <a:pt x="738587" y="571023"/>
                    <a:pt x="733791" y="555563"/>
                  </a:cubicBezTo>
                  <a:cubicBezTo>
                    <a:pt x="731508" y="548445"/>
                    <a:pt x="730450" y="541120"/>
                    <a:pt x="730713" y="533879"/>
                  </a:cubicBezTo>
                  <a:cubicBezTo>
                    <a:pt x="730848" y="528640"/>
                    <a:pt x="731635" y="523402"/>
                    <a:pt x="733130" y="518164"/>
                  </a:cubicBezTo>
                  <a:cubicBezTo>
                    <a:pt x="737800" y="501887"/>
                    <a:pt x="748753" y="487367"/>
                    <a:pt x="764979" y="478200"/>
                  </a:cubicBezTo>
                  <a:lnTo>
                    <a:pt x="998553" y="347680"/>
                  </a:lnTo>
                  <a:cubicBezTo>
                    <a:pt x="1031370" y="329315"/>
                    <a:pt x="1073413" y="340231"/>
                    <a:pt x="1092413" y="372091"/>
                  </a:cubicBezTo>
                  <a:cubicBezTo>
                    <a:pt x="1111461" y="403912"/>
                    <a:pt x="1100201" y="444546"/>
                    <a:pt x="1067260" y="462957"/>
                  </a:cubicBezTo>
                  <a:close/>
                </a:path>
              </a:pathLst>
            </a:custGeom>
            <a:solidFill>
              <a:srgbClr val="FFFFFF"/>
            </a:solidFill>
            <a:ln>
              <a:noFill/>
            </a:ln>
          </p:spPr>
          <p:txBody>
            <a:bodyPr anchorCtr="0" anchor="t" bIns="56450" lIns="112975" spcFirstLastPara="1" rIns="112975" wrap="square" tIns="56450">
              <a:noAutofit/>
            </a:bodyPr>
            <a:lstStyle/>
            <a:p>
              <a:pPr indent="0" lvl="0" marL="0" marR="0" rtl="0" algn="l">
                <a:spcBef>
                  <a:spcPts val="0"/>
                </a:spcBef>
                <a:spcAft>
                  <a:spcPts val="0"/>
                </a:spcAft>
                <a:buNone/>
              </a:pPr>
              <a:r>
                <a:t/>
              </a:r>
              <a:endParaRPr sz="2225">
                <a:solidFill>
                  <a:srgbClr val="252525"/>
                </a:solidFill>
                <a:latin typeface="Arial"/>
                <a:ea typeface="Arial"/>
                <a:cs typeface="Arial"/>
                <a:sym typeface="Arial"/>
              </a:endParaRPr>
            </a:p>
          </p:txBody>
        </p:sp>
        <p:sp>
          <p:nvSpPr>
            <p:cNvPr id="615" name="Google Shape;615;p71"/>
            <p:cNvSpPr/>
            <p:nvPr/>
          </p:nvSpPr>
          <p:spPr>
            <a:xfrm>
              <a:off x="6865060" y="4094534"/>
              <a:ext cx="6227805" cy="723565"/>
            </a:xfrm>
            <a:custGeom>
              <a:rect b="b" l="l" r="r" t="t"/>
              <a:pathLst>
                <a:path extrusionOk="0" h="482377" w="4151870">
                  <a:moveTo>
                    <a:pt x="0" y="420061"/>
                  </a:moveTo>
                  <a:lnTo>
                    <a:pt x="60919" y="334664"/>
                  </a:lnTo>
                  <a:cubicBezTo>
                    <a:pt x="60919" y="334664"/>
                    <a:pt x="127239" y="379286"/>
                    <a:pt x="189699" y="379286"/>
                  </a:cubicBezTo>
                  <a:cubicBezTo>
                    <a:pt x="224399" y="379286"/>
                    <a:pt x="240594" y="363900"/>
                    <a:pt x="240594" y="340819"/>
                  </a:cubicBezTo>
                  <a:cubicBezTo>
                    <a:pt x="240594" y="316969"/>
                    <a:pt x="225940" y="304660"/>
                    <a:pt x="161170" y="285426"/>
                  </a:cubicBezTo>
                  <a:cubicBezTo>
                    <a:pt x="64010" y="256961"/>
                    <a:pt x="8483" y="219263"/>
                    <a:pt x="8483" y="143098"/>
                  </a:cubicBezTo>
                  <a:cubicBezTo>
                    <a:pt x="8483" y="59240"/>
                    <a:pt x="65550" y="0"/>
                    <a:pt x="187388" y="0"/>
                  </a:cubicBezTo>
                  <a:cubicBezTo>
                    <a:pt x="313077" y="0"/>
                    <a:pt x="361662" y="49238"/>
                    <a:pt x="361662" y="49238"/>
                  </a:cubicBezTo>
                  <a:lnTo>
                    <a:pt x="301513" y="140021"/>
                  </a:lnTo>
                  <a:cubicBezTo>
                    <a:pt x="301513" y="140021"/>
                    <a:pt x="252928" y="101554"/>
                    <a:pt x="187388" y="101554"/>
                  </a:cubicBezTo>
                  <a:cubicBezTo>
                    <a:pt x="149597" y="101554"/>
                    <a:pt x="137263" y="116172"/>
                    <a:pt x="137263" y="135405"/>
                  </a:cubicBezTo>
                  <a:cubicBezTo>
                    <a:pt x="137263" y="158485"/>
                    <a:pt x="157309" y="167717"/>
                    <a:pt x="210515" y="183104"/>
                  </a:cubicBezTo>
                  <a:cubicBezTo>
                    <a:pt x="313077" y="211570"/>
                    <a:pt x="371685" y="251575"/>
                    <a:pt x="371685" y="328510"/>
                  </a:cubicBezTo>
                  <a:cubicBezTo>
                    <a:pt x="371685" y="412368"/>
                    <a:pt x="315388" y="481609"/>
                    <a:pt x="193550" y="481609"/>
                  </a:cubicBezTo>
                  <a:cubicBezTo>
                    <a:pt x="65550" y="481609"/>
                    <a:pt x="0" y="420061"/>
                    <a:pt x="0" y="420061"/>
                  </a:cubicBezTo>
                  <a:close/>
                  <a:moveTo>
                    <a:pt x="859968" y="10002"/>
                  </a:moveTo>
                  <a:lnTo>
                    <a:pt x="859968" y="471607"/>
                  </a:lnTo>
                  <a:lnTo>
                    <a:pt x="773602" y="471607"/>
                  </a:lnTo>
                  <a:lnTo>
                    <a:pt x="551513" y="202337"/>
                  </a:lnTo>
                  <a:lnTo>
                    <a:pt x="551513" y="471607"/>
                  </a:lnTo>
                  <a:lnTo>
                    <a:pt x="440468" y="471607"/>
                  </a:lnTo>
                  <a:lnTo>
                    <a:pt x="440468" y="10002"/>
                  </a:lnTo>
                  <a:lnTo>
                    <a:pt x="526835" y="10002"/>
                  </a:lnTo>
                  <a:lnTo>
                    <a:pt x="748924" y="274656"/>
                  </a:lnTo>
                  <a:lnTo>
                    <a:pt x="748924" y="10002"/>
                  </a:lnTo>
                  <a:lnTo>
                    <a:pt x="859968" y="10002"/>
                  </a:lnTo>
                  <a:close/>
                  <a:moveTo>
                    <a:pt x="1166075" y="482378"/>
                  </a:moveTo>
                  <a:cubicBezTo>
                    <a:pt x="1026501" y="482378"/>
                    <a:pt x="929341" y="373131"/>
                    <a:pt x="929341" y="240805"/>
                  </a:cubicBezTo>
                  <a:cubicBezTo>
                    <a:pt x="929341" y="108478"/>
                    <a:pt x="1026501" y="0"/>
                    <a:pt x="1166075" y="0"/>
                  </a:cubicBezTo>
                  <a:cubicBezTo>
                    <a:pt x="1307198" y="0"/>
                    <a:pt x="1404358" y="108478"/>
                    <a:pt x="1404358" y="240805"/>
                  </a:cubicBezTo>
                  <a:cubicBezTo>
                    <a:pt x="1404358" y="373131"/>
                    <a:pt x="1307198" y="482378"/>
                    <a:pt x="1166075" y="482378"/>
                  </a:cubicBezTo>
                  <a:close/>
                  <a:moveTo>
                    <a:pt x="1166075" y="373901"/>
                  </a:moveTo>
                  <a:cubicBezTo>
                    <a:pt x="1234706" y="373901"/>
                    <a:pt x="1288692" y="320816"/>
                    <a:pt x="1288692" y="240805"/>
                  </a:cubicBezTo>
                  <a:cubicBezTo>
                    <a:pt x="1288692" y="160793"/>
                    <a:pt x="1234706" y="107709"/>
                    <a:pt x="1166075" y="107709"/>
                  </a:cubicBezTo>
                  <a:cubicBezTo>
                    <a:pt x="1098994" y="107709"/>
                    <a:pt x="1045007" y="160793"/>
                    <a:pt x="1045007" y="240805"/>
                  </a:cubicBezTo>
                  <a:cubicBezTo>
                    <a:pt x="1045007" y="320816"/>
                    <a:pt x="1098994" y="373901"/>
                    <a:pt x="1166075" y="373901"/>
                  </a:cubicBezTo>
                  <a:close/>
                  <a:moveTo>
                    <a:pt x="1801662" y="471607"/>
                  </a:moveTo>
                  <a:lnTo>
                    <a:pt x="1720697" y="212339"/>
                  </a:lnTo>
                  <a:lnTo>
                    <a:pt x="1643584" y="471607"/>
                  </a:lnTo>
                  <a:lnTo>
                    <a:pt x="1557217" y="471607"/>
                  </a:lnTo>
                  <a:lnTo>
                    <a:pt x="1422265" y="10002"/>
                  </a:lnTo>
                  <a:lnTo>
                    <a:pt x="1544873" y="10002"/>
                  </a:lnTo>
                  <a:lnTo>
                    <a:pt x="1603481" y="254653"/>
                  </a:lnTo>
                  <a:lnTo>
                    <a:pt x="1679054" y="10002"/>
                  </a:lnTo>
                  <a:lnTo>
                    <a:pt x="1762331" y="10002"/>
                  </a:lnTo>
                  <a:lnTo>
                    <a:pt x="1839444" y="256191"/>
                  </a:lnTo>
                  <a:lnTo>
                    <a:pt x="1899593" y="10002"/>
                  </a:lnTo>
                  <a:lnTo>
                    <a:pt x="2022971" y="10002"/>
                  </a:lnTo>
                  <a:lnTo>
                    <a:pt x="1888029" y="471607"/>
                  </a:lnTo>
                  <a:lnTo>
                    <a:pt x="1801662" y="471607"/>
                  </a:lnTo>
                  <a:close/>
                  <a:moveTo>
                    <a:pt x="2378329" y="194644"/>
                  </a:moveTo>
                  <a:lnTo>
                    <a:pt x="2378329" y="282349"/>
                  </a:lnTo>
                  <a:lnTo>
                    <a:pt x="2190180" y="282349"/>
                  </a:lnTo>
                  <a:lnTo>
                    <a:pt x="2190180" y="471607"/>
                  </a:lnTo>
                  <a:lnTo>
                    <a:pt x="2078365" y="471607"/>
                  </a:lnTo>
                  <a:lnTo>
                    <a:pt x="2078365" y="10002"/>
                  </a:lnTo>
                  <a:lnTo>
                    <a:pt x="2417660" y="10002"/>
                  </a:lnTo>
                  <a:lnTo>
                    <a:pt x="2417660" y="106170"/>
                  </a:lnTo>
                  <a:lnTo>
                    <a:pt x="2190180" y="106170"/>
                  </a:lnTo>
                  <a:lnTo>
                    <a:pt x="2190180" y="194644"/>
                  </a:lnTo>
                  <a:lnTo>
                    <a:pt x="2378329" y="194644"/>
                  </a:lnTo>
                  <a:close/>
                  <a:moveTo>
                    <a:pt x="2811018" y="471607"/>
                  </a:moveTo>
                  <a:lnTo>
                    <a:pt x="2492539" y="471607"/>
                  </a:lnTo>
                  <a:lnTo>
                    <a:pt x="2492539" y="10002"/>
                  </a:lnTo>
                  <a:lnTo>
                    <a:pt x="2604354" y="10002"/>
                  </a:lnTo>
                  <a:lnTo>
                    <a:pt x="2604354" y="375439"/>
                  </a:lnTo>
                  <a:lnTo>
                    <a:pt x="2811018" y="375439"/>
                  </a:lnTo>
                  <a:lnTo>
                    <a:pt x="2811018" y="471607"/>
                  </a:lnTo>
                  <a:close/>
                  <a:moveTo>
                    <a:pt x="3123287" y="10002"/>
                  </a:moveTo>
                  <a:lnTo>
                    <a:pt x="3299881" y="471607"/>
                  </a:lnTo>
                  <a:lnTo>
                    <a:pt x="3179584" y="471607"/>
                  </a:lnTo>
                  <a:lnTo>
                    <a:pt x="3151055" y="388518"/>
                  </a:lnTo>
                  <a:lnTo>
                    <a:pt x="2973690" y="388518"/>
                  </a:lnTo>
                  <a:lnTo>
                    <a:pt x="2945161" y="471607"/>
                  </a:lnTo>
                  <a:lnTo>
                    <a:pt x="2824864" y="471607"/>
                  </a:lnTo>
                  <a:lnTo>
                    <a:pt x="3001449" y="10002"/>
                  </a:lnTo>
                  <a:lnTo>
                    <a:pt x="3123287" y="10002"/>
                  </a:lnTo>
                  <a:close/>
                  <a:moveTo>
                    <a:pt x="3062368" y="130020"/>
                  </a:moveTo>
                  <a:lnTo>
                    <a:pt x="3003769" y="300813"/>
                  </a:lnTo>
                  <a:lnTo>
                    <a:pt x="3120976" y="300813"/>
                  </a:lnTo>
                  <a:lnTo>
                    <a:pt x="3062368" y="130020"/>
                  </a:lnTo>
                  <a:close/>
                  <a:moveTo>
                    <a:pt x="3452293" y="10002"/>
                  </a:moveTo>
                  <a:lnTo>
                    <a:pt x="3452293" y="203107"/>
                  </a:lnTo>
                  <a:lnTo>
                    <a:pt x="3627346" y="10002"/>
                  </a:lnTo>
                  <a:lnTo>
                    <a:pt x="3763829" y="10002"/>
                  </a:lnTo>
                  <a:lnTo>
                    <a:pt x="3763829" y="20004"/>
                  </a:lnTo>
                  <a:lnTo>
                    <a:pt x="3593416" y="207723"/>
                  </a:lnTo>
                  <a:lnTo>
                    <a:pt x="3763829" y="460837"/>
                  </a:lnTo>
                  <a:lnTo>
                    <a:pt x="3763829" y="471607"/>
                  </a:lnTo>
                  <a:lnTo>
                    <a:pt x="3637370" y="471607"/>
                  </a:lnTo>
                  <a:lnTo>
                    <a:pt x="3517072" y="291581"/>
                  </a:lnTo>
                  <a:lnTo>
                    <a:pt x="3452293" y="363900"/>
                  </a:lnTo>
                  <a:lnTo>
                    <a:pt x="3452293" y="471607"/>
                  </a:lnTo>
                  <a:lnTo>
                    <a:pt x="3340488" y="471607"/>
                  </a:lnTo>
                  <a:lnTo>
                    <a:pt x="3340488" y="10002"/>
                  </a:lnTo>
                  <a:lnTo>
                    <a:pt x="3452293" y="10002"/>
                  </a:lnTo>
                  <a:close/>
                  <a:moveTo>
                    <a:pt x="4115630" y="193874"/>
                  </a:moveTo>
                  <a:lnTo>
                    <a:pt x="4115630" y="281580"/>
                  </a:lnTo>
                  <a:lnTo>
                    <a:pt x="3927471" y="281580"/>
                  </a:lnTo>
                  <a:lnTo>
                    <a:pt x="3927471" y="375439"/>
                  </a:lnTo>
                  <a:lnTo>
                    <a:pt x="4151871" y="375439"/>
                  </a:lnTo>
                  <a:lnTo>
                    <a:pt x="4151871" y="471607"/>
                  </a:lnTo>
                  <a:lnTo>
                    <a:pt x="3815657" y="471607"/>
                  </a:lnTo>
                  <a:lnTo>
                    <a:pt x="3815657" y="10002"/>
                  </a:lnTo>
                  <a:lnTo>
                    <a:pt x="4151871" y="10002"/>
                  </a:lnTo>
                  <a:lnTo>
                    <a:pt x="4151871" y="106170"/>
                  </a:lnTo>
                  <a:lnTo>
                    <a:pt x="3927471" y="106170"/>
                  </a:lnTo>
                  <a:lnTo>
                    <a:pt x="3927471" y="193874"/>
                  </a:lnTo>
                  <a:lnTo>
                    <a:pt x="4115630" y="193874"/>
                  </a:lnTo>
                  <a:close/>
                </a:path>
              </a:pathLst>
            </a:custGeom>
            <a:solidFill>
              <a:srgbClr val="FFFFFF"/>
            </a:solidFill>
            <a:ln>
              <a:noFill/>
            </a:ln>
          </p:spPr>
          <p:txBody>
            <a:bodyPr anchorCtr="0" anchor="t" bIns="56450" lIns="112975" spcFirstLastPara="1" rIns="112975" wrap="square" tIns="56450">
              <a:noAutofit/>
            </a:bodyPr>
            <a:lstStyle/>
            <a:p>
              <a:pPr indent="0" lvl="0" marL="0" marR="0" rtl="0" algn="l">
                <a:spcBef>
                  <a:spcPts val="0"/>
                </a:spcBef>
                <a:spcAft>
                  <a:spcPts val="0"/>
                </a:spcAft>
                <a:buNone/>
              </a:pPr>
              <a:r>
                <a:t/>
              </a:r>
              <a:endParaRPr sz="2225">
                <a:solidFill>
                  <a:srgbClr val="252525"/>
                </a:solidFill>
                <a:latin typeface="Arial"/>
                <a:ea typeface="Arial"/>
                <a:cs typeface="Arial"/>
                <a:sym typeface="Arial"/>
              </a:endParaRPr>
            </a:p>
          </p:txBody>
        </p:sp>
        <p:sp>
          <p:nvSpPr>
            <p:cNvPr id="616" name="Google Shape;616;p71"/>
            <p:cNvSpPr/>
            <p:nvPr/>
          </p:nvSpPr>
          <p:spPr>
            <a:xfrm>
              <a:off x="6848871" y="5019579"/>
              <a:ext cx="6663058" cy="723563"/>
            </a:xfrm>
            <a:custGeom>
              <a:rect b="b" l="l" r="r" t="t"/>
              <a:pathLst>
                <a:path extrusionOk="0" h="482375" w="4442039">
                  <a:moveTo>
                    <a:pt x="379397" y="471607"/>
                  </a:moveTo>
                  <a:lnTo>
                    <a:pt x="298423" y="212339"/>
                  </a:lnTo>
                  <a:lnTo>
                    <a:pt x="221309" y="471607"/>
                  </a:lnTo>
                  <a:lnTo>
                    <a:pt x="134942" y="471607"/>
                  </a:lnTo>
                  <a:lnTo>
                    <a:pt x="0" y="10002"/>
                  </a:lnTo>
                  <a:lnTo>
                    <a:pt x="122608" y="10002"/>
                  </a:lnTo>
                  <a:lnTo>
                    <a:pt x="181216" y="254653"/>
                  </a:lnTo>
                  <a:lnTo>
                    <a:pt x="256780" y="10002"/>
                  </a:lnTo>
                  <a:lnTo>
                    <a:pt x="340065" y="10002"/>
                  </a:lnTo>
                  <a:lnTo>
                    <a:pt x="417179" y="256190"/>
                  </a:lnTo>
                  <a:lnTo>
                    <a:pt x="477328" y="10002"/>
                  </a:lnTo>
                  <a:lnTo>
                    <a:pt x="600706" y="10002"/>
                  </a:lnTo>
                  <a:lnTo>
                    <a:pt x="465764" y="471607"/>
                  </a:lnTo>
                  <a:lnTo>
                    <a:pt x="379397" y="471607"/>
                  </a:lnTo>
                  <a:close/>
                  <a:moveTo>
                    <a:pt x="855318" y="482376"/>
                  </a:moveTo>
                  <a:cubicBezTo>
                    <a:pt x="715745" y="482376"/>
                    <a:pt x="618584" y="373135"/>
                    <a:pt x="618584" y="240801"/>
                  </a:cubicBezTo>
                  <a:cubicBezTo>
                    <a:pt x="618584" y="108478"/>
                    <a:pt x="715745" y="0"/>
                    <a:pt x="855318" y="0"/>
                  </a:cubicBezTo>
                  <a:cubicBezTo>
                    <a:pt x="996432" y="0"/>
                    <a:pt x="1093592" y="108478"/>
                    <a:pt x="1093592" y="240801"/>
                  </a:cubicBezTo>
                  <a:cubicBezTo>
                    <a:pt x="1093592" y="373135"/>
                    <a:pt x="996432" y="482376"/>
                    <a:pt x="855318" y="482376"/>
                  </a:cubicBezTo>
                  <a:close/>
                  <a:moveTo>
                    <a:pt x="855318" y="373903"/>
                  </a:moveTo>
                  <a:cubicBezTo>
                    <a:pt x="923949" y="373903"/>
                    <a:pt x="977926" y="320820"/>
                    <a:pt x="977926" y="240801"/>
                  </a:cubicBezTo>
                  <a:cubicBezTo>
                    <a:pt x="977926" y="160793"/>
                    <a:pt x="923949" y="107708"/>
                    <a:pt x="855318" y="107708"/>
                  </a:cubicBezTo>
                  <a:cubicBezTo>
                    <a:pt x="788227" y="107708"/>
                    <a:pt x="734251" y="160793"/>
                    <a:pt x="734251" y="240801"/>
                  </a:cubicBezTo>
                  <a:cubicBezTo>
                    <a:pt x="734251" y="320820"/>
                    <a:pt x="788227" y="373903"/>
                    <a:pt x="855318" y="373903"/>
                  </a:cubicBezTo>
                  <a:close/>
                  <a:moveTo>
                    <a:pt x="1162899" y="10002"/>
                  </a:moveTo>
                  <a:lnTo>
                    <a:pt x="1367252" y="10002"/>
                  </a:lnTo>
                  <a:cubicBezTo>
                    <a:pt x="1472894" y="10002"/>
                    <a:pt x="1545377" y="75396"/>
                    <a:pt x="1545377" y="165409"/>
                  </a:cubicBezTo>
                  <a:cubicBezTo>
                    <a:pt x="1545377" y="229264"/>
                    <a:pt x="1512227" y="277737"/>
                    <a:pt x="1459010" y="302348"/>
                  </a:cubicBezTo>
                  <a:lnTo>
                    <a:pt x="1459010" y="310811"/>
                  </a:lnTo>
                  <a:lnTo>
                    <a:pt x="1563113" y="463913"/>
                  </a:lnTo>
                  <a:lnTo>
                    <a:pt x="1563113" y="471607"/>
                  </a:lnTo>
                  <a:lnTo>
                    <a:pt x="1435883" y="471607"/>
                  </a:lnTo>
                  <a:lnTo>
                    <a:pt x="1339493" y="320052"/>
                  </a:lnTo>
                  <a:lnTo>
                    <a:pt x="1274713" y="320052"/>
                  </a:lnTo>
                  <a:lnTo>
                    <a:pt x="1274713" y="471607"/>
                  </a:lnTo>
                  <a:lnTo>
                    <a:pt x="1162899" y="471607"/>
                  </a:lnTo>
                  <a:lnTo>
                    <a:pt x="1162899" y="10002"/>
                  </a:lnTo>
                  <a:close/>
                  <a:moveTo>
                    <a:pt x="1429711" y="165409"/>
                  </a:moveTo>
                  <a:cubicBezTo>
                    <a:pt x="1429711" y="125403"/>
                    <a:pt x="1400412" y="106170"/>
                    <a:pt x="1359539" y="106170"/>
                  </a:cubicBezTo>
                  <a:lnTo>
                    <a:pt x="1274713" y="106170"/>
                  </a:lnTo>
                  <a:lnTo>
                    <a:pt x="1274713" y="225422"/>
                  </a:lnTo>
                  <a:lnTo>
                    <a:pt x="1360310" y="225422"/>
                  </a:lnTo>
                  <a:cubicBezTo>
                    <a:pt x="1399641" y="225422"/>
                    <a:pt x="1429711" y="204646"/>
                    <a:pt x="1429711" y="165409"/>
                  </a:cubicBezTo>
                  <a:close/>
                  <a:moveTo>
                    <a:pt x="1943756" y="471607"/>
                  </a:moveTo>
                  <a:lnTo>
                    <a:pt x="1625277" y="471607"/>
                  </a:lnTo>
                  <a:lnTo>
                    <a:pt x="1625277" y="10002"/>
                  </a:lnTo>
                  <a:lnTo>
                    <a:pt x="1737092" y="10002"/>
                  </a:lnTo>
                  <a:lnTo>
                    <a:pt x="1737092" y="375440"/>
                  </a:lnTo>
                  <a:lnTo>
                    <a:pt x="1943756" y="375440"/>
                  </a:lnTo>
                  <a:lnTo>
                    <a:pt x="1943756" y="471607"/>
                  </a:lnTo>
                  <a:close/>
                  <a:moveTo>
                    <a:pt x="2433380" y="240801"/>
                  </a:moveTo>
                  <a:cubicBezTo>
                    <a:pt x="2433380" y="373135"/>
                    <a:pt x="2339301" y="471607"/>
                    <a:pt x="2190475" y="471607"/>
                  </a:cubicBezTo>
                  <a:lnTo>
                    <a:pt x="2012349" y="471607"/>
                  </a:lnTo>
                  <a:lnTo>
                    <a:pt x="2012349" y="10002"/>
                  </a:lnTo>
                  <a:lnTo>
                    <a:pt x="2190475" y="10002"/>
                  </a:lnTo>
                  <a:cubicBezTo>
                    <a:pt x="2339301" y="10002"/>
                    <a:pt x="2433380" y="108478"/>
                    <a:pt x="2433380" y="240801"/>
                  </a:cubicBezTo>
                  <a:close/>
                  <a:moveTo>
                    <a:pt x="2181992" y="106170"/>
                  </a:moveTo>
                  <a:lnTo>
                    <a:pt x="2124164" y="106170"/>
                  </a:lnTo>
                  <a:lnTo>
                    <a:pt x="2124164" y="375440"/>
                  </a:lnTo>
                  <a:lnTo>
                    <a:pt x="2181992" y="375440"/>
                  </a:lnTo>
                  <a:cubicBezTo>
                    <a:pt x="2256795" y="375440"/>
                    <a:pt x="2317714" y="325431"/>
                    <a:pt x="2317714" y="240801"/>
                  </a:cubicBezTo>
                  <a:cubicBezTo>
                    <a:pt x="2317714" y="151560"/>
                    <a:pt x="2256795" y="106170"/>
                    <a:pt x="2181992" y="106170"/>
                  </a:cubicBezTo>
                  <a:close/>
                  <a:moveTo>
                    <a:pt x="2608814" y="106170"/>
                  </a:moveTo>
                  <a:lnTo>
                    <a:pt x="2608814" y="10002"/>
                  </a:lnTo>
                  <a:lnTo>
                    <a:pt x="2981270" y="10002"/>
                  </a:lnTo>
                  <a:lnTo>
                    <a:pt x="2981270" y="106170"/>
                  </a:lnTo>
                  <a:lnTo>
                    <a:pt x="2850949" y="106170"/>
                  </a:lnTo>
                  <a:lnTo>
                    <a:pt x="2850949" y="471607"/>
                  </a:lnTo>
                  <a:lnTo>
                    <a:pt x="2739135" y="471607"/>
                  </a:lnTo>
                  <a:lnTo>
                    <a:pt x="2739135" y="106170"/>
                  </a:lnTo>
                  <a:lnTo>
                    <a:pt x="2608814" y="106170"/>
                  </a:lnTo>
                  <a:close/>
                  <a:moveTo>
                    <a:pt x="3240997" y="482376"/>
                  </a:moveTo>
                  <a:cubicBezTo>
                    <a:pt x="3101414" y="482376"/>
                    <a:pt x="3004254" y="373135"/>
                    <a:pt x="3004254" y="240801"/>
                  </a:cubicBezTo>
                  <a:cubicBezTo>
                    <a:pt x="3004254" y="108478"/>
                    <a:pt x="3101414" y="0"/>
                    <a:pt x="3240997" y="0"/>
                  </a:cubicBezTo>
                  <a:cubicBezTo>
                    <a:pt x="3382111" y="0"/>
                    <a:pt x="3479271" y="108478"/>
                    <a:pt x="3479271" y="240801"/>
                  </a:cubicBezTo>
                  <a:cubicBezTo>
                    <a:pt x="3479271" y="373135"/>
                    <a:pt x="3382111" y="482376"/>
                    <a:pt x="3240997" y="482376"/>
                  </a:cubicBezTo>
                  <a:close/>
                  <a:moveTo>
                    <a:pt x="3240997" y="373903"/>
                  </a:moveTo>
                  <a:cubicBezTo>
                    <a:pt x="3309619" y="373903"/>
                    <a:pt x="3363606" y="320820"/>
                    <a:pt x="3363606" y="240801"/>
                  </a:cubicBezTo>
                  <a:cubicBezTo>
                    <a:pt x="3363606" y="160793"/>
                    <a:pt x="3309619" y="107708"/>
                    <a:pt x="3240997" y="107708"/>
                  </a:cubicBezTo>
                  <a:cubicBezTo>
                    <a:pt x="3173907" y="107708"/>
                    <a:pt x="3119930" y="160793"/>
                    <a:pt x="3119930" y="240801"/>
                  </a:cubicBezTo>
                  <a:cubicBezTo>
                    <a:pt x="3119930" y="320820"/>
                    <a:pt x="3173907" y="373903"/>
                    <a:pt x="3240997" y="373903"/>
                  </a:cubicBezTo>
                  <a:close/>
                  <a:moveTo>
                    <a:pt x="3747529" y="482376"/>
                  </a:moveTo>
                  <a:cubicBezTo>
                    <a:pt x="3622601" y="482376"/>
                    <a:pt x="3542406" y="391598"/>
                    <a:pt x="3542406" y="272348"/>
                  </a:cubicBezTo>
                  <a:lnTo>
                    <a:pt x="3542406" y="10002"/>
                  </a:lnTo>
                  <a:lnTo>
                    <a:pt x="3654221" y="10002"/>
                  </a:lnTo>
                  <a:lnTo>
                    <a:pt x="3654221" y="272348"/>
                  </a:lnTo>
                  <a:cubicBezTo>
                    <a:pt x="3654221" y="330052"/>
                    <a:pt x="3685070" y="373903"/>
                    <a:pt x="3747529" y="373903"/>
                  </a:cubicBezTo>
                  <a:cubicBezTo>
                    <a:pt x="3812300" y="373903"/>
                    <a:pt x="3840829" y="330052"/>
                    <a:pt x="3840829" y="272348"/>
                  </a:cubicBezTo>
                  <a:lnTo>
                    <a:pt x="3840829" y="10002"/>
                  </a:lnTo>
                  <a:lnTo>
                    <a:pt x="3952644" y="10002"/>
                  </a:lnTo>
                  <a:lnTo>
                    <a:pt x="3952644" y="272348"/>
                  </a:lnTo>
                  <a:cubicBezTo>
                    <a:pt x="3952644" y="391598"/>
                    <a:pt x="3875530" y="482376"/>
                    <a:pt x="3747529" y="482376"/>
                  </a:cubicBezTo>
                  <a:close/>
                  <a:moveTo>
                    <a:pt x="4041825" y="10002"/>
                  </a:moveTo>
                  <a:lnTo>
                    <a:pt x="4246178" y="10002"/>
                  </a:lnTo>
                  <a:cubicBezTo>
                    <a:pt x="4351821" y="10002"/>
                    <a:pt x="4424304" y="75396"/>
                    <a:pt x="4424304" y="165409"/>
                  </a:cubicBezTo>
                  <a:cubicBezTo>
                    <a:pt x="4424304" y="229264"/>
                    <a:pt x="4391143" y="277737"/>
                    <a:pt x="4337937" y="302348"/>
                  </a:cubicBezTo>
                  <a:lnTo>
                    <a:pt x="4337937" y="310811"/>
                  </a:lnTo>
                  <a:lnTo>
                    <a:pt x="4442040" y="463913"/>
                  </a:lnTo>
                  <a:lnTo>
                    <a:pt x="4442040" y="471607"/>
                  </a:lnTo>
                  <a:lnTo>
                    <a:pt x="4314809" y="471607"/>
                  </a:lnTo>
                  <a:lnTo>
                    <a:pt x="4218420" y="320052"/>
                  </a:lnTo>
                  <a:lnTo>
                    <a:pt x="4153640" y="320052"/>
                  </a:lnTo>
                  <a:lnTo>
                    <a:pt x="4153640" y="471607"/>
                  </a:lnTo>
                  <a:lnTo>
                    <a:pt x="4041825" y="471607"/>
                  </a:lnTo>
                  <a:lnTo>
                    <a:pt x="4041825" y="10002"/>
                  </a:lnTo>
                  <a:close/>
                  <a:moveTo>
                    <a:pt x="4308638" y="165409"/>
                  </a:moveTo>
                  <a:cubicBezTo>
                    <a:pt x="4308638" y="125403"/>
                    <a:pt x="4279339" y="106170"/>
                    <a:pt x="4238466" y="106170"/>
                  </a:cubicBezTo>
                  <a:lnTo>
                    <a:pt x="4153640" y="106170"/>
                  </a:lnTo>
                  <a:lnTo>
                    <a:pt x="4153640" y="225422"/>
                  </a:lnTo>
                  <a:lnTo>
                    <a:pt x="4239236" y="225422"/>
                  </a:lnTo>
                  <a:cubicBezTo>
                    <a:pt x="4278559" y="225422"/>
                    <a:pt x="4308638" y="204646"/>
                    <a:pt x="4308638" y="165409"/>
                  </a:cubicBezTo>
                  <a:close/>
                </a:path>
              </a:pathLst>
            </a:custGeom>
            <a:solidFill>
              <a:schemeClr val="lt1"/>
            </a:solidFill>
            <a:ln>
              <a:noFill/>
            </a:ln>
          </p:spPr>
          <p:txBody>
            <a:bodyPr anchorCtr="0" anchor="t" bIns="56450" lIns="112975" spcFirstLastPara="1" rIns="112975" wrap="square" tIns="56450">
              <a:noAutofit/>
            </a:bodyPr>
            <a:lstStyle/>
            <a:p>
              <a:pPr indent="0" lvl="0" marL="0" marR="0" rtl="0" algn="l">
                <a:spcBef>
                  <a:spcPts val="0"/>
                </a:spcBef>
                <a:spcAft>
                  <a:spcPts val="0"/>
                </a:spcAft>
                <a:buNone/>
              </a:pPr>
              <a:r>
                <a:t/>
              </a:r>
              <a:endParaRPr sz="2225">
                <a:solidFill>
                  <a:srgbClr val="252525"/>
                </a:solidFill>
                <a:latin typeface="Arial"/>
                <a:ea typeface="Arial"/>
                <a:cs typeface="Arial"/>
                <a:sym typeface="Arial"/>
              </a:endParaRPr>
            </a:p>
          </p:txBody>
        </p:sp>
      </p:grpSp>
      <p:sp>
        <p:nvSpPr>
          <p:cNvPr id="617" name="Google Shape;617;p71"/>
          <p:cNvSpPr txBox="1"/>
          <p:nvPr/>
        </p:nvSpPr>
        <p:spPr>
          <a:xfrm>
            <a:off x="851350" y="6589625"/>
            <a:ext cx="8700900" cy="19026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000"/>
              </a:spcAft>
              <a:buNone/>
            </a:pPr>
            <a:r>
              <a:rPr b="1" lang="en-US" sz="3600">
                <a:solidFill>
                  <a:srgbClr val="262626"/>
                </a:solidFill>
              </a:rPr>
              <a:t>How CUSTOMER NAME is delivering business results with enterprise data and AI</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72"/>
          <p:cNvSpPr txBox="1"/>
          <p:nvPr>
            <p:ph type="title"/>
          </p:nvPr>
        </p:nvSpPr>
        <p:spPr>
          <a:xfrm>
            <a:off x="731520" y="548640"/>
            <a:ext cx="16642200" cy="731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SzPts val="5200"/>
              <a:buNone/>
            </a:pPr>
            <a:r>
              <a:rPr lang="en-US"/>
              <a:t>Safe Harbor and Disclaimers</a:t>
            </a:r>
            <a:endParaRPr/>
          </a:p>
        </p:txBody>
      </p:sp>
      <p:sp>
        <p:nvSpPr>
          <p:cNvPr id="623" name="Google Shape;623;p72"/>
          <p:cNvSpPr/>
          <p:nvPr/>
        </p:nvSpPr>
        <p:spPr>
          <a:xfrm>
            <a:off x="1320948" y="9551900"/>
            <a:ext cx="12069000" cy="633000"/>
          </a:xfrm>
          <a:prstGeom prst="rect">
            <a:avLst/>
          </a:pr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00">
                <a:solidFill>
                  <a:srgbClr val="929292"/>
                </a:solidFill>
              </a:rPr>
              <a:t>© 2026 Snowflake Inc. All rights reserved. Snowflake, the Snowflake logo, and all other Snowflake product, feature and service names mentioned in the Materials are registered trademarks or trademarks of Snowflake Inc. in the United States and other countries. All other brand names or logos mentioned or used in the Materials are for identification purposes only and may be the trademarks of their respective holder(s). Snowflake may not be associated with, or be sponsored or endorsed by, any such holder(s).</a:t>
            </a:r>
            <a:endParaRPr sz="1200">
              <a:solidFill>
                <a:srgbClr val="929292"/>
              </a:solidFill>
            </a:endParaRPr>
          </a:p>
        </p:txBody>
      </p:sp>
      <p:sp>
        <p:nvSpPr>
          <p:cNvPr id="624" name="Google Shape;624;p72"/>
          <p:cNvSpPr txBox="1"/>
          <p:nvPr/>
        </p:nvSpPr>
        <p:spPr>
          <a:xfrm>
            <a:off x="15629376" y="0"/>
            <a:ext cx="2658600" cy="369300"/>
          </a:xfrm>
          <a:prstGeom prst="rect">
            <a:avLst/>
          </a:prstGeom>
          <a:noFill/>
          <a:ln>
            <a:noFill/>
          </a:ln>
        </p:spPr>
        <p:txBody>
          <a:bodyPr anchorCtr="0" anchor="t" bIns="91400" lIns="182850" spcFirstLastPara="1" rIns="182850" wrap="square" tIns="91400">
            <a:spAutoFit/>
          </a:bodyPr>
          <a:lstStyle/>
          <a:p>
            <a:pPr indent="0" lvl="0" marL="0" marR="0" rtl="0" algn="r">
              <a:lnSpc>
                <a:spcPct val="100000"/>
              </a:lnSpc>
              <a:spcBef>
                <a:spcPts val="0"/>
              </a:spcBef>
              <a:spcAft>
                <a:spcPts val="0"/>
              </a:spcAft>
              <a:buClr>
                <a:srgbClr val="5B5B5B"/>
              </a:buClr>
              <a:buSzPts val="3200"/>
              <a:buFont typeface="Arial"/>
              <a:buNone/>
            </a:pPr>
            <a:r>
              <a:rPr lang="en-US" sz="1200">
                <a:solidFill>
                  <a:srgbClr val="919191"/>
                </a:solidFill>
                <a:latin typeface="Arial"/>
                <a:ea typeface="Arial"/>
                <a:cs typeface="Arial"/>
                <a:sym typeface="Arial"/>
              </a:rPr>
              <a:t>REV </a:t>
            </a:r>
            <a:r>
              <a:rPr lang="en-US" sz="1200">
                <a:solidFill>
                  <a:srgbClr val="919191"/>
                </a:solidFill>
              </a:rPr>
              <a:t>12.16.25</a:t>
            </a:r>
            <a:endParaRPr sz="2800"/>
          </a:p>
        </p:txBody>
      </p:sp>
      <p:sp>
        <p:nvSpPr>
          <p:cNvPr id="625" name="Google Shape;625;p72"/>
          <p:cNvSpPr txBox="1"/>
          <p:nvPr/>
        </p:nvSpPr>
        <p:spPr>
          <a:xfrm>
            <a:off x="735800" y="1746800"/>
            <a:ext cx="8745600" cy="751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1400"/>
              </a:spcAft>
              <a:buNone/>
            </a:pPr>
            <a:r>
              <a:rPr lang="en-US" sz="1600">
                <a:solidFill>
                  <a:srgbClr val="5B5B5B"/>
                </a:solidFill>
              </a:rPr>
              <a:t>Other than statements of historical fact, all statements contained in these materials and any accompanying oral commentary (collectively, the “Materials”) are forward-looking statements within the meaning of Section 27A of the Securities Act of 1933, as amended, and Section 21E of the Securities Exchange Act of 1934, as amended, including statements regarding (i) Snowflake’s business strategy, plans, opportunities, or priorities; (ii) Snowflake’s new or enhanced products, services, and technology offerings, including those that are under development or not generally available; (iii) market size and growth, trends, and competitive considerations; (iv) Snowflake’s vision, strategy, and expected benefits relating to artificial intelligence (“AI”), Snowpark, Snowflake Marketplace, the AI Data Cloud, and AI Data Clouds for specific industries or product categories, including the expected benefits and network effects of the AI Data Cloud; and (v) the integration, interoperability, and availability of Snowflake’s products, services, or technology offerings with or on third-party platforms or products, including public cloud platforms. These forward-looking statements are subject to a number of known and unknown risks, uncertainties, and assumptions, including those described under the heading “Risk Factors” and elsewhere in the Annual Reports on Form 10-K and the Quarterly Reports on Form 10-Q that Snowflake files with the Securities and Exchange Commission from time to time. In light of these risks, uncertainties, and assumptions, the future events and trends discussed in the Materials may not occur, and actual results could differ materially and adversely from those expressed or implied in the forward-looking statements. As a result, you should not rely on any forwarding-looking statements as predictions of future events. Forward-looking statements speak only as of the date the statements are first made and are based on information available to Snowflake at the time those statements are made and/or management's good faith belief as of that time. Except as required by law, we undertake no obligation, and do not intend, to update the forward-looking statements in these Materials.</a:t>
            </a:r>
            <a:endParaRPr sz="1600">
              <a:solidFill>
                <a:srgbClr val="5B5B5B"/>
              </a:solidFill>
            </a:endParaRPr>
          </a:p>
        </p:txBody>
      </p:sp>
      <p:sp>
        <p:nvSpPr>
          <p:cNvPr id="626" name="Google Shape;626;p72"/>
          <p:cNvSpPr txBox="1"/>
          <p:nvPr/>
        </p:nvSpPr>
        <p:spPr>
          <a:xfrm>
            <a:off x="9690088" y="1746800"/>
            <a:ext cx="7683600" cy="71694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None/>
            </a:pPr>
            <a:r>
              <a:rPr lang="en-US" sz="1600">
                <a:solidFill>
                  <a:srgbClr val="5B5B5B"/>
                </a:solidFill>
              </a:rPr>
              <a:t>Any future product or roadmap information (collectively, the “Roadmap”) is intended to outline general product direction. The Roadmap is not a commitment, promise, or legal obligation for Snowflake to deliver any future products, features, or functionality; and is not intended to be, and shall not be deemed to be, incorporated into any contract. The actual timing of any product, feature, or functionality that is ultimately made available may be different from what is presented in the Roadmap. The Roadmap information should not be used when making a purchasing decision. In case of conflict between the information contained in the Materials and official Snowflake documentation, official Snowflake documentation should take precedence over these Materials. Further, note that Snowflake has made no determination as to whether separate fees will be charged for any future products, features, and/or functionality which may ultimately be made available. Snowflake may, in its own discretion, choose to charge separate fees for the delivery of any future products, features, and/or functionality which are ultimately made available.</a:t>
            </a:r>
            <a:endParaRPr sz="1600">
              <a:solidFill>
                <a:srgbClr val="5B5B5B"/>
              </a:solidFill>
            </a:endParaRPr>
          </a:p>
          <a:p>
            <a:pPr indent="0" lvl="0" marL="0" rtl="0" algn="l">
              <a:lnSpc>
                <a:spcPct val="115000"/>
              </a:lnSpc>
              <a:spcBef>
                <a:spcPts val="1400"/>
              </a:spcBef>
              <a:spcAft>
                <a:spcPts val="1400"/>
              </a:spcAft>
              <a:buNone/>
            </a:pPr>
            <a:r>
              <a:rPr lang="en-US" sz="1600">
                <a:solidFill>
                  <a:srgbClr val="5B5B5B"/>
                </a:solidFill>
              </a:rPr>
              <a:t>The Materials may contain information provided by third-parties. Snowflake has not independently verified this information, and usage of this information does not mean or imply that Snowflake has adopted this information as its own or independently verified its accuracy.</a:t>
            </a:r>
            <a:endParaRPr sz="1600">
              <a:solidFill>
                <a:srgbClr val="5B5B5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73"/>
          <p:cNvSpPr txBox="1"/>
          <p:nvPr/>
        </p:nvSpPr>
        <p:spPr>
          <a:xfrm>
            <a:off x="13861908" y="5427678"/>
            <a:ext cx="3205800" cy="12312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en-US" sz="2800">
                <a:solidFill>
                  <a:schemeClr val="dk1"/>
                </a:solidFill>
              </a:rPr>
              <a:t>Title</a:t>
            </a:r>
            <a:endParaRPr b="1" sz="2800">
              <a:solidFill>
                <a:schemeClr val="dk1"/>
              </a:solidFill>
            </a:endParaRPr>
          </a:p>
          <a:p>
            <a:pPr indent="0" lvl="0" marL="0" rtl="0" algn="l">
              <a:spcBef>
                <a:spcPts val="0"/>
              </a:spcBef>
              <a:spcAft>
                <a:spcPts val="0"/>
              </a:spcAft>
              <a:buNone/>
            </a:pPr>
            <a:r>
              <a:rPr b="1" lang="en-US" sz="2800">
                <a:solidFill>
                  <a:schemeClr val="dk1"/>
                </a:solidFill>
              </a:rPr>
              <a:t>Company</a:t>
            </a:r>
            <a:endParaRPr b="1" sz="2800">
              <a:solidFill>
                <a:schemeClr val="dk1"/>
              </a:solidFill>
            </a:endParaRPr>
          </a:p>
        </p:txBody>
      </p:sp>
      <p:sp>
        <p:nvSpPr>
          <p:cNvPr id="632" name="Google Shape;632;p73"/>
          <p:cNvSpPr txBox="1"/>
          <p:nvPr/>
        </p:nvSpPr>
        <p:spPr>
          <a:xfrm>
            <a:off x="13861908" y="4144940"/>
            <a:ext cx="3205800" cy="14775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en-US" sz="3600">
                <a:solidFill>
                  <a:schemeClr val="lt1"/>
                </a:solidFill>
              </a:rPr>
              <a:t>First Name</a:t>
            </a:r>
            <a:endParaRPr b="1" sz="3600">
              <a:solidFill>
                <a:schemeClr val="lt1"/>
              </a:solidFill>
            </a:endParaRPr>
          </a:p>
          <a:p>
            <a:pPr indent="0" lvl="0" marL="0" rtl="0" algn="l">
              <a:spcBef>
                <a:spcPts val="0"/>
              </a:spcBef>
              <a:spcAft>
                <a:spcPts val="0"/>
              </a:spcAft>
              <a:buNone/>
            </a:pPr>
            <a:r>
              <a:rPr b="1" lang="en-US" sz="3600">
                <a:solidFill>
                  <a:schemeClr val="lt1"/>
                </a:solidFill>
              </a:rPr>
              <a:t>Last Name</a:t>
            </a:r>
            <a:endParaRPr b="1" sz="3600">
              <a:solidFill>
                <a:srgbClr val="FFFFFF"/>
              </a:solidFill>
            </a:endParaRPr>
          </a:p>
        </p:txBody>
      </p:sp>
      <p:pic>
        <p:nvPicPr>
          <p:cNvPr id="633" name="Google Shape;633;p73" title="iStock-187309752.jpg"/>
          <p:cNvPicPr preferRelativeResize="0"/>
          <p:nvPr/>
        </p:nvPicPr>
        <p:blipFill rotWithShape="1">
          <a:blip r:embed="rId3">
            <a:alphaModFix/>
          </a:blip>
          <a:srcRect b="0" l="16627" r="16627" t="0"/>
          <a:stretch/>
        </p:blipFill>
        <p:spPr>
          <a:xfrm>
            <a:off x="10603100" y="3727700"/>
            <a:ext cx="2931000" cy="2931000"/>
          </a:xfrm>
          <a:prstGeom prst="ellipse">
            <a:avLst/>
          </a:prstGeom>
          <a:noFill/>
          <a:ln cap="flat" cmpd="sng" w="127000">
            <a:solidFill>
              <a:schemeClr val="lt2"/>
            </a:solidFill>
            <a:prstDash val="solid"/>
            <a:round/>
            <a:headEnd len="sm" w="sm" type="none"/>
            <a:tailEnd len="sm" w="sm" type="none"/>
          </a:ln>
        </p:spPr>
      </p:pic>
      <p:sp>
        <p:nvSpPr>
          <p:cNvPr id="634" name="Google Shape;634;p73"/>
          <p:cNvSpPr txBox="1"/>
          <p:nvPr/>
        </p:nvSpPr>
        <p:spPr>
          <a:xfrm>
            <a:off x="419100" y="7189801"/>
            <a:ext cx="8458200" cy="826500"/>
          </a:xfrm>
          <a:prstGeom prst="rect">
            <a:avLst/>
          </a:prstGeom>
          <a:noFill/>
          <a:ln>
            <a:noFill/>
          </a:ln>
        </p:spPr>
        <p:txBody>
          <a:bodyPr anchorCtr="0" anchor="t" bIns="194100" lIns="194100" spcFirstLastPara="1" rIns="194100" wrap="square" tIns="194100">
            <a:spAutoFit/>
          </a:bodyPr>
          <a:lstStyle/>
          <a:p>
            <a:pPr indent="0" lvl="0" marL="0" rtl="0" algn="l">
              <a:lnSpc>
                <a:spcPct val="115000"/>
              </a:lnSpc>
              <a:spcBef>
                <a:spcPts val="0"/>
              </a:spcBef>
              <a:spcAft>
                <a:spcPts val="2123"/>
              </a:spcAft>
              <a:buNone/>
            </a:pPr>
            <a:r>
              <a:rPr b="1" lang="en-US" sz="2821">
                <a:solidFill>
                  <a:schemeClr val="dk1"/>
                </a:solidFill>
              </a:rPr>
              <a:t>Add short company description here</a:t>
            </a:r>
            <a:endParaRPr b="1" sz="2821">
              <a:solidFill>
                <a:schemeClr val="dk1"/>
              </a:solidFill>
            </a:endParaRPr>
          </a:p>
        </p:txBody>
      </p:sp>
      <p:sp>
        <p:nvSpPr>
          <p:cNvPr id="635" name="Google Shape;635;p73"/>
          <p:cNvSpPr txBox="1"/>
          <p:nvPr/>
        </p:nvSpPr>
        <p:spPr>
          <a:xfrm>
            <a:off x="696050" y="3057698"/>
            <a:ext cx="8099100" cy="187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4800">
                <a:solidFill>
                  <a:schemeClr val="lt1"/>
                </a:solidFill>
              </a:rPr>
              <a:t>Company Name</a:t>
            </a:r>
            <a:endParaRPr b="1" sz="4800">
              <a:solidFill>
                <a:schemeClr val="lt1"/>
              </a:solidFill>
            </a:endParaRPr>
          </a:p>
          <a:p>
            <a:pPr indent="0" lvl="0" marL="0" rtl="0" algn="l">
              <a:spcBef>
                <a:spcPts val="0"/>
              </a:spcBef>
              <a:spcAft>
                <a:spcPts val="0"/>
              </a:spcAft>
              <a:buNone/>
            </a:pPr>
            <a:r>
              <a:t/>
            </a:r>
            <a:endParaRPr b="1" sz="2800">
              <a:solidFill>
                <a:schemeClr val="lt1"/>
              </a:solidFill>
            </a:endParaRPr>
          </a:p>
          <a:p>
            <a:pPr indent="0" lvl="0" marL="0" rtl="0" algn="l">
              <a:spcBef>
                <a:spcPts val="0"/>
              </a:spcBef>
              <a:spcAft>
                <a:spcPts val="0"/>
              </a:spcAft>
              <a:buNone/>
            </a:pPr>
            <a:r>
              <a:rPr b="1" lang="en-US" sz="2800">
                <a:solidFill>
                  <a:schemeClr val="dk1"/>
                </a:solidFill>
              </a:rPr>
              <a:t>I</a:t>
            </a:r>
            <a:r>
              <a:rPr b="1" lang="en-US" sz="2800">
                <a:solidFill>
                  <a:schemeClr val="dk1"/>
                </a:solidFill>
              </a:rPr>
              <a:t>ndustry </a:t>
            </a:r>
            <a:endParaRPr b="1" sz="2800">
              <a:solidFill>
                <a:schemeClr val="dk1"/>
              </a:solidFill>
            </a:endParaRPr>
          </a:p>
        </p:txBody>
      </p:sp>
      <p:sp>
        <p:nvSpPr>
          <p:cNvPr id="636" name="Google Shape;636;p73"/>
          <p:cNvSpPr txBox="1"/>
          <p:nvPr/>
        </p:nvSpPr>
        <p:spPr>
          <a:xfrm>
            <a:off x="4842924" y="6154012"/>
            <a:ext cx="3522900" cy="38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435">
                <a:solidFill>
                  <a:srgbClr val="222222"/>
                </a:solidFill>
              </a:rPr>
              <a:t>(Add a metric here)</a:t>
            </a:r>
            <a:endParaRPr sz="2435">
              <a:solidFill>
                <a:srgbClr val="222222"/>
              </a:solidFill>
            </a:endParaRPr>
          </a:p>
        </p:txBody>
      </p:sp>
      <p:sp>
        <p:nvSpPr>
          <p:cNvPr id="637" name="Google Shape;637;p73"/>
          <p:cNvSpPr txBox="1"/>
          <p:nvPr/>
        </p:nvSpPr>
        <p:spPr>
          <a:xfrm>
            <a:off x="4805413" y="5094251"/>
            <a:ext cx="3597900" cy="91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7243">
                <a:solidFill>
                  <a:schemeClr val="lt1"/>
                </a:solidFill>
              </a:rPr>
              <a:t>XXX</a:t>
            </a:r>
            <a:endParaRPr b="1" sz="7243">
              <a:solidFill>
                <a:schemeClr val="lt1"/>
              </a:solidFill>
            </a:endParaRPr>
          </a:p>
        </p:txBody>
      </p:sp>
      <p:sp>
        <p:nvSpPr>
          <p:cNvPr id="638" name="Google Shape;638;p73"/>
          <p:cNvSpPr txBox="1"/>
          <p:nvPr/>
        </p:nvSpPr>
        <p:spPr>
          <a:xfrm>
            <a:off x="676400" y="6154020"/>
            <a:ext cx="2802300" cy="38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335">
                <a:solidFill>
                  <a:srgbClr val="5B5B5B"/>
                </a:solidFill>
              </a:rPr>
              <a:t>(</a:t>
            </a:r>
            <a:r>
              <a:rPr lang="en-US" sz="2435">
                <a:solidFill>
                  <a:srgbClr val="222222"/>
                </a:solidFill>
              </a:rPr>
              <a:t>Add a metric here)</a:t>
            </a:r>
            <a:endParaRPr sz="2435">
              <a:solidFill>
                <a:srgbClr val="222222"/>
              </a:solidFill>
            </a:endParaRPr>
          </a:p>
        </p:txBody>
      </p:sp>
      <p:sp>
        <p:nvSpPr>
          <p:cNvPr id="639" name="Google Shape;639;p73"/>
          <p:cNvSpPr txBox="1"/>
          <p:nvPr/>
        </p:nvSpPr>
        <p:spPr>
          <a:xfrm>
            <a:off x="696060" y="5094252"/>
            <a:ext cx="3597900" cy="91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7243">
                <a:solidFill>
                  <a:schemeClr val="lt1"/>
                </a:solidFill>
              </a:rPr>
              <a:t>XXX</a:t>
            </a:r>
            <a:endParaRPr b="1" sz="7243">
              <a:solidFill>
                <a:schemeClr val="lt1"/>
              </a:solidFill>
            </a:endParaRPr>
          </a:p>
        </p:txBody>
      </p:sp>
      <p:sp>
        <p:nvSpPr>
          <p:cNvPr id="640" name="Google Shape;640;p73"/>
          <p:cNvSpPr txBox="1"/>
          <p:nvPr/>
        </p:nvSpPr>
        <p:spPr>
          <a:xfrm>
            <a:off x="676400" y="929400"/>
            <a:ext cx="8138400" cy="8127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1000"/>
              </a:spcAft>
              <a:buNone/>
            </a:pPr>
            <a:r>
              <a:rPr b="1" lang="en-US" sz="4800">
                <a:solidFill>
                  <a:schemeClr val="lt1"/>
                </a:solidFill>
              </a:rPr>
              <a:t>About Our Company</a:t>
            </a:r>
            <a:endParaRPr b="1" sz="48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76"/>
          <p:cNvSpPr txBox="1"/>
          <p:nvPr>
            <p:ph idx="12" type="sldNum"/>
          </p:nvPr>
        </p:nvSpPr>
        <p:spPr>
          <a:xfrm>
            <a:off x="16459200" y="9247571"/>
            <a:ext cx="947400" cy="184800"/>
          </a:xfrm>
          <a:prstGeom prst="rect">
            <a:avLst/>
          </a:prstGeom>
          <a:noFill/>
          <a:ln>
            <a:noFill/>
          </a:ln>
        </p:spPr>
        <p:txBody>
          <a:bodyPr anchorCtr="0" anchor="ctr" bIns="182850" lIns="182850" spcFirstLastPara="1" rIns="182850" wrap="square" tIns="182850">
            <a:noAutofit/>
          </a:bodyPr>
          <a:lstStyle/>
          <a:p>
            <a:pPr indent="0" lvl="0" marL="0" rtl="0" algn="l">
              <a:spcBef>
                <a:spcPts val="0"/>
              </a:spcBef>
              <a:spcAft>
                <a:spcPts val="0"/>
              </a:spcAft>
              <a:buClr>
                <a:srgbClr val="000000"/>
              </a:buClr>
              <a:buFont typeface="Arial"/>
              <a:buNone/>
            </a:pPr>
            <a:fld id="{00000000-1234-1234-1234-123412341234}" type="slidenum">
              <a:rPr lang="en-US" sz="2800"/>
              <a:t>‹#›</a:t>
            </a:fld>
            <a:endParaRPr sz="2800"/>
          </a:p>
        </p:txBody>
      </p:sp>
      <p:sp>
        <p:nvSpPr>
          <p:cNvPr id="683" name="Google Shape;683;p76"/>
          <p:cNvSpPr txBox="1"/>
          <p:nvPr>
            <p:ph type="title"/>
          </p:nvPr>
        </p:nvSpPr>
        <p:spPr>
          <a:xfrm>
            <a:off x="883893" y="579109"/>
            <a:ext cx="9411000" cy="1462800"/>
          </a:xfrm>
          <a:prstGeom prst="rect">
            <a:avLst/>
          </a:prstGeom>
        </p:spPr>
        <p:txBody>
          <a:bodyPr anchorCtr="0" anchor="t" bIns="182900" lIns="182900" spcFirstLastPara="1" rIns="182900" wrap="square" tIns="182900">
            <a:noAutofit/>
          </a:bodyPr>
          <a:lstStyle/>
          <a:p>
            <a:pPr indent="0" lvl="0" marL="0" rtl="0" algn="l">
              <a:spcBef>
                <a:spcPts val="0"/>
              </a:spcBef>
              <a:spcAft>
                <a:spcPts val="0"/>
              </a:spcAft>
              <a:buNone/>
            </a:pPr>
            <a:r>
              <a:rPr lang="en-US"/>
              <a:t>Architecture</a:t>
            </a:r>
            <a:endParaRPr/>
          </a:p>
        </p:txBody>
      </p:sp>
      <p:sp>
        <p:nvSpPr>
          <p:cNvPr id="684" name="Google Shape;684;p76"/>
          <p:cNvSpPr/>
          <p:nvPr/>
        </p:nvSpPr>
        <p:spPr>
          <a:xfrm>
            <a:off x="883900" y="7109111"/>
            <a:ext cx="16689600" cy="580200"/>
          </a:xfrm>
          <a:prstGeom prst="roundRect">
            <a:avLst>
              <a:gd fmla="val 16667" name="adj"/>
            </a:avLst>
          </a:prstGeom>
          <a:solidFill>
            <a:srgbClr val="DEF3FB"/>
          </a:solidFill>
          <a:ln cap="flat" cmpd="sng" w="19050">
            <a:solidFill>
              <a:srgbClr val="29B5E8"/>
            </a:solidFill>
            <a:prstDash val="solid"/>
            <a:round/>
            <a:headEnd len="sm" w="sm" type="none"/>
            <a:tailEnd len="sm" w="sm" type="none"/>
          </a:ln>
        </p:spPr>
        <p:txBody>
          <a:bodyPr anchorCtr="0" anchor="ctr" bIns="91450" lIns="91450" spcFirstLastPara="1" rIns="91450" wrap="square" tIns="91450">
            <a:noAutofit/>
          </a:bodyPr>
          <a:lstStyle/>
          <a:p>
            <a:pPr indent="0" lvl="0" marL="0" rtl="0" algn="ctr">
              <a:spcBef>
                <a:spcPts val="0"/>
              </a:spcBef>
              <a:spcAft>
                <a:spcPts val="0"/>
              </a:spcAft>
              <a:buNone/>
            </a:pPr>
            <a:r>
              <a:rPr b="1" lang="en-US" sz="1800">
                <a:solidFill>
                  <a:srgbClr val="262626"/>
                </a:solidFill>
              </a:rPr>
              <a:t>AUTOMATE &amp; ACCELERATE</a:t>
            </a:r>
            <a:endParaRPr b="1" sz="1800">
              <a:solidFill>
                <a:srgbClr val="262626"/>
              </a:solidFill>
            </a:endParaRPr>
          </a:p>
        </p:txBody>
      </p:sp>
      <p:sp>
        <p:nvSpPr>
          <p:cNvPr id="685" name="Google Shape;685;p76"/>
          <p:cNvSpPr/>
          <p:nvPr/>
        </p:nvSpPr>
        <p:spPr>
          <a:xfrm>
            <a:off x="13917300" y="1599811"/>
            <a:ext cx="3706200" cy="515400"/>
          </a:xfrm>
          <a:prstGeom prst="roundRect">
            <a:avLst>
              <a:gd fmla="val 16667" name="adj"/>
            </a:avLst>
          </a:prstGeom>
          <a:solidFill>
            <a:srgbClr val="DEF3FB"/>
          </a:solidFill>
          <a:ln cap="flat" cmpd="sng" w="19050">
            <a:solidFill>
              <a:srgbClr val="29B5E8"/>
            </a:solidFill>
            <a:prstDash val="solid"/>
            <a:round/>
            <a:headEnd len="sm" w="sm" type="none"/>
            <a:tailEnd len="sm" w="sm" type="none"/>
          </a:ln>
        </p:spPr>
        <p:txBody>
          <a:bodyPr anchorCtr="0" anchor="ctr" bIns="91450" lIns="457200" spcFirstLastPara="1" rIns="91450" wrap="square" tIns="91450">
            <a:noAutofit/>
          </a:bodyPr>
          <a:lstStyle/>
          <a:p>
            <a:pPr indent="0" lvl="0" marL="0" rtl="0" algn="ctr">
              <a:spcBef>
                <a:spcPts val="0"/>
              </a:spcBef>
              <a:spcAft>
                <a:spcPts val="0"/>
              </a:spcAft>
              <a:buNone/>
            </a:pPr>
            <a:r>
              <a:rPr b="1" lang="en-US" sz="1800">
                <a:solidFill>
                  <a:srgbClr val="262626"/>
                </a:solidFill>
              </a:rPr>
              <a:t>DELIVERY/CONSUMPTION</a:t>
            </a:r>
            <a:endParaRPr b="1" sz="1800">
              <a:solidFill>
                <a:srgbClr val="262626"/>
              </a:solidFill>
            </a:endParaRPr>
          </a:p>
        </p:txBody>
      </p:sp>
      <p:grpSp>
        <p:nvGrpSpPr>
          <p:cNvPr id="686" name="Google Shape;686;p76"/>
          <p:cNvGrpSpPr/>
          <p:nvPr/>
        </p:nvGrpSpPr>
        <p:grpSpPr>
          <a:xfrm>
            <a:off x="1401660" y="4837193"/>
            <a:ext cx="388948" cy="246534"/>
            <a:chOff x="2072225" y="1851425"/>
            <a:chExt cx="3364600" cy="1988175"/>
          </a:xfrm>
        </p:grpSpPr>
        <p:sp>
          <p:nvSpPr>
            <p:cNvPr id="687" name="Google Shape;687;p76"/>
            <p:cNvSpPr/>
            <p:nvPr/>
          </p:nvSpPr>
          <p:spPr>
            <a:xfrm>
              <a:off x="4561175" y="3203850"/>
              <a:ext cx="398850" cy="635750"/>
            </a:xfrm>
            <a:custGeom>
              <a:rect b="b" l="l" r="r" t="t"/>
              <a:pathLst>
                <a:path extrusionOk="0" h="25430" w="15954">
                  <a:moveTo>
                    <a:pt x="3119" y="0"/>
                  </a:moveTo>
                  <a:lnTo>
                    <a:pt x="0" y="3119"/>
                  </a:lnTo>
                  <a:lnTo>
                    <a:pt x="9596" y="12715"/>
                  </a:lnTo>
                  <a:lnTo>
                    <a:pt x="0" y="22310"/>
                  </a:lnTo>
                  <a:lnTo>
                    <a:pt x="3119" y="25429"/>
                  </a:lnTo>
                  <a:lnTo>
                    <a:pt x="15953" y="12715"/>
                  </a:lnTo>
                  <a:lnTo>
                    <a:pt x="3119" y="0"/>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88" name="Google Shape;688;p76"/>
            <p:cNvSpPr/>
            <p:nvPr/>
          </p:nvSpPr>
          <p:spPr>
            <a:xfrm>
              <a:off x="5037950" y="2514125"/>
              <a:ext cx="398875" cy="635750"/>
            </a:xfrm>
            <a:custGeom>
              <a:rect b="b" l="l" r="r" t="t"/>
              <a:pathLst>
                <a:path extrusionOk="0" h="25430" w="15955">
                  <a:moveTo>
                    <a:pt x="3120" y="1"/>
                  </a:moveTo>
                  <a:lnTo>
                    <a:pt x="1" y="3120"/>
                  </a:lnTo>
                  <a:lnTo>
                    <a:pt x="9597" y="12715"/>
                  </a:lnTo>
                  <a:lnTo>
                    <a:pt x="1" y="22311"/>
                  </a:lnTo>
                  <a:lnTo>
                    <a:pt x="3120" y="25430"/>
                  </a:lnTo>
                  <a:lnTo>
                    <a:pt x="15954" y="12715"/>
                  </a:lnTo>
                  <a:lnTo>
                    <a:pt x="3120" y="1"/>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89" name="Google Shape;689;p76"/>
            <p:cNvSpPr/>
            <p:nvPr/>
          </p:nvSpPr>
          <p:spPr>
            <a:xfrm>
              <a:off x="4012400" y="1851425"/>
              <a:ext cx="398850" cy="635750"/>
            </a:xfrm>
            <a:custGeom>
              <a:rect b="b" l="l" r="r" t="t"/>
              <a:pathLst>
                <a:path extrusionOk="0" h="25430" w="15954">
                  <a:moveTo>
                    <a:pt x="3239" y="0"/>
                  </a:moveTo>
                  <a:lnTo>
                    <a:pt x="1" y="3119"/>
                  </a:lnTo>
                  <a:lnTo>
                    <a:pt x="9596" y="12715"/>
                  </a:lnTo>
                  <a:lnTo>
                    <a:pt x="1" y="22311"/>
                  </a:lnTo>
                  <a:lnTo>
                    <a:pt x="3239" y="25429"/>
                  </a:lnTo>
                  <a:lnTo>
                    <a:pt x="15954" y="12715"/>
                  </a:lnTo>
                  <a:lnTo>
                    <a:pt x="3239" y="0"/>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90" name="Google Shape;690;p76"/>
            <p:cNvSpPr/>
            <p:nvPr/>
          </p:nvSpPr>
          <p:spPr>
            <a:xfrm>
              <a:off x="2072225" y="2790025"/>
              <a:ext cx="3283625" cy="113975"/>
            </a:xfrm>
            <a:custGeom>
              <a:rect b="b" l="l" r="r" t="t"/>
              <a:pathLst>
                <a:path extrusionOk="0" h="4559" w="131345">
                  <a:moveTo>
                    <a:pt x="1" y="0"/>
                  </a:moveTo>
                  <a:lnTo>
                    <a:pt x="1" y="4558"/>
                  </a:lnTo>
                  <a:lnTo>
                    <a:pt x="131344" y="4558"/>
                  </a:lnTo>
                  <a:lnTo>
                    <a:pt x="131344" y="0"/>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91" name="Google Shape;691;p76"/>
            <p:cNvSpPr/>
            <p:nvPr/>
          </p:nvSpPr>
          <p:spPr>
            <a:xfrm>
              <a:off x="2854900" y="2115300"/>
              <a:ext cx="1439400" cy="110975"/>
            </a:xfrm>
            <a:custGeom>
              <a:rect b="b" l="l" r="r" t="t"/>
              <a:pathLst>
                <a:path extrusionOk="0" h="4439" w="57576">
                  <a:moveTo>
                    <a:pt x="0" y="1"/>
                  </a:moveTo>
                  <a:lnTo>
                    <a:pt x="0" y="4439"/>
                  </a:lnTo>
                  <a:lnTo>
                    <a:pt x="57576" y="4439"/>
                  </a:lnTo>
                  <a:lnTo>
                    <a:pt x="57576" y="1"/>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92" name="Google Shape;692;p76"/>
            <p:cNvSpPr/>
            <p:nvPr/>
          </p:nvSpPr>
          <p:spPr>
            <a:xfrm>
              <a:off x="2294150" y="2454150"/>
              <a:ext cx="1574325" cy="111000"/>
            </a:xfrm>
            <a:custGeom>
              <a:rect b="b" l="l" r="r" t="t"/>
              <a:pathLst>
                <a:path extrusionOk="0" h="4440" w="62973">
                  <a:moveTo>
                    <a:pt x="0" y="1"/>
                  </a:moveTo>
                  <a:lnTo>
                    <a:pt x="0" y="4439"/>
                  </a:lnTo>
                  <a:lnTo>
                    <a:pt x="62973" y="4439"/>
                  </a:lnTo>
                  <a:lnTo>
                    <a:pt x="62973" y="1"/>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93" name="Google Shape;693;p76"/>
            <p:cNvSpPr/>
            <p:nvPr/>
          </p:nvSpPr>
          <p:spPr>
            <a:xfrm>
              <a:off x="2294150" y="3125875"/>
              <a:ext cx="2024150" cy="110975"/>
            </a:xfrm>
            <a:custGeom>
              <a:rect b="b" l="l" r="r" t="t"/>
              <a:pathLst>
                <a:path extrusionOk="0" h="4439" w="80966">
                  <a:moveTo>
                    <a:pt x="0" y="0"/>
                  </a:moveTo>
                  <a:lnTo>
                    <a:pt x="0" y="4438"/>
                  </a:lnTo>
                  <a:lnTo>
                    <a:pt x="80965" y="4438"/>
                  </a:lnTo>
                  <a:lnTo>
                    <a:pt x="80965" y="0"/>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94" name="Google Shape;694;p76"/>
            <p:cNvSpPr/>
            <p:nvPr/>
          </p:nvSpPr>
          <p:spPr>
            <a:xfrm>
              <a:off x="2854900" y="3464725"/>
              <a:ext cx="1979175" cy="113975"/>
            </a:xfrm>
            <a:custGeom>
              <a:rect b="b" l="l" r="r" t="t"/>
              <a:pathLst>
                <a:path extrusionOk="0" h="4559" w="79167">
                  <a:moveTo>
                    <a:pt x="0" y="1"/>
                  </a:moveTo>
                  <a:lnTo>
                    <a:pt x="0" y="4559"/>
                  </a:lnTo>
                  <a:lnTo>
                    <a:pt x="79166" y="4559"/>
                  </a:lnTo>
                  <a:lnTo>
                    <a:pt x="79166" y="1"/>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grpSp>
      <p:sp>
        <p:nvSpPr>
          <p:cNvPr id="695" name="Google Shape;695;p76"/>
          <p:cNvSpPr/>
          <p:nvPr/>
        </p:nvSpPr>
        <p:spPr>
          <a:xfrm>
            <a:off x="14064589" y="1685111"/>
            <a:ext cx="318224" cy="339305"/>
          </a:xfrm>
          <a:custGeom>
            <a:rect b="b" l="l" r="r" t="t"/>
            <a:pathLst>
              <a:path extrusionOk="0" h="518023" w="482157">
                <a:moveTo>
                  <a:pt x="475292" y="109781"/>
                </a:moveTo>
                <a:lnTo>
                  <a:pt x="475230" y="109729"/>
                </a:lnTo>
                <a:lnTo>
                  <a:pt x="472797" y="107771"/>
                </a:lnTo>
                <a:lnTo>
                  <a:pt x="471014" y="106956"/>
                </a:lnTo>
                <a:lnTo>
                  <a:pt x="470663" y="106729"/>
                </a:lnTo>
                <a:lnTo>
                  <a:pt x="248373" y="1898"/>
                </a:lnTo>
                <a:cubicBezTo>
                  <a:pt x="243050" y="-633"/>
                  <a:pt x="236871" y="-633"/>
                  <a:pt x="231548" y="1898"/>
                </a:cubicBezTo>
                <a:lnTo>
                  <a:pt x="11216" y="106781"/>
                </a:lnTo>
                <a:lnTo>
                  <a:pt x="10381" y="107338"/>
                </a:lnTo>
                <a:lnTo>
                  <a:pt x="9350" y="107802"/>
                </a:lnTo>
                <a:lnTo>
                  <a:pt x="7886" y="108977"/>
                </a:lnTo>
                <a:lnTo>
                  <a:pt x="6103" y="110420"/>
                </a:lnTo>
                <a:lnTo>
                  <a:pt x="4124" y="112729"/>
                </a:lnTo>
                <a:lnTo>
                  <a:pt x="2866" y="114440"/>
                </a:lnTo>
                <a:lnTo>
                  <a:pt x="1505" y="117399"/>
                </a:lnTo>
                <a:lnTo>
                  <a:pt x="783" y="119193"/>
                </a:lnTo>
                <a:lnTo>
                  <a:pt x="186" y="123069"/>
                </a:lnTo>
                <a:lnTo>
                  <a:pt x="0" y="124275"/>
                </a:lnTo>
                <a:lnTo>
                  <a:pt x="0" y="380039"/>
                </a:lnTo>
                <a:cubicBezTo>
                  <a:pt x="-11" y="387288"/>
                  <a:pt x="3982" y="393951"/>
                  <a:pt x="10381" y="397358"/>
                </a:cubicBezTo>
                <a:lnTo>
                  <a:pt x="231528" y="515704"/>
                </a:lnTo>
                <a:cubicBezTo>
                  <a:pt x="234383" y="517226"/>
                  <a:pt x="237570" y="518023"/>
                  <a:pt x="240806" y="518024"/>
                </a:cubicBezTo>
                <a:lnTo>
                  <a:pt x="241022" y="518024"/>
                </a:lnTo>
                <a:cubicBezTo>
                  <a:pt x="244259" y="518029"/>
                  <a:pt x="247447" y="517232"/>
                  <a:pt x="250300" y="515704"/>
                </a:cubicBezTo>
                <a:lnTo>
                  <a:pt x="471767" y="397368"/>
                </a:lnTo>
                <a:cubicBezTo>
                  <a:pt x="478172" y="393962"/>
                  <a:pt x="482171" y="387295"/>
                  <a:pt x="482158" y="380039"/>
                </a:cubicBezTo>
                <a:lnTo>
                  <a:pt x="482158" y="124502"/>
                </a:lnTo>
                <a:cubicBezTo>
                  <a:pt x="482116" y="118831"/>
                  <a:pt x="479611" y="113458"/>
                  <a:pt x="475292" y="109781"/>
                </a:cubicBezTo>
                <a:close/>
                <a:moveTo>
                  <a:pt x="240971" y="214282"/>
                </a:moveTo>
                <a:lnTo>
                  <a:pt x="186777" y="186912"/>
                </a:lnTo>
                <a:lnTo>
                  <a:pt x="361905" y="98884"/>
                </a:lnTo>
                <a:lnTo>
                  <a:pt x="417500" y="125110"/>
                </a:lnTo>
                <a:close/>
                <a:moveTo>
                  <a:pt x="240033" y="41412"/>
                </a:moveTo>
                <a:lnTo>
                  <a:pt x="284619" y="62453"/>
                </a:lnTo>
                <a:lnTo>
                  <a:pt x="111944" y="149109"/>
                </a:lnTo>
                <a:lnTo>
                  <a:pt x="64286" y="125028"/>
                </a:lnTo>
                <a:close/>
                <a:moveTo>
                  <a:pt x="39359" y="368266"/>
                </a:moveTo>
                <a:lnTo>
                  <a:pt x="39359" y="156439"/>
                </a:lnTo>
                <a:lnTo>
                  <a:pt x="90306" y="182211"/>
                </a:lnTo>
                <a:lnTo>
                  <a:pt x="90306" y="276074"/>
                </a:lnTo>
                <a:lnTo>
                  <a:pt x="165128" y="313990"/>
                </a:lnTo>
                <a:lnTo>
                  <a:pt x="165128" y="219973"/>
                </a:lnTo>
                <a:lnTo>
                  <a:pt x="221291" y="248343"/>
                </a:lnTo>
                <a:lnTo>
                  <a:pt x="221167" y="465541"/>
                </a:lnTo>
                <a:close/>
                <a:moveTo>
                  <a:pt x="442902" y="368266"/>
                </a:moveTo>
                <a:lnTo>
                  <a:pt x="260702" y="465582"/>
                </a:lnTo>
                <a:lnTo>
                  <a:pt x="260836" y="248384"/>
                </a:lnTo>
                <a:lnTo>
                  <a:pt x="442850" y="156439"/>
                </a:lnTo>
                <a:close/>
              </a:path>
            </a:pathLst>
          </a:custGeom>
          <a:solidFill>
            <a:srgbClr val="29B5E8"/>
          </a:solidFill>
          <a:ln>
            <a:noFill/>
          </a:ln>
        </p:spPr>
        <p:txBody>
          <a:bodyPr anchorCtr="0" anchor="ctr"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262626"/>
              </a:solidFill>
              <a:latin typeface="Calibri"/>
              <a:ea typeface="Calibri"/>
              <a:cs typeface="Calibri"/>
              <a:sym typeface="Calibri"/>
            </a:endParaRPr>
          </a:p>
        </p:txBody>
      </p:sp>
      <p:sp>
        <p:nvSpPr>
          <p:cNvPr id="696" name="Google Shape;696;p76"/>
          <p:cNvSpPr txBox="1"/>
          <p:nvPr/>
        </p:nvSpPr>
        <p:spPr>
          <a:xfrm>
            <a:off x="15420258" y="6049406"/>
            <a:ext cx="1987200" cy="5541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Sharing, Monetization</a:t>
            </a:r>
            <a:endParaRPr sz="1800">
              <a:solidFill>
                <a:srgbClr val="262626"/>
              </a:solidFill>
            </a:endParaRPr>
          </a:p>
        </p:txBody>
      </p:sp>
      <p:grpSp>
        <p:nvGrpSpPr>
          <p:cNvPr id="697" name="Google Shape;697;p76"/>
          <p:cNvGrpSpPr/>
          <p:nvPr/>
        </p:nvGrpSpPr>
        <p:grpSpPr>
          <a:xfrm>
            <a:off x="14615363" y="6057392"/>
            <a:ext cx="480423" cy="538410"/>
            <a:chOff x="4445000" y="2432050"/>
            <a:chExt cx="250612" cy="280890"/>
          </a:xfrm>
        </p:grpSpPr>
        <p:sp>
          <p:nvSpPr>
            <p:cNvPr id="698" name="Google Shape;698;p76"/>
            <p:cNvSpPr/>
            <p:nvPr/>
          </p:nvSpPr>
          <p:spPr>
            <a:xfrm>
              <a:off x="4487736" y="2477219"/>
              <a:ext cx="166403" cy="188688"/>
            </a:xfrm>
            <a:custGeom>
              <a:rect b="b" l="l" r="r" t="t"/>
              <a:pathLst>
                <a:path extrusionOk="0" h="188688" w="166403">
                  <a:moveTo>
                    <a:pt x="163097" y="132715"/>
                  </a:moveTo>
                  <a:lnTo>
                    <a:pt x="151620" y="126103"/>
                  </a:lnTo>
                  <a:cubicBezTo>
                    <a:pt x="156282" y="116221"/>
                    <a:pt x="158660" y="105435"/>
                    <a:pt x="158582" y="94530"/>
                  </a:cubicBezTo>
                  <a:cubicBezTo>
                    <a:pt x="158584" y="83062"/>
                    <a:pt x="155912" y="71747"/>
                    <a:pt x="150774" y="61468"/>
                  </a:cubicBezTo>
                  <a:lnTo>
                    <a:pt x="162533" y="54762"/>
                  </a:lnTo>
                  <a:cubicBezTo>
                    <a:pt x="165503" y="52966"/>
                    <a:pt x="166440" y="49125"/>
                    <a:pt x="164624" y="46184"/>
                  </a:cubicBezTo>
                  <a:cubicBezTo>
                    <a:pt x="162873" y="43346"/>
                    <a:pt x="159180" y="42367"/>
                    <a:pt x="156230" y="43959"/>
                  </a:cubicBezTo>
                  <a:lnTo>
                    <a:pt x="144283" y="50758"/>
                  </a:lnTo>
                  <a:cubicBezTo>
                    <a:pt x="131250" y="33022"/>
                    <a:pt x="111048" y="21798"/>
                    <a:pt x="88967" y="20024"/>
                  </a:cubicBezTo>
                  <a:lnTo>
                    <a:pt x="88967" y="6240"/>
                  </a:lnTo>
                  <a:cubicBezTo>
                    <a:pt x="88967" y="2794"/>
                    <a:pt x="86145" y="0"/>
                    <a:pt x="82664" y="0"/>
                  </a:cubicBezTo>
                  <a:cubicBezTo>
                    <a:pt x="79183" y="0"/>
                    <a:pt x="76361" y="2794"/>
                    <a:pt x="76361" y="6240"/>
                  </a:cubicBezTo>
                  <a:lnTo>
                    <a:pt x="76361" y="20024"/>
                  </a:lnTo>
                  <a:cubicBezTo>
                    <a:pt x="53987" y="21911"/>
                    <a:pt x="33632" y="33592"/>
                    <a:pt x="20857" y="51875"/>
                  </a:cubicBezTo>
                  <a:lnTo>
                    <a:pt x="9475" y="45449"/>
                  </a:lnTo>
                  <a:cubicBezTo>
                    <a:pt x="6478" y="43696"/>
                    <a:pt x="2612" y="44680"/>
                    <a:pt x="842" y="47647"/>
                  </a:cubicBezTo>
                  <a:cubicBezTo>
                    <a:pt x="834" y="47660"/>
                    <a:pt x="827" y="47672"/>
                    <a:pt x="820" y="47684"/>
                  </a:cubicBezTo>
                  <a:cubicBezTo>
                    <a:pt x="-889" y="50697"/>
                    <a:pt x="158" y="54510"/>
                    <a:pt x="3172" y="56253"/>
                  </a:cubicBezTo>
                  <a:lnTo>
                    <a:pt x="14837" y="62865"/>
                  </a:lnTo>
                  <a:cubicBezTo>
                    <a:pt x="4931" y="83543"/>
                    <a:pt x="5174" y="107580"/>
                    <a:pt x="15495" y="128058"/>
                  </a:cubicBezTo>
                  <a:lnTo>
                    <a:pt x="4300" y="134671"/>
                  </a:lnTo>
                  <a:cubicBezTo>
                    <a:pt x="1287" y="136396"/>
                    <a:pt x="257" y="140213"/>
                    <a:pt x="1999" y="143196"/>
                  </a:cubicBezTo>
                  <a:cubicBezTo>
                    <a:pt x="3133" y="145138"/>
                    <a:pt x="5233" y="146328"/>
                    <a:pt x="7499" y="146312"/>
                  </a:cubicBezTo>
                  <a:cubicBezTo>
                    <a:pt x="8590" y="146308"/>
                    <a:pt x="9661" y="146019"/>
                    <a:pt x="10603" y="145474"/>
                  </a:cubicBezTo>
                  <a:lnTo>
                    <a:pt x="22551" y="138676"/>
                  </a:lnTo>
                  <a:cubicBezTo>
                    <a:pt x="35318" y="156042"/>
                    <a:pt x="55035" y="167109"/>
                    <a:pt x="76643" y="169037"/>
                  </a:cubicBezTo>
                  <a:lnTo>
                    <a:pt x="76643" y="182448"/>
                  </a:lnTo>
                  <a:cubicBezTo>
                    <a:pt x="76643" y="185894"/>
                    <a:pt x="79466" y="188688"/>
                    <a:pt x="82946" y="188688"/>
                  </a:cubicBezTo>
                  <a:cubicBezTo>
                    <a:pt x="86427" y="188688"/>
                    <a:pt x="89249" y="185894"/>
                    <a:pt x="89249" y="182448"/>
                  </a:cubicBezTo>
                  <a:lnTo>
                    <a:pt x="89249" y="169037"/>
                  </a:lnTo>
                  <a:cubicBezTo>
                    <a:pt x="112046" y="167311"/>
                    <a:pt x="132814" y="155421"/>
                    <a:pt x="145694" y="136720"/>
                  </a:cubicBezTo>
                  <a:lnTo>
                    <a:pt x="157077" y="143239"/>
                  </a:lnTo>
                  <a:cubicBezTo>
                    <a:pt x="158034" y="143829"/>
                    <a:pt x="159148" y="144120"/>
                    <a:pt x="160275" y="144077"/>
                  </a:cubicBezTo>
                  <a:cubicBezTo>
                    <a:pt x="162511" y="144067"/>
                    <a:pt x="164580" y="142902"/>
                    <a:pt x="165732" y="141004"/>
                  </a:cubicBezTo>
                  <a:cubicBezTo>
                    <a:pt x="167260" y="137990"/>
                    <a:pt x="166094" y="134320"/>
                    <a:pt x="163097" y="132715"/>
                  </a:cubicBezTo>
                  <a:close/>
                  <a:moveTo>
                    <a:pt x="83135" y="157023"/>
                  </a:moveTo>
                  <a:cubicBezTo>
                    <a:pt x="48376" y="157054"/>
                    <a:pt x="20173" y="129185"/>
                    <a:pt x="20140" y="94774"/>
                  </a:cubicBezTo>
                  <a:cubicBezTo>
                    <a:pt x="20130" y="83946"/>
                    <a:pt x="22971" y="73301"/>
                    <a:pt x="28383" y="63889"/>
                  </a:cubicBezTo>
                  <a:lnTo>
                    <a:pt x="28383" y="63889"/>
                  </a:lnTo>
                  <a:lnTo>
                    <a:pt x="28383" y="63889"/>
                  </a:lnTo>
                  <a:cubicBezTo>
                    <a:pt x="46485" y="34513"/>
                    <a:pt x="85214" y="25226"/>
                    <a:pt x="114886" y="43146"/>
                  </a:cubicBezTo>
                  <a:cubicBezTo>
                    <a:pt x="143381" y="60355"/>
                    <a:pt x="153350" y="96593"/>
                    <a:pt x="137603" y="125730"/>
                  </a:cubicBezTo>
                  <a:cubicBezTo>
                    <a:pt x="137564" y="125883"/>
                    <a:pt x="137564" y="126043"/>
                    <a:pt x="137603" y="126196"/>
                  </a:cubicBezTo>
                  <a:lnTo>
                    <a:pt x="137603" y="126754"/>
                  </a:lnTo>
                  <a:cubicBezTo>
                    <a:pt x="126142" y="145681"/>
                    <a:pt x="105424" y="157194"/>
                    <a:pt x="83135" y="157023"/>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699" name="Google Shape;699;p76"/>
            <p:cNvSpPr/>
            <p:nvPr/>
          </p:nvSpPr>
          <p:spPr>
            <a:xfrm>
              <a:off x="4550268" y="2432050"/>
              <a:ext cx="41204" cy="40792"/>
            </a:xfrm>
            <a:custGeom>
              <a:rect b="b" l="l" r="r" t="t"/>
              <a:pathLst>
                <a:path extrusionOk="0" h="40792" w="41204">
                  <a:moveTo>
                    <a:pt x="20602" y="40792"/>
                  </a:moveTo>
                  <a:cubicBezTo>
                    <a:pt x="31980" y="40792"/>
                    <a:pt x="41204" y="31661"/>
                    <a:pt x="41204" y="20396"/>
                  </a:cubicBezTo>
                  <a:cubicBezTo>
                    <a:pt x="41204" y="9132"/>
                    <a:pt x="31980" y="0"/>
                    <a:pt x="20602" y="0"/>
                  </a:cubicBezTo>
                  <a:cubicBezTo>
                    <a:pt x="9224" y="0"/>
                    <a:pt x="0" y="9132"/>
                    <a:pt x="0" y="20396"/>
                  </a:cubicBezTo>
                  <a:cubicBezTo>
                    <a:pt x="0" y="31661"/>
                    <a:pt x="9224" y="40792"/>
                    <a:pt x="20602" y="40792"/>
                  </a:cubicBezTo>
                  <a:close/>
                  <a:moveTo>
                    <a:pt x="20602" y="12852"/>
                  </a:moveTo>
                  <a:cubicBezTo>
                    <a:pt x="25018" y="12852"/>
                    <a:pt x="28599" y="16397"/>
                    <a:pt x="28599" y="20769"/>
                  </a:cubicBezTo>
                  <a:cubicBezTo>
                    <a:pt x="28650" y="25192"/>
                    <a:pt x="25070" y="28819"/>
                    <a:pt x="20602" y="28870"/>
                  </a:cubicBezTo>
                  <a:cubicBezTo>
                    <a:pt x="16135" y="28921"/>
                    <a:pt x="12470" y="25377"/>
                    <a:pt x="12419" y="20954"/>
                  </a:cubicBezTo>
                  <a:cubicBezTo>
                    <a:pt x="12367" y="16531"/>
                    <a:pt x="15947" y="12904"/>
                    <a:pt x="20415" y="12852"/>
                  </a:cubicBezTo>
                  <a:cubicBezTo>
                    <a:pt x="20477" y="12852"/>
                    <a:pt x="20540" y="12852"/>
                    <a:pt x="20602" y="12852"/>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0" name="Google Shape;700;p76"/>
            <p:cNvSpPr/>
            <p:nvPr/>
          </p:nvSpPr>
          <p:spPr>
            <a:xfrm>
              <a:off x="4445000" y="2492120"/>
              <a:ext cx="41204" cy="40792"/>
            </a:xfrm>
            <a:custGeom>
              <a:rect b="b" l="l" r="r" t="t"/>
              <a:pathLst>
                <a:path extrusionOk="0" h="40792" w="41204">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1" y="28355"/>
                    <a:pt x="12606" y="24784"/>
                    <a:pt x="12606" y="20396"/>
                  </a:cubicBezTo>
                  <a:cubicBezTo>
                    <a:pt x="12606" y="16024"/>
                    <a:pt x="16186" y="12480"/>
                    <a:pt x="20602" y="12480"/>
                  </a:cubicBezTo>
                  <a:cubicBezTo>
                    <a:pt x="25044" y="12004"/>
                    <a:pt x="29036" y="15183"/>
                    <a:pt x="29517" y="19580"/>
                  </a:cubicBezTo>
                  <a:cubicBezTo>
                    <a:pt x="29998" y="23978"/>
                    <a:pt x="26787" y="27929"/>
                    <a:pt x="22344" y="28406"/>
                  </a:cubicBezTo>
                  <a:cubicBezTo>
                    <a:pt x="21765" y="28468"/>
                    <a:pt x="21181" y="28468"/>
                    <a:pt x="20602" y="28406"/>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1" name="Google Shape;701;p76"/>
            <p:cNvSpPr/>
            <p:nvPr/>
          </p:nvSpPr>
          <p:spPr>
            <a:xfrm>
              <a:off x="4445000" y="2611983"/>
              <a:ext cx="41204" cy="40792"/>
            </a:xfrm>
            <a:custGeom>
              <a:rect b="b" l="l" r="r" t="t"/>
              <a:pathLst>
                <a:path extrusionOk="0" h="40792" w="41204">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1" y="28354"/>
                    <a:pt x="12606" y="24784"/>
                    <a:pt x="12606" y="20396"/>
                  </a:cubicBezTo>
                  <a:cubicBezTo>
                    <a:pt x="12606" y="16025"/>
                    <a:pt x="16186" y="12480"/>
                    <a:pt x="20602" y="12480"/>
                  </a:cubicBezTo>
                  <a:cubicBezTo>
                    <a:pt x="25044" y="12004"/>
                    <a:pt x="29036" y="15183"/>
                    <a:pt x="29517" y="19580"/>
                  </a:cubicBezTo>
                  <a:cubicBezTo>
                    <a:pt x="29998" y="23978"/>
                    <a:pt x="26787" y="27930"/>
                    <a:pt x="22344" y="28406"/>
                  </a:cubicBezTo>
                  <a:cubicBezTo>
                    <a:pt x="21765" y="28468"/>
                    <a:pt x="21181" y="28468"/>
                    <a:pt x="20602" y="28406"/>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2" name="Google Shape;702;p76"/>
            <p:cNvSpPr/>
            <p:nvPr/>
          </p:nvSpPr>
          <p:spPr>
            <a:xfrm>
              <a:off x="4654408" y="2492586"/>
              <a:ext cx="41204" cy="40792"/>
            </a:xfrm>
            <a:custGeom>
              <a:rect b="b" l="l" r="r" t="t"/>
              <a:pathLst>
                <a:path extrusionOk="0" h="40792" w="41204">
                  <a:moveTo>
                    <a:pt x="20602" y="40792"/>
                  </a:moveTo>
                  <a:cubicBezTo>
                    <a:pt x="31980" y="40792"/>
                    <a:pt x="41204" y="31661"/>
                    <a:pt x="41204" y="20396"/>
                  </a:cubicBezTo>
                  <a:cubicBezTo>
                    <a:pt x="41204" y="9132"/>
                    <a:pt x="31980" y="0"/>
                    <a:pt x="20602" y="0"/>
                  </a:cubicBezTo>
                  <a:cubicBezTo>
                    <a:pt x="9224" y="0"/>
                    <a:pt x="0" y="9132"/>
                    <a:pt x="0" y="20396"/>
                  </a:cubicBezTo>
                  <a:cubicBezTo>
                    <a:pt x="0" y="31661"/>
                    <a:pt x="9224" y="40792"/>
                    <a:pt x="20602" y="40792"/>
                  </a:cubicBezTo>
                  <a:close/>
                  <a:moveTo>
                    <a:pt x="20602" y="12387"/>
                  </a:moveTo>
                  <a:cubicBezTo>
                    <a:pt x="25044" y="11910"/>
                    <a:pt x="29036" y="15089"/>
                    <a:pt x="29517" y="19487"/>
                  </a:cubicBezTo>
                  <a:cubicBezTo>
                    <a:pt x="29997" y="23885"/>
                    <a:pt x="26787" y="27836"/>
                    <a:pt x="22344" y="28313"/>
                  </a:cubicBezTo>
                  <a:cubicBezTo>
                    <a:pt x="21766" y="28375"/>
                    <a:pt x="21182" y="28375"/>
                    <a:pt x="20602" y="28313"/>
                  </a:cubicBezTo>
                  <a:cubicBezTo>
                    <a:pt x="16186" y="28313"/>
                    <a:pt x="12606" y="24768"/>
                    <a:pt x="12606" y="20396"/>
                  </a:cubicBezTo>
                  <a:cubicBezTo>
                    <a:pt x="12606" y="16009"/>
                    <a:pt x="16170" y="12438"/>
                    <a:pt x="20602" y="12387"/>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3" name="Google Shape;703;p76"/>
            <p:cNvSpPr/>
            <p:nvPr/>
          </p:nvSpPr>
          <p:spPr>
            <a:xfrm>
              <a:off x="4654408" y="2611983"/>
              <a:ext cx="41204" cy="40792"/>
            </a:xfrm>
            <a:custGeom>
              <a:rect b="b" l="l" r="r" t="t"/>
              <a:pathLst>
                <a:path extrusionOk="0" h="40792" w="41204">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0" y="28354"/>
                    <a:pt x="12606" y="24784"/>
                    <a:pt x="12606" y="20396"/>
                  </a:cubicBezTo>
                  <a:cubicBezTo>
                    <a:pt x="12606" y="16025"/>
                    <a:pt x="16186" y="12480"/>
                    <a:pt x="20602" y="12480"/>
                  </a:cubicBezTo>
                  <a:cubicBezTo>
                    <a:pt x="25044" y="12004"/>
                    <a:pt x="29036" y="15183"/>
                    <a:pt x="29517" y="19580"/>
                  </a:cubicBezTo>
                  <a:cubicBezTo>
                    <a:pt x="29997" y="23978"/>
                    <a:pt x="26787" y="27930"/>
                    <a:pt x="22344" y="28406"/>
                  </a:cubicBezTo>
                  <a:cubicBezTo>
                    <a:pt x="21766" y="28468"/>
                    <a:pt x="21182" y="28468"/>
                    <a:pt x="20602" y="28406"/>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4" name="Google Shape;704;p76"/>
            <p:cNvSpPr/>
            <p:nvPr/>
          </p:nvSpPr>
          <p:spPr>
            <a:xfrm>
              <a:off x="4549896" y="2671961"/>
              <a:ext cx="41394" cy="40979"/>
            </a:xfrm>
            <a:custGeom>
              <a:rect b="b" l="l" r="r" t="t"/>
              <a:pathLst>
                <a:path extrusionOk="0" h="40979" w="41394">
                  <a:moveTo>
                    <a:pt x="20787" y="0"/>
                  </a:moveTo>
                  <a:cubicBezTo>
                    <a:pt x="9357" y="-49"/>
                    <a:pt x="50" y="9083"/>
                    <a:pt x="0" y="20399"/>
                  </a:cubicBezTo>
                  <a:cubicBezTo>
                    <a:pt x="-50" y="31716"/>
                    <a:pt x="9175" y="40929"/>
                    <a:pt x="20605" y="40979"/>
                  </a:cubicBezTo>
                  <a:cubicBezTo>
                    <a:pt x="31924" y="41027"/>
                    <a:pt x="41183" y="32066"/>
                    <a:pt x="41389" y="20862"/>
                  </a:cubicBezTo>
                  <a:cubicBezTo>
                    <a:pt x="41649" y="9600"/>
                    <a:pt x="32638" y="263"/>
                    <a:pt x="21263" y="6"/>
                  </a:cubicBezTo>
                  <a:cubicBezTo>
                    <a:pt x="21104" y="2"/>
                    <a:pt x="20946" y="0"/>
                    <a:pt x="20787" y="0"/>
                  </a:cubicBezTo>
                  <a:close/>
                  <a:moveTo>
                    <a:pt x="20787" y="27940"/>
                  </a:moveTo>
                  <a:cubicBezTo>
                    <a:pt x="16355" y="27889"/>
                    <a:pt x="12791" y="24318"/>
                    <a:pt x="12791" y="19931"/>
                  </a:cubicBezTo>
                  <a:cubicBezTo>
                    <a:pt x="12791" y="15559"/>
                    <a:pt x="16371" y="12014"/>
                    <a:pt x="20787" y="12014"/>
                  </a:cubicBezTo>
                  <a:cubicBezTo>
                    <a:pt x="25229" y="11538"/>
                    <a:pt x="29221" y="14717"/>
                    <a:pt x="29701" y="19115"/>
                  </a:cubicBezTo>
                  <a:cubicBezTo>
                    <a:pt x="30182" y="23513"/>
                    <a:pt x="26971" y="27464"/>
                    <a:pt x="22529" y="27940"/>
                  </a:cubicBezTo>
                  <a:cubicBezTo>
                    <a:pt x="21950" y="28003"/>
                    <a:pt x="21366" y="28003"/>
                    <a:pt x="20787" y="27940"/>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5" name="Google Shape;705;p76"/>
            <p:cNvSpPr/>
            <p:nvPr/>
          </p:nvSpPr>
          <p:spPr>
            <a:xfrm>
              <a:off x="4599107" y="2460409"/>
              <a:ext cx="51210" cy="36927"/>
            </a:xfrm>
            <a:custGeom>
              <a:rect b="b" l="l" r="r" t="t"/>
              <a:pathLst>
                <a:path extrusionOk="0" h="36927" w="51210">
                  <a:moveTo>
                    <a:pt x="2902" y="11502"/>
                  </a:moveTo>
                  <a:lnTo>
                    <a:pt x="41473" y="35903"/>
                  </a:lnTo>
                  <a:cubicBezTo>
                    <a:pt x="42490" y="36535"/>
                    <a:pt x="43659" y="36889"/>
                    <a:pt x="44859" y="36927"/>
                  </a:cubicBezTo>
                  <a:cubicBezTo>
                    <a:pt x="47025" y="36925"/>
                    <a:pt x="49043" y="35839"/>
                    <a:pt x="50222" y="34040"/>
                  </a:cubicBezTo>
                  <a:cubicBezTo>
                    <a:pt x="52078" y="31186"/>
                    <a:pt x="51246" y="27382"/>
                    <a:pt x="48363" y="25544"/>
                  </a:cubicBezTo>
                  <a:cubicBezTo>
                    <a:pt x="48324" y="25519"/>
                    <a:pt x="48285" y="25495"/>
                    <a:pt x="48246" y="25472"/>
                  </a:cubicBezTo>
                  <a:lnTo>
                    <a:pt x="9676" y="978"/>
                  </a:lnTo>
                  <a:cubicBezTo>
                    <a:pt x="6733" y="-860"/>
                    <a:pt x="2846" y="-33"/>
                    <a:pt x="927" y="2840"/>
                  </a:cubicBezTo>
                  <a:cubicBezTo>
                    <a:pt x="-860" y="5786"/>
                    <a:pt x="10" y="9602"/>
                    <a:pt x="2902" y="11502"/>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6" name="Google Shape;706;p76"/>
            <p:cNvSpPr/>
            <p:nvPr/>
          </p:nvSpPr>
          <p:spPr>
            <a:xfrm>
              <a:off x="4491585" y="2460380"/>
              <a:ext cx="51428" cy="36865"/>
            </a:xfrm>
            <a:custGeom>
              <a:rect b="b" l="l" r="r" t="t"/>
              <a:pathLst>
                <a:path extrusionOk="0" h="36865" w="51428">
                  <a:moveTo>
                    <a:pt x="6285" y="36863"/>
                  </a:moveTo>
                  <a:cubicBezTo>
                    <a:pt x="7542" y="36902"/>
                    <a:pt x="8784" y="36578"/>
                    <a:pt x="9859" y="35931"/>
                  </a:cubicBezTo>
                  <a:lnTo>
                    <a:pt x="48524" y="11530"/>
                  </a:lnTo>
                  <a:cubicBezTo>
                    <a:pt x="51455" y="9672"/>
                    <a:pt x="52309" y="5812"/>
                    <a:pt x="50433" y="2910"/>
                  </a:cubicBezTo>
                  <a:cubicBezTo>
                    <a:pt x="50423" y="2896"/>
                    <a:pt x="50415" y="2883"/>
                    <a:pt x="50405" y="2869"/>
                  </a:cubicBezTo>
                  <a:cubicBezTo>
                    <a:pt x="48577" y="-3"/>
                    <a:pt x="44742" y="-863"/>
                    <a:pt x="41842" y="948"/>
                  </a:cubicBezTo>
                  <a:cubicBezTo>
                    <a:pt x="41811" y="967"/>
                    <a:pt x="41781" y="987"/>
                    <a:pt x="41750" y="1006"/>
                  </a:cubicBezTo>
                  <a:lnTo>
                    <a:pt x="2898" y="25500"/>
                  </a:lnTo>
                  <a:cubicBezTo>
                    <a:pt x="-3" y="27311"/>
                    <a:pt x="-871" y="31107"/>
                    <a:pt x="958" y="33978"/>
                  </a:cubicBezTo>
                  <a:cubicBezTo>
                    <a:pt x="977" y="34009"/>
                    <a:pt x="997" y="34039"/>
                    <a:pt x="1016" y="34069"/>
                  </a:cubicBezTo>
                  <a:cubicBezTo>
                    <a:pt x="2162" y="35844"/>
                    <a:pt x="4157" y="36902"/>
                    <a:pt x="6285" y="36863"/>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7" name="Google Shape;707;p76"/>
            <p:cNvSpPr/>
            <p:nvPr/>
          </p:nvSpPr>
          <p:spPr>
            <a:xfrm>
              <a:off x="4456382" y="2542413"/>
              <a:ext cx="12605" cy="57835"/>
            </a:xfrm>
            <a:custGeom>
              <a:rect b="b" l="l" r="r" t="t"/>
              <a:pathLst>
                <a:path extrusionOk="0" h="57835" w="12605">
                  <a:moveTo>
                    <a:pt x="12606" y="51596"/>
                  </a:moveTo>
                  <a:lnTo>
                    <a:pt x="12606" y="6240"/>
                  </a:lnTo>
                  <a:cubicBezTo>
                    <a:pt x="12606" y="2794"/>
                    <a:pt x="9784" y="0"/>
                    <a:pt x="6303" y="0"/>
                  </a:cubicBezTo>
                  <a:cubicBezTo>
                    <a:pt x="2822" y="0"/>
                    <a:pt x="0" y="2794"/>
                    <a:pt x="0" y="6240"/>
                  </a:cubicBezTo>
                  <a:lnTo>
                    <a:pt x="0" y="51596"/>
                  </a:lnTo>
                  <a:cubicBezTo>
                    <a:pt x="0" y="55042"/>
                    <a:pt x="2822" y="57836"/>
                    <a:pt x="6303" y="57836"/>
                  </a:cubicBezTo>
                  <a:cubicBezTo>
                    <a:pt x="9784" y="57836"/>
                    <a:pt x="12606" y="55042"/>
                    <a:pt x="12606" y="51596"/>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8" name="Google Shape;708;p76"/>
            <p:cNvSpPr/>
            <p:nvPr/>
          </p:nvSpPr>
          <p:spPr>
            <a:xfrm>
              <a:off x="4669837" y="2542413"/>
              <a:ext cx="12605" cy="57835"/>
            </a:xfrm>
            <a:custGeom>
              <a:rect b="b" l="l" r="r" t="t"/>
              <a:pathLst>
                <a:path extrusionOk="0" h="57835" w="12605">
                  <a:moveTo>
                    <a:pt x="0" y="6240"/>
                  </a:moveTo>
                  <a:lnTo>
                    <a:pt x="0" y="51596"/>
                  </a:lnTo>
                  <a:cubicBezTo>
                    <a:pt x="0" y="55042"/>
                    <a:pt x="2822" y="57836"/>
                    <a:pt x="6303" y="57836"/>
                  </a:cubicBezTo>
                  <a:cubicBezTo>
                    <a:pt x="9784" y="57836"/>
                    <a:pt x="12606" y="55042"/>
                    <a:pt x="12606" y="51596"/>
                  </a:cubicBezTo>
                  <a:lnTo>
                    <a:pt x="12606" y="6240"/>
                  </a:lnTo>
                  <a:cubicBezTo>
                    <a:pt x="12606" y="2794"/>
                    <a:pt x="9784" y="0"/>
                    <a:pt x="6303" y="0"/>
                  </a:cubicBezTo>
                  <a:cubicBezTo>
                    <a:pt x="2822" y="0"/>
                    <a:pt x="0" y="2794"/>
                    <a:pt x="0" y="6240"/>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9" name="Google Shape;709;p76"/>
            <p:cNvSpPr/>
            <p:nvPr/>
          </p:nvSpPr>
          <p:spPr>
            <a:xfrm>
              <a:off x="4599017" y="2646625"/>
              <a:ext cx="50807" cy="36884"/>
            </a:xfrm>
            <a:custGeom>
              <a:rect b="b" l="l" r="r" t="t"/>
              <a:pathLst>
                <a:path extrusionOk="0" h="36884" w="50807">
                  <a:moveTo>
                    <a:pt x="41562" y="935"/>
                  </a:moveTo>
                  <a:lnTo>
                    <a:pt x="2898" y="25429"/>
                  </a:lnTo>
                  <a:cubicBezTo>
                    <a:pt x="-2" y="27240"/>
                    <a:pt x="-872" y="31036"/>
                    <a:pt x="958" y="33907"/>
                  </a:cubicBezTo>
                  <a:cubicBezTo>
                    <a:pt x="977" y="33938"/>
                    <a:pt x="997" y="33968"/>
                    <a:pt x="1016" y="33998"/>
                  </a:cubicBezTo>
                  <a:cubicBezTo>
                    <a:pt x="2067" y="35699"/>
                    <a:pt x="3897" y="36778"/>
                    <a:pt x="5908" y="36885"/>
                  </a:cubicBezTo>
                  <a:cubicBezTo>
                    <a:pt x="7112" y="36860"/>
                    <a:pt x="8284" y="36506"/>
                    <a:pt x="9295" y="35860"/>
                  </a:cubicBezTo>
                  <a:lnTo>
                    <a:pt x="47959" y="11459"/>
                  </a:lnTo>
                  <a:cubicBezTo>
                    <a:pt x="50871" y="9570"/>
                    <a:pt x="51684" y="5702"/>
                    <a:pt x="49775" y="2820"/>
                  </a:cubicBezTo>
                  <a:cubicBezTo>
                    <a:pt x="47902" y="-10"/>
                    <a:pt x="44092" y="-846"/>
                    <a:pt x="41186" y="935"/>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10" name="Google Shape;710;p76"/>
            <p:cNvSpPr/>
            <p:nvPr/>
          </p:nvSpPr>
          <p:spPr>
            <a:xfrm>
              <a:off x="4491822" y="2646624"/>
              <a:ext cx="51800" cy="37265"/>
            </a:xfrm>
            <a:custGeom>
              <a:rect b="b" l="l" r="r" t="t"/>
              <a:pathLst>
                <a:path extrusionOk="0" h="37265" w="51800">
                  <a:moveTo>
                    <a:pt x="48004" y="25430"/>
                  </a:moveTo>
                  <a:lnTo>
                    <a:pt x="9622" y="936"/>
                  </a:lnTo>
                  <a:cubicBezTo>
                    <a:pt x="6662" y="-879"/>
                    <a:pt x="2777" y="26"/>
                    <a:pt x="945" y="2957"/>
                  </a:cubicBezTo>
                  <a:cubicBezTo>
                    <a:pt x="-854" y="5833"/>
                    <a:pt x="-10" y="9604"/>
                    <a:pt x="2848" y="11460"/>
                  </a:cubicBezTo>
                  <a:lnTo>
                    <a:pt x="41513" y="35861"/>
                  </a:lnTo>
                  <a:cubicBezTo>
                    <a:pt x="44210" y="38039"/>
                    <a:pt x="48181" y="37640"/>
                    <a:pt x="50381" y="34969"/>
                  </a:cubicBezTo>
                  <a:cubicBezTo>
                    <a:pt x="52582" y="32299"/>
                    <a:pt x="52178" y="28368"/>
                    <a:pt x="49481" y="26191"/>
                  </a:cubicBezTo>
                  <a:cubicBezTo>
                    <a:pt x="49113" y="25892"/>
                    <a:pt x="48712" y="25637"/>
                    <a:pt x="48286" y="25430"/>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11" name="Google Shape;711;p76"/>
            <p:cNvSpPr/>
            <p:nvPr/>
          </p:nvSpPr>
          <p:spPr>
            <a:xfrm>
              <a:off x="4531413" y="2532074"/>
              <a:ext cx="79965" cy="79630"/>
            </a:xfrm>
            <a:custGeom>
              <a:rect b="b" l="l" r="r" t="t"/>
              <a:pathLst>
                <a:path extrusionOk="0" h="79630" w="79965">
                  <a:moveTo>
                    <a:pt x="70220" y="67616"/>
                  </a:moveTo>
                  <a:cubicBezTo>
                    <a:pt x="68868" y="69929"/>
                    <a:pt x="65880" y="70721"/>
                    <a:pt x="63541" y="69385"/>
                  </a:cubicBezTo>
                  <a:lnTo>
                    <a:pt x="54134" y="63983"/>
                  </a:lnTo>
                  <a:lnTo>
                    <a:pt x="54134" y="74787"/>
                  </a:lnTo>
                  <a:cubicBezTo>
                    <a:pt x="53986" y="77471"/>
                    <a:pt x="51768" y="79585"/>
                    <a:pt x="49054" y="79630"/>
                  </a:cubicBezTo>
                  <a:cubicBezTo>
                    <a:pt x="46300" y="79682"/>
                    <a:pt x="44026" y="77514"/>
                    <a:pt x="43974" y="74789"/>
                  </a:cubicBezTo>
                  <a:cubicBezTo>
                    <a:pt x="43974" y="74788"/>
                    <a:pt x="43974" y="74788"/>
                    <a:pt x="43974" y="74787"/>
                  </a:cubicBezTo>
                  <a:lnTo>
                    <a:pt x="43974" y="55136"/>
                  </a:lnTo>
                  <a:cubicBezTo>
                    <a:pt x="43868" y="52412"/>
                    <a:pt x="46013" y="50119"/>
                    <a:pt x="48764" y="50013"/>
                  </a:cubicBezTo>
                  <a:cubicBezTo>
                    <a:pt x="48767" y="50013"/>
                    <a:pt x="48768" y="50013"/>
                    <a:pt x="48771" y="50013"/>
                  </a:cubicBezTo>
                  <a:cubicBezTo>
                    <a:pt x="49735" y="50065"/>
                    <a:pt x="50685" y="50253"/>
                    <a:pt x="51594" y="50572"/>
                  </a:cubicBezTo>
                  <a:lnTo>
                    <a:pt x="68245" y="59886"/>
                  </a:lnTo>
                  <a:cubicBezTo>
                    <a:pt x="70820" y="60986"/>
                    <a:pt x="72007" y="63947"/>
                    <a:pt x="70894" y="66496"/>
                  </a:cubicBezTo>
                  <a:cubicBezTo>
                    <a:pt x="70720" y="66897"/>
                    <a:pt x="70493" y="67273"/>
                    <a:pt x="70220" y="67616"/>
                  </a:cubicBezTo>
                  <a:close/>
                  <a:moveTo>
                    <a:pt x="43409" y="39676"/>
                  </a:moveTo>
                  <a:cubicBezTo>
                    <a:pt x="43409" y="39676"/>
                    <a:pt x="43409" y="40328"/>
                    <a:pt x="42751" y="40607"/>
                  </a:cubicBezTo>
                  <a:lnTo>
                    <a:pt x="40869" y="42749"/>
                  </a:lnTo>
                  <a:cubicBezTo>
                    <a:pt x="40869" y="42749"/>
                    <a:pt x="40211" y="42749"/>
                    <a:pt x="39928" y="42749"/>
                  </a:cubicBezTo>
                  <a:cubicBezTo>
                    <a:pt x="39646" y="42749"/>
                    <a:pt x="39270" y="42749"/>
                    <a:pt x="38988" y="42749"/>
                  </a:cubicBezTo>
                  <a:lnTo>
                    <a:pt x="37012" y="40607"/>
                  </a:lnTo>
                  <a:cubicBezTo>
                    <a:pt x="37012" y="40607"/>
                    <a:pt x="37012" y="40048"/>
                    <a:pt x="37012" y="39676"/>
                  </a:cubicBezTo>
                  <a:cubicBezTo>
                    <a:pt x="36892" y="39409"/>
                    <a:pt x="36892" y="39104"/>
                    <a:pt x="37012" y="38837"/>
                  </a:cubicBezTo>
                  <a:lnTo>
                    <a:pt x="38988" y="36975"/>
                  </a:lnTo>
                  <a:cubicBezTo>
                    <a:pt x="39286" y="36839"/>
                    <a:pt x="39630" y="36839"/>
                    <a:pt x="39928" y="36975"/>
                  </a:cubicBezTo>
                  <a:cubicBezTo>
                    <a:pt x="40231" y="36860"/>
                    <a:pt x="40566" y="36860"/>
                    <a:pt x="40869" y="36975"/>
                  </a:cubicBezTo>
                  <a:lnTo>
                    <a:pt x="42751" y="38837"/>
                  </a:lnTo>
                  <a:cubicBezTo>
                    <a:pt x="42751" y="38837"/>
                    <a:pt x="43409" y="39117"/>
                    <a:pt x="43409" y="39676"/>
                  </a:cubicBezTo>
                  <a:close/>
                  <a:moveTo>
                    <a:pt x="49336" y="40886"/>
                  </a:moveTo>
                  <a:lnTo>
                    <a:pt x="49336" y="38837"/>
                  </a:lnTo>
                  <a:cubicBezTo>
                    <a:pt x="49336" y="38837"/>
                    <a:pt x="49336" y="38186"/>
                    <a:pt x="49336" y="37906"/>
                  </a:cubicBezTo>
                  <a:lnTo>
                    <a:pt x="41810" y="30362"/>
                  </a:lnTo>
                  <a:lnTo>
                    <a:pt x="41151" y="30362"/>
                  </a:lnTo>
                  <a:lnTo>
                    <a:pt x="38988" y="30362"/>
                  </a:lnTo>
                  <a:cubicBezTo>
                    <a:pt x="38689" y="30226"/>
                    <a:pt x="38345" y="30226"/>
                    <a:pt x="38047" y="30362"/>
                  </a:cubicBezTo>
                  <a:lnTo>
                    <a:pt x="31085" y="37254"/>
                  </a:lnTo>
                  <a:cubicBezTo>
                    <a:pt x="30935" y="37547"/>
                    <a:pt x="30935" y="37893"/>
                    <a:pt x="31085" y="38186"/>
                  </a:cubicBezTo>
                  <a:lnTo>
                    <a:pt x="31085" y="40234"/>
                  </a:lnTo>
                  <a:cubicBezTo>
                    <a:pt x="30917" y="40522"/>
                    <a:pt x="30917" y="40878"/>
                    <a:pt x="31085" y="41166"/>
                  </a:cubicBezTo>
                  <a:lnTo>
                    <a:pt x="38047" y="48058"/>
                  </a:lnTo>
                  <a:cubicBezTo>
                    <a:pt x="38047" y="48058"/>
                    <a:pt x="38611" y="48058"/>
                    <a:pt x="38988" y="48058"/>
                  </a:cubicBezTo>
                  <a:lnTo>
                    <a:pt x="41151" y="48058"/>
                  </a:lnTo>
                  <a:lnTo>
                    <a:pt x="41810" y="48058"/>
                  </a:lnTo>
                  <a:lnTo>
                    <a:pt x="49054" y="41166"/>
                  </a:lnTo>
                  <a:cubicBezTo>
                    <a:pt x="49054" y="41166"/>
                    <a:pt x="49336" y="40980"/>
                    <a:pt x="49336" y="40607"/>
                  </a:cubicBezTo>
                  <a:close/>
                  <a:moveTo>
                    <a:pt x="24406" y="44239"/>
                  </a:moveTo>
                  <a:lnTo>
                    <a:pt x="7379" y="53553"/>
                  </a:lnTo>
                  <a:cubicBezTo>
                    <a:pt x="5087" y="54869"/>
                    <a:pt x="2151" y="54098"/>
                    <a:pt x="821" y="51830"/>
                  </a:cubicBezTo>
                  <a:cubicBezTo>
                    <a:pt x="811" y="51815"/>
                    <a:pt x="802" y="51799"/>
                    <a:pt x="794" y="51783"/>
                  </a:cubicBezTo>
                  <a:cubicBezTo>
                    <a:pt x="-618" y="49748"/>
                    <a:pt x="-96" y="46965"/>
                    <a:pt x="1960" y="45567"/>
                  </a:cubicBezTo>
                  <a:cubicBezTo>
                    <a:pt x="2186" y="45414"/>
                    <a:pt x="2425" y="45281"/>
                    <a:pt x="2675" y="45171"/>
                  </a:cubicBezTo>
                  <a:lnTo>
                    <a:pt x="12082" y="39769"/>
                  </a:lnTo>
                  <a:lnTo>
                    <a:pt x="2675" y="34367"/>
                  </a:lnTo>
                  <a:cubicBezTo>
                    <a:pt x="243" y="33087"/>
                    <a:pt x="-680" y="30099"/>
                    <a:pt x="612" y="27692"/>
                  </a:cubicBezTo>
                  <a:cubicBezTo>
                    <a:pt x="669" y="27586"/>
                    <a:pt x="729" y="27483"/>
                    <a:pt x="794" y="27382"/>
                  </a:cubicBezTo>
                  <a:cubicBezTo>
                    <a:pt x="2098" y="25098"/>
                    <a:pt x="5025" y="24295"/>
                    <a:pt x="7331" y="25586"/>
                  </a:cubicBezTo>
                  <a:cubicBezTo>
                    <a:pt x="7347" y="25595"/>
                    <a:pt x="7363" y="25603"/>
                    <a:pt x="7379" y="25613"/>
                  </a:cubicBezTo>
                  <a:lnTo>
                    <a:pt x="24406" y="34926"/>
                  </a:lnTo>
                  <a:cubicBezTo>
                    <a:pt x="25566" y="35586"/>
                    <a:pt x="26387" y="36704"/>
                    <a:pt x="26664" y="37999"/>
                  </a:cubicBezTo>
                  <a:cubicBezTo>
                    <a:pt x="26793" y="38361"/>
                    <a:pt x="26793" y="38756"/>
                    <a:pt x="26664" y="39117"/>
                  </a:cubicBezTo>
                  <a:cubicBezTo>
                    <a:pt x="26799" y="39637"/>
                    <a:pt x="26799" y="40180"/>
                    <a:pt x="26664" y="40700"/>
                  </a:cubicBezTo>
                  <a:cubicBezTo>
                    <a:pt x="26372" y="42038"/>
                    <a:pt x="25561" y="43208"/>
                    <a:pt x="24406" y="43960"/>
                  </a:cubicBezTo>
                  <a:close/>
                  <a:moveTo>
                    <a:pt x="35883" y="54763"/>
                  </a:moveTo>
                  <a:lnTo>
                    <a:pt x="35883" y="74042"/>
                  </a:lnTo>
                  <a:cubicBezTo>
                    <a:pt x="35783" y="76711"/>
                    <a:pt x="33594" y="78837"/>
                    <a:pt x="30897" y="78885"/>
                  </a:cubicBezTo>
                  <a:cubicBezTo>
                    <a:pt x="28144" y="78937"/>
                    <a:pt x="25870" y="76769"/>
                    <a:pt x="25817" y="74044"/>
                  </a:cubicBezTo>
                  <a:cubicBezTo>
                    <a:pt x="25817" y="74043"/>
                    <a:pt x="25817" y="74043"/>
                    <a:pt x="25817" y="74042"/>
                  </a:cubicBezTo>
                  <a:lnTo>
                    <a:pt x="25817" y="63238"/>
                  </a:lnTo>
                  <a:lnTo>
                    <a:pt x="16410" y="68640"/>
                  </a:lnTo>
                  <a:cubicBezTo>
                    <a:pt x="14129" y="70167"/>
                    <a:pt x="11029" y="69574"/>
                    <a:pt x="9487" y="67316"/>
                  </a:cubicBezTo>
                  <a:cubicBezTo>
                    <a:pt x="7944" y="65057"/>
                    <a:pt x="8543" y="61989"/>
                    <a:pt x="10825" y="60462"/>
                  </a:cubicBezTo>
                  <a:cubicBezTo>
                    <a:pt x="10987" y="60353"/>
                    <a:pt x="11156" y="60254"/>
                    <a:pt x="11330" y="60165"/>
                  </a:cubicBezTo>
                  <a:lnTo>
                    <a:pt x="28357" y="50852"/>
                  </a:lnTo>
                  <a:cubicBezTo>
                    <a:pt x="29258" y="50505"/>
                    <a:pt x="30213" y="50316"/>
                    <a:pt x="31179" y="50293"/>
                  </a:cubicBezTo>
                  <a:cubicBezTo>
                    <a:pt x="33588" y="50560"/>
                    <a:pt x="35515" y="52392"/>
                    <a:pt x="35883" y="54763"/>
                  </a:cubicBezTo>
                  <a:close/>
                  <a:moveTo>
                    <a:pt x="43785" y="24122"/>
                  </a:moveTo>
                  <a:lnTo>
                    <a:pt x="43785" y="4844"/>
                  </a:lnTo>
                  <a:cubicBezTo>
                    <a:pt x="43837" y="2118"/>
                    <a:pt x="46111" y="-50"/>
                    <a:pt x="48863" y="1"/>
                  </a:cubicBezTo>
                  <a:cubicBezTo>
                    <a:pt x="48864" y="1"/>
                    <a:pt x="48864" y="1"/>
                    <a:pt x="48865" y="1"/>
                  </a:cubicBezTo>
                  <a:cubicBezTo>
                    <a:pt x="51579" y="46"/>
                    <a:pt x="53798" y="2160"/>
                    <a:pt x="53945" y="4844"/>
                  </a:cubicBezTo>
                  <a:lnTo>
                    <a:pt x="53945" y="15647"/>
                  </a:lnTo>
                  <a:lnTo>
                    <a:pt x="63353" y="10246"/>
                  </a:lnTo>
                  <a:cubicBezTo>
                    <a:pt x="65713" y="9104"/>
                    <a:pt x="68563" y="9859"/>
                    <a:pt x="70032" y="12015"/>
                  </a:cubicBezTo>
                  <a:cubicBezTo>
                    <a:pt x="71456" y="14408"/>
                    <a:pt x="70651" y="17491"/>
                    <a:pt x="68234" y="18901"/>
                  </a:cubicBezTo>
                  <a:cubicBezTo>
                    <a:pt x="68176" y="18935"/>
                    <a:pt x="68117" y="18968"/>
                    <a:pt x="68056" y="19000"/>
                  </a:cubicBezTo>
                  <a:lnTo>
                    <a:pt x="51405" y="28313"/>
                  </a:lnTo>
                  <a:cubicBezTo>
                    <a:pt x="50500" y="28662"/>
                    <a:pt x="49550" y="28882"/>
                    <a:pt x="48583" y="28965"/>
                  </a:cubicBezTo>
                  <a:cubicBezTo>
                    <a:pt x="46053" y="28693"/>
                    <a:pt x="44098" y="26640"/>
                    <a:pt x="43974" y="24122"/>
                  </a:cubicBezTo>
                  <a:close/>
                  <a:moveTo>
                    <a:pt x="9636" y="11736"/>
                  </a:moveTo>
                  <a:cubicBezTo>
                    <a:pt x="11128" y="9427"/>
                    <a:pt x="14168" y="8654"/>
                    <a:pt x="16598" y="9966"/>
                  </a:cubicBezTo>
                  <a:lnTo>
                    <a:pt x="26005" y="15368"/>
                  </a:lnTo>
                  <a:lnTo>
                    <a:pt x="26005" y="4844"/>
                  </a:lnTo>
                  <a:cubicBezTo>
                    <a:pt x="26057" y="2118"/>
                    <a:pt x="28331" y="-50"/>
                    <a:pt x="31083" y="1"/>
                  </a:cubicBezTo>
                  <a:cubicBezTo>
                    <a:pt x="31084" y="1"/>
                    <a:pt x="31084" y="1"/>
                    <a:pt x="31085" y="1"/>
                  </a:cubicBezTo>
                  <a:cubicBezTo>
                    <a:pt x="33734" y="52"/>
                    <a:pt x="35841" y="2219"/>
                    <a:pt x="35789" y="4842"/>
                  </a:cubicBezTo>
                  <a:cubicBezTo>
                    <a:pt x="35789" y="4843"/>
                    <a:pt x="35789" y="4843"/>
                    <a:pt x="35789" y="4844"/>
                  </a:cubicBezTo>
                  <a:lnTo>
                    <a:pt x="35789" y="24122"/>
                  </a:lnTo>
                  <a:cubicBezTo>
                    <a:pt x="35945" y="26587"/>
                    <a:pt x="34054" y="28709"/>
                    <a:pt x="31565" y="28864"/>
                  </a:cubicBezTo>
                  <a:cubicBezTo>
                    <a:pt x="31499" y="28868"/>
                    <a:pt x="31433" y="28871"/>
                    <a:pt x="31368" y="28872"/>
                  </a:cubicBezTo>
                  <a:cubicBezTo>
                    <a:pt x="30390" y="29140"/>
                    <a:pt x="29343" y="28932"/>
                    <a:pt x="28545" y="28313"/>
                  </a:cubicBezTo>
                  <a:lnTo>
                    <a:pt x="11518" y="19000"/>
                  </a:lnTo>
                  <a:cubicBezTo>
                    <a:pt x="9088" y="17955"/>
                    <a:pt x="7973" y="15156"/>
                    <a:pt x="9030" y="12751"/>
                  </a:cubicBezTo>
                  <a:cubicBezTo>
                    <a:pt x="9189" y="12389"/>
                    <a:pt x="9392" y="12048"/>
                    <a:pt x="9636" y="11736"/>
                  </a:cubicBezTo>
                  <a:close/>
                  <a:moveTo>
                    <a:pt x="77464" y="33715"/>
                  </a:moveTo>
                  <a:lnTo>
                    <a:pt x="68056" y="39117"/>
                  </a:lnTo>
                  <a:lnTo>
                    <a:pt x="77464" y="44612"/>
                  </a:lnTo>
                  <a:cubicBezTo>
                    <a:pt x="79830" y="46057"/>
                    <a:pt x="80654" y="49075"/>
                    <a:pt x="79345" y="51504"/>
                  </a:cubicBezTo>
                  <a:cubicBezTo>
                    <a:pt x="77776" y="53703"/>
                    <a:pt x="74829" y="54451"/>
                    <a:pt x="72384" y="53273"/>
                  </a:cubicBezTo>
                  <a:lnTo>
                    <a:pt x="55356" y="43960"/>
                  </a:lnTo>
                  <a:cubicBezTo>
                    <a:pt x="54367" y="43166"/>
                    <a:pt x="53592" y="42142"/>
                    <a:pt x="53099" y="40980"/>
                  </a:cubicBezTo>
                  <a:cubicBezTo>
                    <a:pt x="53099" y="40980"/>
                    <a:pt x="53099" y="40048"/>
                    <a:pt x="53099" y="39396"/>
                  </a:cubicBezTo>
                  <a:cubicBezTo>
                    <a:pt x="53099" y="38744"/>
                    <a:pt x="53099" y="38558"/>
                    <a:pt x="53099" y="38279"/>
                  </a:cubicBezTo>
                  <a:cubicBezTo>
                    <a:pt x="53588" y="37088"/>
                    <a:pt x="54363" y="36033"/>
                    <a:pt x="55356" y="35205"/>
                  </a:cubicBezTo>
                  <a:lnTo>
                    <a:pt x="72384" y="25892"/>
                  </a:lnTo>
                  <a:cubicBezTo>
                    <a:pt x="74893" y="24725"/>
                    <a:pt x="77887" y="25606"/>
                    <a:pt x="79345" y="27941"/>
                  </a:cubicBezTo>
                  <a:cubicBezTo>
                    <a:pt x="80465" y="30131"/>
                    <a:pt x="79633" y="32806"/>
                    <a:pt x="77464" y="33995"/>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grpSp>
      <p:sp>
        <p:nvSpPr>
          <p:cNvPr id="712" name="Google Shape;712;p76"/>
          <p:cNvSpPr/>
          <p:nvPr/>
        </p:nvSpPr>
        <p:spPr>
          <a:xfrm>
            <a:off x="7119997" y="7243177"/>
            <a:ext cx="316423" cy="284735"/>
          </a:xfrm>
          <a:custGeom>
            <a:rect b="b" l="l" r="r" t="t"/>
            <a:pathLst>
              <a:path extrusionOk="0" h="8195" w="9107">
                <a:moveTo>
                  <a:pt x="3165" y="1"/>
                </a:moveTo>
                <a:cubicBezTo>
                  <a:pt x="2209" y="1"/>
                  <a:pt x="1432" y="780"/>
                  <a:pt x="1432" y="1740"/>
                </a:cubicBezTo>
                <a:lnTo>
                  <a:pt x="1432" y="3683"/>
                </a:lnTo>
                <a:lnTo>
                  <a:pt x="613" y="3073"/>
                </a:lnTo>
                <a:cubicBezTo>
                  <a:pt x="549" y="3025"/>
                  <a:pt x="474" y="3002"/>
                  <a:pt x="400" y="3002"/>
                </a:cubicBezTo>
                <a:cubicBezTo>
                  <a:pt x="293" y="3002"/>
                  <a:pt x="187" y="3052"/>
                  <a:pt x="118" y="3146"/>
                </a:cubicBezTo>
                <a:cubicBezTo>
                  <a:pt x="1" y="3303"/>
                  <a:pt x="34" y="3524"/>
                  <a:pt x="189" y="3640"/>
                </a:cubicBezTo>
                <a:lnTo>
                  <a:pt x="1578" y="4677"/>
                </a:lnTo>
                <a:cubicBezTo>
                  <a:pt x="1642" y="4723"/>
                  <a:pt x="1716" y="4747"/>
                  <a:pt x="1790" y="4747"/>
                </a:cubicBezTo>
                <a:cubicBezTo>
                  <a:pt x="1864" y="4747"/>
                  <a:pt x="1939" y="4723"/>
                  <a:pt x="2001" y="4677"/>
                </a:cubicBezTo>
                <a:lnTo>
                  <a:pt x="3390" y="3640"/>
                </a:lnTo>
                <a:cubicBezTo>
                  <a:pt x="3548" y="3524"/>
                  <a:pt x="3580" y="3302"/>
                  <a:pt x="3462" y="3146"/>
                </a:cubicBezTo>
                <a:cubicBezTo>
                  <a:pt x="3393" y="3052"/>
                  <a:pt x="3286" y="3002"/>
                  <a:pt x="3178" y="3002"/>
                </a:cubicBezTo>
                <a:cubicBezTo>
                  <a:pt x="3104" y="3002"/>
                  <a:pt x="3030" y="3025"/>
                  <a:pt x="2966" y="3073"/>
                </a:cubicBezTo>
                <a:lnTo>
                  <a:pt x="2138" y="3691"/>
                </a:lnTo>
                <a:lnTo>
                  <a:pt x="2138" y="1738"/>
                </a:lnTo>
                <a:cubicBezTo>
                  <a:pt x="2138" y="1168"/>
                  <a:pt x="2598" y="706"/>
                  <a:pt x="3164" y="706"/>
                </a:cubicBezTo>
                <a:cubicBezTo>
                  <a:pt x="3730" y="706"/>
                  <a:pt x="4190" y="1165"/>
                  <a:pt x="4190" y="1728"/>
                </a:cubicBezTo>
                <a:lnTo>
                  <a:pt x="4190" y="3804"/>
                </a:lnTo>
                <a:lnTo>
                  <a:pt x="4190" y="4356"/>
                </a:lnTo>
                <a:lnTo>
                  <a:pt x="4190" y="6454"/>
                </a:lnTo>
                <a:cubicBezTo>
                  <a:pt x="4190" y="7415"/>
                  <a:pt x="4968" y="8195"/>
                  <a:pt x="5924" y="8195"/>
                </a:cubicBezTo>
                <a:cubicBezTo>
                  <a:pt x="6879" y="8195"/>
                  <a:pt x="7657" y="7420"/>
                  <a:pt x="7657" y="6466"/>
                </a:cubicBezTo>
                <a:lnTo>
                  <a:pt x="7657" y="4396"/>
                </a:lnTo>
                <a:lnTo>
                  <a:pt x="8495" y="5018"/>
                </a:lnTo>
                <a:cubicBezTo>
                  <a:pt x="8560" y="5066"/>
                  <a:pt x="8631" y="5088"/>
                  <a:pt x="8706" y="5088"/>
                </a:cubicBezTo>
                <a:cubicBezTo>
                  <a:pt x="8814" y="5088"/>
                  <a:pt x="8921" y="5039"/>
                  <a:pt x="8991" y="4946"/>
                </a:cubicBezTo>
                <a:cubicBezTo>
                  <a:pt x="9107" y="4790"/>
                  <a:pt x="9075" y="4567"/>
                  <a:pt x="8919" y="4453"/>
                </a:cubicBezTo>
                <a:lnTo>
                  <a:pt x="7528" y="3416"/>
                </a:lnTo>
                <a:cubicBezTo>
                  <a:pt x="7465" y="3370"/>
                  <a:pt x="7391" y="3347"/>
                  <a:pt x="7316" y="3347"/>
                </a:cubicBezTo>
                <a:cubicBezTo>
                  <a:pt x="7242" y="3347"/>
                  <a:pt x="7168" y="3370"/>
                  <a:pt x="7105" y="3416"/>
                </a:cubicBezTo>
                <a:lnTo>
                  <a:pt x="5712" y="4453"/>
                </a:lnTo>
                <a:cubicBezTo>
                  <a:pt x="5556" y="4568"/>
                  <a:pt x="5523" y="4790"/>
                  <a:pt x="5639" y="4947"/>
                </a:cubicBezTo>
                <a:cubicBezTo>
                  <a:pt x="5709" y="5040"/>
                  <a:pt x="5816" y="5090"/>
                  <a:pt x="5925" y="5090"/>
                </a:cubicBezTo>
                <a:cubicBezTo>
                  <a:pt x="5998" y="5090"/>
                  <a:pt x="6072" y="5067"/>
                  <a:pt x="6135" y="5020"/>
                </a:cubicBezTo>
                <a:lnTo>
                  <a:pt x="6952" y="4411"/>
                </a:lnTo>
                <a:lnTo>
                  <a:pt x="6952" y="6468"/>
                </a:lnTo>
                <a:cubicBezTo>
                  <a:pt x="6952" y="7030"/>
                  <a:pt x="6492" y="7489"/>
                  <a:pt x="5926" y="7489"/>
                </a:cubicBezTo>
                <a:cubicBezTo>
                  <a:pt x="5360" y="7489"/>
                  <a:pt x="4900" y="7026"/>
                  <a:pt x="4900" y="6457"/>
                </a:cubicBezTo>
                <a:lnTo>
                  <a:pt x="4900" y="4358"/>
                </a:lnTo>
                <a:lnTo>
                  <a:pt x="4900" y="3807"/>
                </a:lnTo>
                <a:lnTo>
                  <a:pt x="4900" y="1729"/>
                </a:lnTo>
                <a:cubicBezTo>
                  <a:pt x="4900" y="777"/>
                  <a:pt x="4122" y="1"/>
                  <a:pt x="3165" y="1"/>
                </a:cubicBezTo>
                <a:close/>
              </a:path>
            </a:pathLst>
          </a:custGeom>
          <a:solidFill>
            <a:srgbClr val="29B5E8"/>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rgbClr val="252525"/>
              </a:buClr>
              <a:buSzPts val="3600"/>
              <a:buFont typeface="Arial"/>
              <a:buNone/>
            </a:pPr>
            <a:r>
              <a:t/>
            </a:r>
            <a:endParaRPr sz="3600">
              <a:solidFill>
                <a:srgbClr val="252525"/>
              </a:solidFill>
              <a:latin typeface="Arial"/>
              <a:ea typeface="Arial"/>
              <a:cs typeface="Arial"/>
              <a:sym typeface="Arial"/>
            </a:endParaRPr>
          </a:p>
        </p:txBody>
      </p:sp>
      <p:sp>
        <p:nvSpPr>
          <p:cNvPr id="713" name="Google Shape;713;p76"/>
          <p:cNvSpPr/>
          <p:nvPr/>
        </p:nvSpPr>
        <p:spPr>
          <a:xfrm>
            <a:off x="1117850" y="1599811"/>
            <a:ext cx="4789200" cy="515400"/>
          </a:xfrm>
          <a:prstGeom prst="roundRect">
            <a:avLst>
              <a:gd fmla="val 16667" name="adj"/>
            </a:avLst>
          </a:prstGeom>
          <a:solidFill>
            <a:srgbClr val="DEF3FB"/>
          </a:solidFill>
          <a:ln cap="flat" cmpd="sng" w="19050">
            <a:solidFill>
              <a:srgbClr val="29B5E8"/>
            </a:solidFill>
            <a:prstDash val="solid"/>
            <a:round/>
            <a:headEnd len="sm" w="sm" type="none"/>
            <a:tailEnd len="sm" w="sm" type="none"/>
          </a:ln>
        </p:spPr>
        <p:txBody>
          <a:bodyPr anchorCtr="0" anchor="ctr" bIns="91450" lIns="640050" spcFirstLastPara="1" rIns="91450" wrap="square" tIns="91450">
            <a:noAutofit/>
          </a:bodyPr>
          <a:lstStyle/>
          <a:p>
            <a:pPr indent="0" lvl="0" marL="0" rtl="0" algn="ctr">
              <a:spcBef>
                <a:spcPts val="0"/>
              </a:spcBef>
              <a:spcAft>
                <a:spcPts val="0"/>
              </a:spcAft>
              <a:buNone/>
            </a:pPr>
            <a:r>
              <a:rPr b="1" lang="en-US" sz="1800">
                <a:solidFill>
                  <a:srgbClr val="262626"/>
                </a:solidFill>
              </a:rPr>
              <a:t>DATA SOURCES</a:t>
            </a:r>
            <a:endParaRPr b="1" sz="1800">
              <a:solidFill>
                <a:srgbClr val="262626"/>
              </a:solidFill>
            </a:endParaRPr>
          </a:p>
        </p:txBody>
      </p:sp>
      <p:sp>
        <p:nvSpPr>
          <p:cNvPr id="714" name="Google Shape;714;p76"/>
          <p:cNvSpPr/>
          <p:nvPr/>
        </p:nvSpPr>
        <p:spPr>
          <a:xfrm>
            <a:off x="2212523" y="1742625"/>
            <a:ext cx="512873" cy="243002"/>
          </a:xfrm>
          <a:custGeom>
            <a:rect b="b" l="l" r="r" t="t"/>
            <a:pathLst>
              <a:path extrusionOk="0" h="244223" w="500364">
                <a:moveTo>
                  <a:pt x="443476" y="0"/>
                </a:moveTo>
                <a:lnTo>
                  <a:pt x="376378" y="0"/>
                </a:lnTo>
                <a:cubicBezTo>
                  <a:pt x="361035" y="1262"/>
                  <a:pt x="347456" y="10420"/>
                  <a:pt x="340536" y="24172"/>
                </a:cubicBezTo>
                <a:lnTo>
                  <a:pt x="165496" y="22714"/>
                </a:lnTo>
                <a:cubicBezTo>
                  <a:pt x="158767" y="9487"/>
                  <a:pt x="145513" y="835"/>
                  <a:pt x="130696" y="0"/>
                </a:cubicBezTo>
                <a:lnTo>
                  <a:pt x="58596" y="0"/>
                </a:lnTo>
                <a:cubicBezTo>
                  <a:pt x="41717" y="0"/>
                  <a:pt x="25672" y="13753"/>
                  <a:pt x="15045" y="38759"/>
                </a:cubicBezTo>
                <a:cubicBezTo>
                  <a:pt x="4584" y="65278"/>
                  <a:pt x="-516" y="93609"/>
                  <a:pt x="41" y="122112"/>
                </a:cubicBezTo>
                <a:cubicBezTo>
                  <a:pt x="-516" y="150614"/>
                  <a:pt x="4584" y="178945"/>
                  <a:pt x="15045" y="205464"/>
                </a:cubicBezTo>
                <a:cubicBezTo>
                  <a:pt x="25672" y="230470"/>
                  <a:pt x="41301" y="244223"/>
                  <a:pt x="58596" y="244223"/>
                </a:cubicBezTo>
                <a:lnTo>
                  <a:pt x="130696" y="244223"/>
                </a:lnTo>
                <a:cubicBezTo>
                  <a:pt x="145468" y="243429"/>
                  <a:pt x="158712" y="234865"/>
                  <a:pt x="165496" y="221718"/>
                </a:cubicBezTo>
                <a:lnTo>
                  <a:pt x="342203" y="222968"/>
                </a:lnTo>
                <a:lnTo>
                  <a:pt x="342203" y="222968"/>
                </a:lnTo>
                <a:cubicBezTo>
                  <a:pt x="349257" y="235227"/>
                  <a:pt x="362045" y="243073"/>
                  <a:pt x="376169" y="243807"/>
                </a:cubicBezTo>
                <a:lnTo>
                  <a:pt x="443268" y="243807"/>
                </a:lnTo>
                <a:cubicBezTo>
                  <a:pt x="475776" y="243807"/>
                  <a:pt x="500365" y="191086"/>
                  <a:pt x="500365" y="121278"/>
                </a:cubicBezTo>
                <a:cubicBezTo>
                  <a:pt x="500365" y="51470"/>
                  <a:pt x="475984" y="0"/>
                  <a:pt x="443476" y="0"/>
                </a:cubicBezTo>
                <a:close/>
                <a:moveTo>
                  <a:pt x="155285" y="203381"/>
                </a:moveTo>
                <a:lnTo>
                  <a:pt x="155285" y="203381"/>
                </a:lnTo>
                <a:cubicBezTo>
                  <a:pt x="142782" y="203381"/>
                  <a:pt x="125070" y="172748"/>
                  <a:pt x="125070" y="122528"/>
                </a:cubicBezTo>
                <a:cubicBezTo>
                  <a:pt x="125070" y="72308"/>
                  <a:pt x="142782" y="41676"/>
                  <a:pt x="155077" y="41676"/>
                </a:cubicBezTo>
                <a:lnTo>
                  <a:pt x="160703" y="41676"/>
                </a:lnTo>
                <a:lnTo>
                  <a:pt x="331367" y="42927"/>
                </a:lnTo>
                <a:cubicBezTo>
                  <a:pt x="322067" y="68421"/>
                  <a:pt x="317479" y="95393"/>
                  <a:pt x="317823" y="122528"/>
                </a:cubicBezTo>
                <a:cubicBezTo>
                  <a:pt x="317227" y="150978"/>
                  <a:pt x="322109" y="179276"/>
                  <a:pt x="332201" y="205881"/>
                </a:cubicBezTo>
                <a:close/>
                <a:moveTo>
                  <a:pt x="19004" y="122528"/>
                </a:moveTo>
                <a:cubicBezTo>
                  <a:pt x="19004" y="61473"/>
                  <a:pt x="39842" y="18338"/>
                  <a:pt x="58596" y="18338"/>
                </a:cubicBezTo>
                <a:lnTo>
                  <a:pt x="96105" y="18338"/>
                </a:lnTo>
                <a:cubicBezTo>
                  <a:pt x="91483" y="24777"/>
                  <a:pt x="87701" y="31779"/>
                  <a:pt x="84852" y="39176"/>
                </a:cubicBezTo>
                <a:cubicBezTo>
                  <a:pt x="74392" y="65695"/>
                  <a:pt x="69292" y="94026"/>
                  <a:pt x="69849" y="122528"/>
                </a:cubicBezTo>
                <a:cubicBezTo>
                  <a:pt x="69292" y="151031"/>
                  <a:pt x="74392" y="179362"/>
                  <a:pt x="84852" y="205881"/>
                </a:cubicBezTo>
                <a:cubicBezTo>
                  <a:pt x="87779" y="212916"/>
                  <a:pt x="91559" y="219563"/>
                  <a:pt x="96105" y="225677"/>
                </a:cubicBezTo>
                <a:lnTo>
                  <a:pt x="58596" y="225677"/>
                </a:lnTo>
                <a:cubicBezTo>
                  <a:pt x="39842" y="226094"/>
                  <a:pt x="19004" y="183584"/>
                  <a:pt x="19004" y="122528"/>
                </a:cubicBezTo>
                <a:close/>
                <a:moveTo>
                  <a:pt x="130696" y="226719"/>
                </a:moveTo>
                <a:lnTo>
                  <a:pt x="128404" y="226719"/>
                </a:lnTo>
                <a:cubicBezTo>
                  <a:pt x="109650" y="226719"/>
                  <a:pt x="88812" y="185043"/>
                  <a:pt x="88812" y="122528"/>
                </a:cubicBezTo>
                <a:cubicBezTo>
                  <a:pt x="88812" y="60014"/>
                  <a:pt x="109650" y="18338"/>
                  <a:pt x="128404" y="18338"/>
                </a:cubicBezTo>
                <a:lnTo>
                  <a:pt x="130696" y="18338"/>
                </a:lnTo>
                <a:cubicBezTo>
                  <a:pt x="135686" y="18702"/>
                  <a:pt x="140330" y="21024"/>
                  <a:pt x="143616" y="24797"/>
                </a:cubicBezTo>
                <a:cubicBezTo>
                  <a:pt x="131932" y="31160"/>
                  <a:pt x="123023" y="41629"/>
                  <a:pt x="118610" y="54179"/>
                </a:cubicBezTo>
                <a:cubicBezTo>
                  <a:pt x="110136" y="75731"/>
                  <a:pt x="106028" y="98751"/>
                  <a:pt x="106524" y="121903"/>
                </a:cubicBezTo>
                <a:cubicBezTo>
                  <a:pt x="106028" y="145056"/>
                  <a:pt x="110136" y="168076"/>
                  <a:pt x="118610" y="189627"/>
                </a:cubicBezTo>
                <a:cubicBezTo>
                  <a:pt x="123023" y="202178"/>
                  <a:pt x="131932" y="212647"/>
                  <a:pt x="143616" y="219009"/>
                </a:cubicBezTo>
                <a:cubicBezTo>
                  <a:pt x="140441" y="223016"/>
                  <a:pt x="135782" y="225571"/>
                  <a:pt x="130696" y="226094"/>
                </a:cubicBezTo>
                <a:close/>
                <a:moveTo>
                  <a:pt x="336785" y="122528"/>
                </a:moveTo>
                <a:cubicBezTo>
                  <a:pt x="336785" y="61473"/>
                  <a:pt x="357623" y="18338"/>
                  <a:pt x="376378" y="18338"/>
                </a:cubicBezTo>
                <a:lnTo>
                  <a:pt x="412219" y="18338"/>
                </a:lnTo>
                <a:cubicBezTo>
                  <a:pt x="393273" y="49658"/>
                  <a:pt x="384265" y="85985"/>
                  <a:pt x="386380" y="122528"/>
                </a:cubicBezTo>
                <a:cubicBezTo>
                  <a:pt x="384265" y="159072"/>
                  <a:pt x="393273" y="195399"/>
                  <a:pt x="412219" y="226719"/>
                </a:cubicBezTo>
                <a:lnTo>
                  <a:pt x="376378" y="226719"/>
                </a:lnTo>
                <a:cubicBezTo>
                  <a:pt x="357623" y="226094"/>
                  <a:pt x="336785" y="183584"/>
                  <a:pt x="336785" y="122528"/>
                </a:cubicBezTo>
                <a:close/>
                <a:moveTo>
                  <a:pt x="443476" y="226719"/>
                </a:moveTo>
                <a:cubicBezTo>
                  <a:pt x="434933" y="226719"/>
                  <a:pt x="425764" y="216509"/>
                  <a:pt x="418471" y="199421"/>
                </a:cubicBezTo>
                <a:cubicBezTo>
                  <a:pt x="409233" y="175079"/>
                  <a:pt x="404776" y="149184"/>
                  <a:pt x="405343" y="123154"/>
                </a:cubicBezTo>
                <a:cubicBezTo>
                  <a:pt x="405343" y="63765"/>
                  <a:pt x="426181" y="18963"/>
                  <a:pt x="443476" y="18963"/>
                </a:cubicBezTo>
                <a:cubicBezTo>
                  <a:pt x="451812" y="18963"/>
                  <a:pt x="461189" y="29173"/>
                  <a:pt x="468482" y="46261"/>
                </a:cubicBezTo>
                <a:cubicBezTo>
                  <a:pt x="477620" y="70630"/>
                  <a:pt x="482075" y="96506"/>
                  <a:pt x="481610" y="122528"/>
                </a:cubicBezTo>
                <a:cubicBezTo>
                  <a:pt x="481610" y="181917"/>
                  <a:pt x="461397" y="226094"/>
                  <a:pt x="443476" y="226094"/>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sp>
        <p:nvSpPr>
          <p:cNvPr id="715" name="Google Shape;715;p76"/>
          <p:cNvSpPr/>
          <p:nvPr/>
        </p:nvSpPr>
        <p:spPr>
          <a:xfrm>
            <a:off x="6033025" y="1602211"/>
            <a:ext cx="2944200" cy="517200"/>
          </a:xfrm>
          <a:prstGeom prst="roundRect">
            <a:avLst>
              <a:gd fmla="val 16667" name="adj"/>
            </a:avLst>
          </a:prstGeom>
          <a:solidFill>
            <a:srgbClr val="DEF3FB"/>
          </a:solidFill>
          <a:ln cap="flat" cmpd="sng" w="19050">
            <a:solidFill>
              <a:srgbClr val="29B5E8"/>
            </a:solidFill>
            <a:prstDash val="solid"/>
            <a:round/>
            <a:headEnd len="sm" w="sm" type="none"/>
            <a:tailEnd len="sm" w="sm" type="none"/>
          </a:ln>
        </p:spPr>
        <p:txBody>
          <a:bodyPr anchorCtr="0" anchor="ctr" bIns="91450" lIns="457200" spcFirstLastPara="1" rIns="91450" wrap="square" tIns="91450">
            <a:noAutofit/>
          </a:bodyPr>
          <a:lstStyle/>
          <a:p>
            <a:pPr indent="0" lvl="0" marL="0" rtl="0" algn="ctr">
              <a:spcBef>
                <a:spcPts val="0"/>
              </a:spcBef>
              <a:spcAft>
                <a:spcPts val="0"/>
              </a:spcAft>
              <a:buNone/>
            </a:pPr>
            <a:r>
              <a:rPr b="1" lang="en-US" sz="1800">
                <a:solidFill>
                  <a:srgbClr val="262626"/>
                </a:solidFill>
              </a:rPr>
              <a:t>TRANSFORM </a:t>
            </a:r>
            <a:endParaRPr b="1" sz="1800">
              <a:solidFill>
                <a:srgbClr val="262626"/>
              </a:solidFill>
            </a:endParaRPr>
          </a:p>
        </p:txBody>
      </p:sp>
      <p:grpSp>
        <p:nvGrpSpPr>
          <p:cNvPr id="716" name="Google Shape;716;p76"/>
          <p:cNvGrpSpPr/>
          <p:nvPr/>
        </p:nvGrpSpPr>
        <p:grpSpPr>
          <a:xfrm>
            <a:off x="6507893" y="1715388"/>
            <a:ext cx="316595" cy="290846"/>
            <a:chOff x="3803643" y="1866899"/>
            <a:chExt cx="1536867" cy="1411876"/>
          </a:xfrm>
        </p:grpSpPr>
        <p:sp>
          <p:nvSpPr>
            <p:cNvPr id="717" name="Google Shape;717;p76"/>
            <p:cNvSpPr/>
            <p:nvPr/>
          </p:nvSpPr>
          <p:spPr>
            <a:xfrm>
              <a:off x="4665331" y="1866899"/>
              <a:ext cx="675179" cy="678832"/>
            </a:xfrm>
            <a:custGeom>
              <a:rect b="b" l="l" r="r" t="t"/>
              <a:pathLst>
                <a:path extrusionOk="0" h="678832" w="675179">
                  <a:moveTo>
                    <a:pt x="413495" y="678832"/>
                  </a:moveTo>
                  <a:lnTo>
                    <a:pt x="261722" y="678832"/>
                  </a:lnTo>
                  <a:cubicBezTo>
                    <a:pt x="241498" y="678832"/>
                    <a:pt x="225107" y="662481"/>
                    <a:pt x="225107" y="642312"/>
                  </a:cubicBezTo>
                  <a:lnTo>
                    <a:pt x="225107" y="604468"/>
                  </a:lnTo>
                  <a:cubicBezTo>
                    <a:pt x="203204" y="595361"/>
                    <a:pt x="182525" y="583569"/>
                    <a:pt x="163544" y="569367"/>
                  </a:cubicBezTo>
                  <a:lnTo>
                    <a:pt x="130913" y="588290"/>
                  </a:lnTo>
                  <a:cubicBezTo>
                    <a:pt x="113393" y="598345"/>
                    <a:pt x="91006" y="592330"/>
                    <a:pt x="80923" y="574855"/>
                  </a:cubicBezTo>
                  <a:lnTo>
                    <a:pt x="5036" y="443724"/>
                  </a:lnTo>
                  <a:cubicBezTo>
                    <a:pt x="-5089" y="426326"/>
                    <a:pt x="844" y="404035"/>
                    <a:pt x="18288" y="393935"/>
                  </a:cubicBezTo>
                  <a:cubicBezTo>
                    <a:pt x="18329" y="393912"/>
                    <a:pt x="18371" y="393888"/>
                    <a:pt x="18411" y="393865"/>
                  </a:cubicBezTo>
                  <a:lnTo>
                    <a:pt x="50379" y="374942"/>
                  </a:lnTo>
                  <a:cubicBezTo>
                    <a:pt x="47153" y="351177"/>
                    <a:pt x="47153" y="327087"/>
                    <a:pt x="50379" y="303322"/>
                  </a:cubicBezTo>
                  <a:lnTo>
                    <a:pt x="18317" y="284400"/>
                  </a:lnTo>
                  <a:cubicBezTo>
                    <a:pt x="833" y="274369"/>
                    <a:pt x="-5187" y="252102"/>
                    <a:pt x="4870" y="234663"/>
                  </a:cubicBezTo>
                  <a:cubicBezTo>
                    <a:pt x="4894" y="234622"/>
                    <a:pt x="4918" y="234581"/>
                    <a:pt x="4942" y="234540"/>
                  </a:cubicBezTo>
                  <a:lnTo>
                    <a:pt x="80828" y="103410"/>
                  </a:lnTo>
                  <a:cubicBezTo>
                    <a:pt x="90911" y="85934"/>
                    <a:pt x="113298" y="79920"/>
                    <a:pt x="130818" y="89975"/>
                  </a:cubicBezTo>
                  <a:lnTo>
                    <a:pt x="163544" y="108897"/>
                  </a:lnTo>
                  <a:cubicBezTo>
                    <a:pt x="182497" y="94626"/>
                    <a:pt x="203185" y="82801"/>
                    <a:pt x="225107" y="73702"/>
                  </a:cubicBezTo>
                  <a:lnTo>
                    <a:pt x="225107" y="35857"/>
                  </a:lnTo>
                  <a:cubicBezTo>
                    <a:pt x="225468" y="15984"/>
                    <a:pt x="241698" y="48"/>
                    <a:pt x="261627" y="0"/>
                  </a:cubicBezTo>
                  <a:lnTo>
                    <a:pt x="413400" y="0"/>
                  </a:lnTo>
                  <a:cubicBezTo>
                    <a:pt x="433624" y="0"/>
                    <a:pt x="450015" y="16350"/>
                    <a:pt x="450015" y="36520"/>
                  </a:cubicBezTo>
                  <a:lnTo>
                    <a:pt x="450015" y="74364"/>
                  </a:lnTo>
                  <a:cubicBezTo>
                    <a:pt x="471918" y="83505"/>
                    <a:pt x="492597" y="95327"/>
                    <a:pt x="511578" y="109559"/>
                  </a:cubicBezTo>
                  <a:lnTo>
                    <a:pt x="544210" y="90637"/>
                  </a:lnTo>
                  <a:cubicBezTo>
                    <a:pt x="561768" y="80521"/>
                    <a:pt x="584221" y="86513"/>
                    <a:pt x="594361" y="104023"/>
                  </a:cubicBezTo>
                  <a:cubicBezTo>
                    <a:pt x="594370" y="104039"/>
                    <a:pt x="594380" y="104056"/>
                    <a:pt x="594389" y="104072"/>
                  </a:cubicBezTo>
                  <a:lnTo>
                    <a:pt x="670276" y="235202"/>
                  </a:lnTo>
                  <a:cubicBezTo>
                    <a:pt x="680369" y="252656"/>
                    <a:pt x="674383" y="274969"/>
                    <a:pt x="656901" y="285062"/>
                  </a:cubicBezTo>
                  <a:lnTo>
                    <a:pt x="624839" y="303984"/>
                  </a:lnTo>
                  <a:cubicBezTo>
                    <a:pt x="628064" y="327781"/>
                    <a:pt x="628064" y="351903"/>
                    <a:pt x="624839" y="375699"/>
                  </a:cubicBezTo>
                  <a:lnTo>
                    <a:pt x="656806" y="394054"/>
                  </a:lnTo>
                  <a:cubicBezTo>
                    <a:pt x="674288" y="404147"/>
                    <a:pt x="680274" y="426460"/>
                    <a:pt x="670181" y="443914"/>
                  </a:cubicBezTo>
                  <a:lnTo>
                    <a:pt x="594295" y="575044"/>
                  </a:lnTo>
                  <a:cubicBezTo>
                    <a:pt x="584173" y="592531"/>
                    <a:pt x="561758" y="598543"/>
                    <a:pt x="544210" y="588479"/>
                  </a:cubicBezTo>
                  <a:lnTo>
                    <a:pt x="511673" y="569557"/>
                  </a:lnTo>
                  <a:cubicBezTo>
                    <a:pt x="492673" y="583724"/>
                    <a:pt x="471994" y="595512"/>
                    <a:pt x="450110" y="604657"/>
                  </a:cubicBezTo>
                  <a:lnTo>
                    <a:pt x="450110" y="642502"/>
                  </a:lnTo>
                  <a:cubicBezTo>
                    <a:pt x="450006" y="662597"/>
                    <a:pt x="433643" y="678832"/>
                    <a:pt x="413495" y="678832"/>
                  </a:cubicBezTo>
                  <a:close/>
                  <a:moveTo>
                    <a:pt x="298243" y="605509"/>
                  </a:moveTo>
                  <a:lnTo>
                    <a:pt x="376785" y="605509"/>
                  </a:lnTo>
                  <a:lnTo>
                    <a:pt x="376785" y="579018"/>
                  </a:lnTo>
                  <a:cubicBezTo>
                    <a:pt x="376795" y="563082"/>
                    <a:pt x="387153" y="548990"/>
                    <a:pt x="402397" y="544201"/>
                  </a:cubicBezTo>
                  <a:cubicBezTo>
                    <a:pt x="432381" y="534851"/>
                    <a:pt x="459957" y="519095"/>
                    <a:pt x="483216" y="498031"/>
                  </a:cubicBezTo>
                  <a:cubicBezTo>
                    <a:pt x="494997" y="487319"/>
                    <a:pt x="512375" y="485444"/>
                    <a:pt x="526186" y="493395"/>
                  </a:cubicBezTo>
                  <a:lnTo>
                    <a:pt x="549142" y="506546"/>
                  </a:lnTo>
                  <a:lnTo>
                    <a:pt x="588413" y="438710"/>
                  </a:lnTo>
                  <a:lnTo>
                    <a:pt x="565932" y="425748"/>
                  </a:lnTo>
                  <a:cubicBezTo>
                    <a:pt x="552102" y="417760"/>
                    <a:pt x="545044" y="401767"/>
                    <a:pt x="548478" y="386201"/>
                  </a:cubicBezTo>
                  <a:cubicBezTo>
                    <a:pt x="555782" y="355469"/>
                    <a:pt x="555782" y="323458"/>
                    <a:pt x="548478" y="292726"/>
                  </a:cubicBezTo>
                  <a:cubicBezTo>
                    <a:pt x="545016" y="277156"/>
                    <a:pt x="552083" y="261146"/>
                    <a:pt x="565932" y="253178"/>
                  </a:cubicBezTo>
                  <a:lnTo>
                    <a:pt x="588508" y="240217"/>
                  </a:lnTo>
                  <a:lnTo>
                    <a:pt x="549237" y="172286"/>
                  </a:lnTo>
                  <a:lnTo>
                    <a:pt x="526186" y="185532"/>
                  </a:lnTo>
                  <a:cubicBezTo>
                    <a:pt x="512366" y="193488"/>
                    <a:pt x="494969" y="191573"/>
                    <a:pt x="483216" y="180801"/>
                  </a:cubicBezTo>
                  <a:cubicBezTo>
                    <a:pt x="459938" y="159766"/>
                    <a:pt x="432362" y="144015"/>
                    <a:pt x="402397" y="134631"/>
                  </a:cubicBezTo>
                  <a:cubicBezTo>
                    <a:pt x="387153" y="129842"/>
                    <a:pt x="376795" y="115751"/>
                    <a:pt x="376785" y="99814"/>
                  </a:cubicBezTo>
                  <a:lnTo>
                    <a:pt x="376785" y="73039"/>
                  </a:lnTo>
                  <a:lnTo>
                    <a:pt x="298243" y="73039"/>
                  </a:lnTo>
                  <a:lnTo>
                    <a:pt x="298243" y="99814"/>
                  </a:lnTo>
                  <a:cubicBezTo>
                    <a:pt x="298224" y="115715"/>
                    <a:pt x="287913" y="129783"/>
                    <a:pt x="272726" y="134631"/>
                  </a:cubicBezTo>
                  <a:cubicBezTo>
                    <a:pt x="242760" y="144015"/>
                    <a:pt x="215185" y="159766"/>
                    <a:pt x="191907" y="180801"/>
                  </a:cubicBezTo>
                  <a:cubicBezTo>
                    <a:pt x="180125" y="191589"/>
                    <a:pt x="162690" y="193504"/>
                    <a:pt x="148841" y="185532"/>
                  </a:cubicBezTo>
                  <a:lnTo>
                    <a:pt x="125886" y="172286"/>
                  </a:lnTo>
                  <a:lnTo>
                    <a:pt x="86899" y="240217"/>
                  </a:lnTo>
                  <a:lnTo>
                    <a:pt x="109380" y="253178"/>
                  </a:lnTo>
                  <a:cubicBezTo>
                    <a:pt x="123258" y="261124"/>
                    <a:pt x="130334" y="277153"/>
                    <a:pt x="126834" y="292726"/>
                  </a:cubicBezTo>
                  <a:cubicBezTo>
                    <a:pt x="119530" y="323458"/>
                    <a:pt x="119530" y="355469"/>
                    <a:pt x="126834" y="386201"/>
                  </a:cubicBezTo>
                  <a:cubicBezTo>
                    <a:pt x="130249" y="401835"/>
                    <a:pt x="123059" y="417865"/>
                    <a:pt x="109096" y="425748"/>
                  </a:cubicBezTo>
                  <a:lnTo>
                    <a:pt x="86899" y="438710"/>
                  </a:lnTo>
                  <a:lnTo>
                    <a:pt x="126170" y="506546"/>
                  </a:lnTo>
                  <a:lnTo>
                    <a:pt x="149031" y="493395"/>
                  </a:lnTo>
                  <a:cubicBezTo>
                    <a:pt x="162871" y="485459"/>
                    <a:pt x="180268" y="487332"/>
                    <a:pt x="192096" y="498031"/>
                  </a:cubicBezTo>
                  <a:cubicBezTo>
                    <a:pt x="215337" y="519112"/>
                    <a:pt x="242921" y="534870"/>
                    <a:pt x="272915" y="544201"/>
                  </a:cubicBezTo>
                  <a:cubicBezTo>
                    <a:pt x="288102" y="549049"/>
                    <a:pt x="298413" y="563117"/>
                    <a:pt x="298432" y="579018"/>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sp>
          <p:nvSpPr>
            <p:cNvPr id="718" name="Google Shape;718;p76"/>
            <p:cNvSpPr/>
            <p:nvPr/>
          </p:nvSpPr>
          <p:spPr>
            <a:xfrm>
              <a:off x="4849554" y="2053093"/>
              <a:ext cx="306581" cy="305781"/>
            </a:xfrm>
            <a:custGeom>
              <a:rect b="b" l="l" r="r" t="t"/>
              <a:pathLst>
                <a:path extrusionOk="0" h="305781" w="306581">
                  <a:moveTo>
                    <a:pt x="153291" y="305782"/>
                  </a:moveTo>
                  <a:cubicBezTo>
                    <a:pt x="68630" y="305782"/>
                    <a:pt x="0" y="237330"/>
                    <a:pt x="0" y="152891"/>
                  </a:cubicBezTo>
                  <a:cubicBezTo>
                    <a:pt x="0" y="68452"/>
                    <a:pt x="68630" y="0"/>
                    <a:pt x="153291" y="0"/>
                  </a:cubicBezTo>
                  <a:cubicBezTo>
                    <a:pt x="237951" y="0"/>
                    <a:pt x="306581" y="68452"/>
                    <a:pt x="306581" y="152891"/>
                  </a:cubicBezTo>
                  <a:cubicBezTo>
                    <a:pt x="306581" y="152922"/>
                    <a:pt x="306581" y="152954"/>
                    <a:pt x="306581" y="152986"/>
                  </a:cubicBezTo>
                  <a:cubicBezTo>
                    <a:pt x="306477" y="237366"/>
                    <a:pt x="237894" y="305730"/>
                    <a:pt x="153291" y="305782"/>
                  </a:cubicBezTo>
                  <a:close/>
                  <a:moveTo>
                    <a:pt x="153291" y="65092"/>
                  </a:moveTo>
                  <a:cubicBezTo>
                    <a:pt x="104619" y="65092"/>
                    <a:pt x="65167" y="104444"/>
                    <a:pt x="65167" y="152986"/>
                  </a:cubicBezTo>
                  <a:cubicBezTo>
                    <a:pt x="65167" y="201528"/>
                    <a:pt x="104619" y="240879"/>
                    <a:pt x="153291" y="240879"/>
                  </a:cubicBezTo>
                  <a:cubicBezTo>
                    <a:pt x="201962" y="240879"/>
                    <a:pt x="241414" y="201528"/>
                    <a:pt x="241414" y="152986"/>
                  </a:cubicBezTo>
                  <a:cubicBezTo>
                    <a:pt x="241205" y="104576"/>
                    <a:pt x="201829" y="65428"/>
                    <a:pt x="153291" y="65376"/>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sp>
          <p:nvSpPr>
            <p:cNvPr id="719" name="Google Shape;719;p76"/>
            <p:cNvSpPr/>
            <p:nvPr/>
          </p:nvSpPr>
          <p:spPr>
            <a:xfrm>
              <a:off x="3803643" y="2338818"/>
              <a:ext cx="934933" cy="939957"/>
            </a:xfrm>
            <a:custGeom>
              <a:rect b="b" l="l" r="r" t="t"/>
              <a:pathLst>
                <a:path extrusionOk="0" h="939957" w="934933">
                  <a:moveTo>
                    <a:pt x="573423" y="939958"/>
                  </a:moveTo>
                  <a:lnTo>
                    <a:pt x="361510" y="939958"/>
                  </a:lnTo>
                  <a:cubicBezTo>
                    <a:pt x="335316" y="939958"/>
                    <a:pt x="314081" y="918774"/>
                    <a:pt x="314081" y="892652"/>
                  </a:cubicBezTo>
                  <a:lnTo>
                    <a:pt x="314081" y="837400"/>
                  </a:lnTo>
                  <a:cubicBezTo>
                    <a:pt x="282229" y="824353"/>
                    <a:pt x="252222" y="807209"/>
                    <a:pt x="224820" y="786404"/>
                  </a:cubicBezTo>
                  <a:lnTo>
                    <a:pt x="177391" y="813747"/>
                  </a:lnTo>
                  <a:cubicBezTo>
                    <a:pt x="154707" y="826813"/>
                    <a:pt x="125701" y="819055"/>
                    <a:pt x="112603" y="796433"/>
                  </a:cubicBezTo>
                  <a:lnTo>
                    <a:pt x="6552" y="613456"/>
                  </a:lnTo>
                  <a:cubicBezTo>
                    <a:pt x="-6561" y="590854"/>
                    <a:pt x="1166" y="561931"/>
                    <a:pt x="23816" y="548837"/>
                  </a:cubicBezTo>
                  <a:lnTo>
                    <a:pt x="70581" y="521967"/>
                  </a:lnTo>
                  <a:cubicBezTo>
                    <a:pt x="65631" y="487453"/>
                    <a:pt x="65631" y="452411"/>
                    <a:pt x="70581" y="417896"/>
                  </a:cubicBezTo>
                  <a:lnTo>
                    <a:pt x="23721" y="391121"/>
                  </a:lnTo>
                  <a:cubicBezTo>
                    <a:pt x="1037" y="378057"/>
                    <a:pt x="-6735" y="349127"/>
                    <a:pt x="6362" y="326502"/>
                  </a:cubicBezTo>
                  <a:lnTo>
                    <a:pt x="112318" y="143525"/>
                  </a:lnTo>
                  <a:cubicBezTo>
                    <a:pt x="125414" y="120957"/>
                    <a:pt x="154348" y="113213"/>
                    <a:pt x="177012" y="126211"/>
                  </a:cubicBezTo>
                  <a:lnTo>
                    <a:pt x="224441" y="153553"/>
                  </a:lnTo>
                  <a:cubicBezTo>
                    <a:pt x="251860" y="132779"/>
                    <a:pt x="281864" y="115638"/>
                    <a:pt x="313702" y="102558"/>
                  </a:cubicBezTo>
                  <a:lnTo>
                    <a:pt x="313702" y="47305"/>
                  </a:lnTo>
                  <a:cubicBezTo>
                    <a:pt x="313702" y="21180"/>
                    <a:pt x="334937" y="0"/>
                    <a:pt x="361131" y="0"/>
                  </a:cubicBezTo>
                  <a:lnTo>
                    <a:pt x="573423" y="0"/>
                  </a:lnTo>
                  <a:cubicBezTo>
                    <a:pt x="599617" y="0"/>
                    <a:pt x="620852" y="21180"/>
                    <a:pt x="620852" y="47305"/>
                  </a:cubicBezTo>
                  <a:lnTo>
                    <a:pt x="620852" y="102558"/>
                  </a:lnTo>
                  <a:cubicBezTo>
                    <a:pt x="652708" y="115661"/>
                    <a:pt x="682740" y="132800"/>
                    <a:pt x="710209" y="153553"/>
                  </a:cubicBezTo>
                  <a:lnTo>
                    <a:pt x="757638" y="126211"/>
                  </a:lnTo>
                  <a:cubicBezTo>
                    <a:pt x="780301" y="113213"/>
                    <a:pt x="809236" y="120957"/>
                    <a:pt x="822331" y="143525"/>
                  </a:cubicBezTo>
                  <a:lnTo>
                    <a:pt x="928572" y="326502"/>
                  </a:lnTo>
                  <a:cubicBezTo>
                    <a:pt x="941668" y="349127"/>
                    <a:pt x="933896" y="378057"/>
                    <a:pt x="911213" y="391121"/>
                  </a:cubicBezTo>
                  <a:lnTo>
                    <a:pt x="864353" y="418085"/>
                  </a:lnTo>
                  <a:cubicBezTo>
                    <a:pt x="869303" y="452600"/>
                    <a:pt x="869303" y="487643"/>
                    <a:pt x="864353" y="522157"/>
                  </a:cubicBezTo>
                  <a:lnTo>
                    <a:pt x="911118" y="549026"/>
                  </a:lnTo>
                  <a:cubicBezTo>
                    <a:pt x="933801" y="562092"/>
                    <a:pt x="941574" y="591024"/>
                    <a:pt x="928477" y="613645"/>
                  </a:cubicBezTo>
                  <a:lnTo>
                    <a:pt x="822520" y="796433"/>
                  </a:lnTo>
                  <a:cubicBezTo>
                    <a:pt x="809422" y="819055"/>
                    <a:pt x="780417" y="826813"/>
                    <a:pt x="757732" y="813747"/>
                  </a:cubicBezTo>
                  <a:lnTo>
                    <a:pt x="710303" y="786404"/>
                  </a:lnTo>
                  <a:cubicBezTo>
                    <a:pt x="682902" y="807209"/>
                    <a:pt x="652894" y="824353"/>
                    <a:pt x="621042" y="837400"/>
                  </a:cubicBezTo>
                  <a:lnTo>
                    <a:pt x="621042" y="892652"/>
                  </a:lnTo>
                  <a:cubicBezTo>
                    <a:pt x="621042" y="918774"/>
                    <a:pt x="599808" y="939958"/>
                    <a:pt x="573613" y="939958"/>
                  </a:cubicBezTo>
                  <a:cubicBezTo>
                    <a:pt x="573550" y="939958"/>
                    <a:pt x="573487" y="939958"/>
                    <a:pt x="573423" y="939958"/>
                  </a:cubicBezTo>
                  <a:close/>
                  <a:moveTo>
                    <a:pt x="408939" y="845347"/>
                  </a:moveTo>
                  <a:lnTo>
                    <a:pt x="525994" y="845347"/>
                  </a:lnTo>
                  <a:lnTo>
                    <a:pt x="525994" y="804286"/>
                  </a:lnTo>
                  <a:cubicBezTo>
                    <a:pt x="525980" y="783651"/>
                    <a:pt x="539377" y="765391"/>
                    <a:pt x="559100" y="759157"/>
                  </a:cubicBezTo>
                  <a:cubicBezTo>
                    <a:pt x="601340" y="745977"/>
                    <a:pt x="640187" y="723763"/>
                    <a:pt x="672929" y="694064"/>
                  </a:cubicBezTo>
                  <a:cubicBezTo>
                    <a:pt x="688185" y="680166"/>
                    <a:pt x="710709" y="677716"/>
                    <a:pt x="728611" y="688009"/>
                  </a:cubicBezTo>
                  <a:lnTo>
                    <a:pt x="763803" y="708161"/>
                  </a:lnTo>
                  <a:lnTo>
                    <a:pt x="822331" y="607117"/>
                  </a:lnTo>
                  <a:lnTo>
                    <a:pt x="788087" y="587722"/>
                  </a:lnTo>
                  <a:cubicBezTo>
                    <a:pt x="770135" y="577390"/>
                    <a:pt x="760993" y="556623"/>
                    <a:pt x="765511" y="536443"/>
                  </a:cubicBezTo>
                  <a:cubicBezTo>
                    <a:pt x="775828" y="492894"/>
                    <a:pt x="775828" y="447540"/>
                    <a:pt x="765511" y="403988"/>
                  </a:cubicBezTo>
                  <a:cubicBezTo>
                    <a:pt x="761038" y="383841"/>
                    <a:pt x="770175" y="363128"/>
                    <a:pt x="788087" y="352803"/>
                  </a:cubicBezTo>
                  <a:lnTo>
                    <a:pt x="822710" y="332841"/>
                  </a:lnTo>
                  <a:lnTo>
                    <a:pt x="764183" y="231702"/>
                  </a:lnTo>
                  <a:lnTo>
                    <a:pt x="728896" y="252043"/>
                  </a:lnTo>
                  <a:cubicBezTo>
                    <a:pt x="711042" y="262173"/>
                    <a:pt x="688681" y="259691"/>
                    <a:pt x="673499" y="245893"/>
                  </a:cubicBezTo>
                  <a:cubicBezTo>
                    <a:pt x="640761" y="216164"/>
                    <a:pt x="601915" y="193918"/>
                    <a:pt x="559669" y="180707"/>
                  </a:cubicBezTo>
                  <a:cubicBezTo>
                    <a:pt x="540017" y="174452"/>
                    <a:pt x="526673" y="156246"/>
                    <a:pt x="526658" y="135672"/>
                  </a:cubicBezTo>
                  <a:lnTo>
                    <a:pt x="526658" y="94611"/>
                  </a:lnTo>
                  <a:lnTo>
                    <a:pt x="408939" y="94611"/>
                  </a:lnTo>
                  <a:lnTo>
                    <a:pt x="408939" y="135672"/>
                  </a:lnTo>
                  <a:cubicBezTo>
                    <a:pt x="409009" y="156316"/>
                    <a:pt x="395647" y="174620"/>
                    <a:pt x="375929" y="180896"/>
                  </a:cubicBezTo>
                  <a:cubicBezTo>
                    <a:pt x="333703" y="194152"/>
                    <a:pt x="294865" y="216393"/>
                    <a:pt x="262099" y="246083"/>
                  </a:cubicBezTo>
                  <a:cubicBezTo>
                    <a:pt x="246865" y="260014"/>
                    <a:pt x="224339" y="262502"/>
                    <a:pt x="206418" y="252232"/>
                  </a:cubicBezTo>
                  <a:lnTo>
                    <a:pt x="170751" y="231702"/>
                  </a:lnTo>
                  <a:lnTo>
                    <a:pt x="112224" y="332841"/>
                  </a:lnTo>
                  <a:lnTo>
                    <a:pt x="146847" y="352803"/>
                  </a:lnTo>
                  <a:cubicBezTo>
                    <a:pt x="164796" y="363100"/>
                    <a:pt x="173972" y="383820"/>
                    <a:pt x="169518" y="403988"/>
                  </a:cubicBezTo>
                  <a:cubicBezTo>
                    <a:pt x="159101" y="447529"/>
                    <a:pt x="159101" y="492903"/>
                    <a:pt x="169518" y="536443"/>
                  </a:cubicBezTo>
                  <a:cubicBezTo>
                    <a:pt x="174036" y="556623"/>
                    <a:pt x="164893" y="577390"/>
                    <a:pt x="146942" y="587722"/>
                  </a:cubicBezTo>
                  <a:lnTo>
                    <a:pt x="112413" y="607590"/>
                  </a:lnTo>
                  <a:lnTo>
                    <a:pt x="170751" y="708161"/>
                  </a:lnTo>
                  <a:lnTo>
                    <a:pt x="205848" y="688009"/>
                  </a:lnTo>
                  <a:cubicBezTo>
                    <a:pt x="223750" y="677716"/>
                    <a:pt x="246274" y="680166"/>
                    <a:pt x="261530" y="694064"/>
                  </a:cubicBezTo>
                  <a:cubicBezTo>
                    <a:pt x="294262" y="723782"/>
                    <a:pt x="333112" y="745996"/>
                    <a:pt x="375360" y="759157"/>
                  </a:cubicBezTo>
                  <a:cubicBezTo>
                    <a:pt x="395083" y="765391"/>
                    <a:pt x="408479" y="783651"/>
                    <a:pt x="408465" y="804286"/>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sp>
          <p:nvSpPr>
            <p:cNvPr id="720" name="Google Shape;720;p76"/>
            <p:cNvSpPr/>
            <p:nvPr/>
          </p:nvSpPr>
          <p:spPr>
            <a:xfrm>
              <a:off x="4054833" y="2593416"/>
              <a:ext cx="431794" cy="430667"/>
            </a:xfrm>
            <a:custGeom>
              <a:rect b="b" l="l" r="r" t="t"/>
              <a:pathLst>
                <a:path extrusionOk="0" h="430667" w="431794">
                  <a:moveTo>
                    <a:pt x="216277" y="430667"/>
                  </a:moveTo>
                  <a:cubicBezTo>
                    <a:pt x="97040" y="430876"/>
                    <a:pt x="210" y="334638"/>
                    <a:pt x="0" y="215712"/>
                  </a:cubicBezTo>
                  <a:cubicBezTo>
                    <a:pt x="-209" y="96787"/>
                    <a:pt x="96281" y="209"/>
                    <a:pt x="215518" y="0"/>
                  </a:cubicBezTo>
                  <a:cubicBezTo>
                    <a:pt x="334754" y="-209"/>
                    <a:pt x="431584" y="96030"/>
                    <a:pt x="431794" y="214955"/>
                  </a:cubicBezTo>
                  <a:cubicBezTo>
                    <a:pt x="431794" y="215082"/>
                    <a:pt x="431794" y="215208"/>
                    <a:pt x="431794" y="215333"/>
                  </a:cubicBezTo>
                  <a:cubicBezTo>
                    <a:pt x="431690" y="334070"/>
                    <a:pt x="335322" y="430355"/>
                    <a:pt x="216277" y="430667"/>
                  </a:cubicBezTo>
                  <a:close/>
                  <a:moveTo>
                    <a:pt x="216277" y="94705"/>
                  </a:moveTo>
                  <a:cubicBezTo>
                    <a:pt x="149429" y="94496"/>
                    <a:pt x="95069" y="148376"/>
                    <a:pt x="94859" y="215049"/>
                  </a:cubicBezTo>
                  <a:cubicBezTo>
                    <a:pt x="94650" y="281722"/>
                    <a:pt x="148670" y="335943"/>
                    <a:pt x="215518" y="336151"/>
                  </a:cubicBezTo>
                  <a:cubicBezTo>
                    <a:pt x="282365" y="336360"/>
                    <a:pt x="336725" y="282479"/>
                    <a:pt x="336935" y="215806"/>
                  </a:cubicBezTo>
                  <a:cubicBezTo>
                    <a:pt x="336936" y="215648"/>
                    <a:pt x="336936" y="215491"/>
                    <a:pt x="336936" y="215333"/>
                  </a:cubicBezTo>
                  <a:cubicBezTo>
                    <a:pt x="336884" y="148844"/>
                    <a:pt x="282939" y="94913"/>
                    <a:pt x="216277" y="94705"/>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grpSp>
      <p:sp>
        <p:nvSpPr>
          <p:cNvPr id="721" name="Google Shape;721;p76"/>
          <p:cNvSpPr txBox="1"/>
          <p:nvPr/>
        </p:nvSpPr>
        <p:spPr>
          <a:xfrm>
            <a:off x="15248808" y="4239183"/>
            <a:ext cx="1987200" cy="5541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Snowflake Intelligence</a:t>
            </a:r>
            <a:endParaRPr sz="1800">
              <a:solidFill>
                <a:srgbClr val="262626"/>
              </a:solidFill>
            </a:endParaRPr>
          </a:p>
        </p:txBody>
      </p:sp>
      <p:sp>
        <p:nvSpPr>
          <p:cNvPr id="722" name="Google Shape;722;p76"/>
          <p:cNvSpPr txBox="1"/>
          <p:nvPr/>
        </p:nvSpPr>
        <p:spPr>
          <a:xfrm>
            <a:off x="1266400" y="7885611"/>
            <a:ext cx="15708000" cy="517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2000">
                <a:solidFill>
                  <a:srgbClr val="11567F"/>
                </a:solidFill>
              </a:rPr>
              <a:t> Workspace           Notebooks           Cortex Code          Git Integration         Database Change Management             Snowflake Trail</a:t>
            </a:r>
            <a:endParaRPr sz="2000">
              <a:solidFill>
                <a:srgbClr val="11567F"/>
              </a:solidFill>
            </a:endParaRPr>
          </a:p>
        </p:txBody>
      </p:sp>
      <p:sp>
        <p:nvSpPr>
          <p:cNvPr id="723" name="Google Shape;723;p76"/>
          <p:cNvSpPr txBox="1"/>
          <p:nvPr/>
        </p:nvSpPr>
        <p:spPr>
          <a:xfrm>
            <a:off x="15179748" y="3397506"/>
            <a:ext cx="2418600" cy="554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1800">
                <a:solidFill>
                  <a:srgbClr val="262626"/>
                </a:solidFill>
              </a:rPr>
              <a:t>Custom applications (e.g. Streamlit, React)</a:t>
            </a:r>
            <a:endParaRPr sz="1800">
              <a:solidFill>
                <a:srgbClr val="262626"/>
              </a:solidFill>
            </a:endParaRPr>
          </a:p>
        </p:txBody>
      </p:sp>
      <p:pic>
        <p:nvPicPr>
          <p:cNvPr id="724" name="Google Shape;724;p76"/>
          <p:cNvPicPr preferRelativeResize="0"/>
          <p:nvPr/>
        </p:nvPicPr>
        <p:blipFill rotWithShape="1">
          <a:blip r:embed="rId3">
            <a:alphaModFix/>
          </a:blip>
          <a:srcRect b="0" l="0" r="0" t="0"/>
          <a:stretch/>
        </p:blipFill>
        <p:spPr>
          <a:xfrm>
            <a:off x="14483350" y="3386873"/>
            <a:ext cx="515100" cy="515162"/>
          </a:xfrm>
          <a:prstGeom prst="rect">
            <a:avLst/>
          </a:prstGeom>
          <a:noFill/>
          <a:ln>
            <a:noFill/>
          </a:ln>
        </p:spPr>
      </p:pic>
      <p:sp>
        <p:nvSpPr>
          <p:cNvPr id="725" name="Google Shape;725;p76"/>
          <p:cNvSpPr txBox="1"/>
          <p:nvPr/>
        </p:nvSpPr>
        <p:spPr>
          <a:xfrm>
            <a:off x="1952385" y="2371096"/>
            <a:ext cx="1336800" cy="831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Databases, External Engines</a:t>
            </a:r>
            <a:endParaRPr sz="1800">
              <a:solidFill>
                <a:srgbClr val="262626"/>
              </a:solidFill>
            </a:endParaRPr>
          </a:p>
        </p:txBody>
      </p:sp>
      <p:sp>
        <p:nvSpPr>
          <p:cNvPr id="726" name="Google Shape;726;p76"/>
          <p:cNvSpPr/>
          <p:nvPr/>
        </p:nvSpPr>
        <p:spPr>
          <a:xfrm>
            <a:off x="1269703" y="2610149"/>
            <a:ext cx="388924" cy="403334"/>
          </a:xfrm>
          <a:custGeom>
            <a:rect b="b" l="l" r="r" t="t"/>
            <a:pathLst>
              <a:path extrusionOk="0" h="8733" w="8421">
                <a:moveTo>
                  <a:pt x="5281" y="19"/>
                </a:moveTo>
                <a:cubicBezTo>
                  <a:pt x="4798" y="19"/>
                  <a:pt x="4408" y="409"/>
                  <a:pt x="4408" y="892"/>
                </a:cubicBezTo>
                <a:cubicBezTo>
                  <a:pt x="4408" y="1374"/>
                  <a:pt x="4798" y="1766"/>
                  <a:pt x="5281" y="1766"/>
                </a:cubicBezTo>
                <a:cubicBezTo>
                  <a:pt x="5764" y="1766"/>
                  <a:pt x="6156" y="1374"/>
                  <a:pt x="6156" y="892"/>
                </a:cubicBezTo>
                <a:cubicBezTo>
                  <a:pt x="6157" y="409"/>
                  <a:pt x="5767" y="19"/>
                  <a:pt x="5281" y="19"/>
                </a:cubicBezTo>
                <a:close/>
                <a:moveTo>
                  <a:pt x="7546" y="19"/>
                </a:moveTo>
                <a:cubicBezTo>
                  <a:pt x="7063" y="19"/>
                  <a:pt x="6672" y="409"/>
                  <a:pt x="6672" y="892"/>
                </a:cubicBezTo>
                <a:cubicBezTo>
                  <a:pt x="6669" y="1374"/>
                  <a:pt x="7061" y="1766"/>
                  <a:pt x="7546" y="1766"/>
                </a:cubicBezTo>
                <a:cubicBezTo>
                  <a:pt x="8028" y="1766"/>
                  <a:pt x="8420" y="1374"/>
                  <a:pt x="8420" y="892"/>
                </a:cubicBezTo>
                <a:cubicBezTo>
                  <a:pt x="8420" y="409"/>
                  <a:pt x="8028" y="19"/>
                  <a:pt x="7546" y="19"/>
                </a:cubicBezTo>
                <a:close/>
                <a:moveTo>
                  <a:pt x="5281" y="2736"/>
                </a:moveTo>
                <a:cubicBezTo>
                  <a:pt x="5544" y="2736"/>
                  <a:pt x="5756" y="2948"/>
                  <a:pt x="5756" y="3211"/>
                </a:cubicBezTo>
                <a:cubicBezTo>
                  <a:pt x="5756" y="3473"/>
                  <a:pt x="5544" y="3683"/>
                  <a:pt x="5281" y="3686"/>
                </a:cubicBezTo>
                <a:cubicBezTo>
                  <a:pt x="5020" y="3686"/>
                  <a:pt x="4806" y="3473"/>
                  <a:pt x="4806" y="3211"/>
                </a:cubicBezTo>
                <a:cubicBezTo>
                  <a:pt x="4806" y="2948"/>
                  <a:pt x="5020" y="2736"/>
                  <a:pt x="5281" y="2736"/>
                </a:cubicBezTo>
                <a:close/>
                <a:moveTo>
                  <a:pt x="7546" y="2736"/>
                </a:moveTo>
                <a:cubicBezTo>
                  <a:pt x="7808" y="2736"/>
                  <a:pt x="8021" y="2948"/>
                  <a:pt x="8021" y="3211"/>
                </a:cubicBezTo>
                <a:cubicBezTo>
                  <a:pt x="8021" y="3473"/>
                  <a:pt x="7808" y="3686"/>
                  <a:pt x="7546" y="3686"/>
                </a:cubicBezTo>
                <a:cubicBezTo>
                  <a:pt x="7284" y="3686"/>
                  <a:pt x="7070" y="3473"/>
                  <a:pt x="7070" y="3211"/>
                </a:cubicBezTo>
                <a:cubicBezTo>
                  <a:pt x="7070" y="2948"/>
                  <a:pt x="7284" y="2736"/>
                  <a:pt x="7546" y="2736"/>
                </a:cubicBezTo>
                <a:close/>
                <a:moveTo>
                  <a:pt x="5287" y="2337"/>
                </a:moveTo>
                <a:cubicBezTo>
                  <a:pt x="5286" y="2337"/>
                  <a:pt x="5285" y="2337"/>
                  <a:pt x="5284" y="2337"/>
                </a:cubicBezTo>
                <a:cubicBezTo>
                  <a:pt x="4801" y="2337"/>
                  <a:pt x="4409" y="2729"/>
                  <a:pt x="4409" y="3211"/>
                </a:cubicBezTo>
                <a:cubicBezTo>
                  <a:pt x="4409" y="3694"/>
                  <a:pt x="4801" y="4084"/>
                  <a:pt x="5284" y="4084"/>
                </a:cubicBezTo>
                <a:cubicBezTo>
                  <a:pt x="5767" y="4084"/>
                  <a:pt x="6157" y="3694"/>
                  <a:pt x="6157" y="3211"/>
                </a:cubicBezTo>
                <a:cubicBezTo>
                  <a:pt x="6157" y="2726"/>
                  <a:pt x="5768" y="2337"/>
                  <a:pt x="5287" y="2337"/>
                </a:cubicBezTo>
                <a:close/>
                <a:moveTo>
                  <a:pt x="7544" y="2337"/>
                </a:moveTo>
                <a:cubicBezTo>
                  <a:pt x="7061" y="2337"/>
                  <a:pt x="6669" y="2729"/>
                  <a:pt x="6669" y="3211"/>
                </a:cubicBezTo>
                <a:cubicBezTo>
                  <a:pt x="6669" y="3694"/>
                  <a:pt x="7061" y="4084"/>
                  <a:pt x="7544" y="4084"/>
                </a:cubicBezTo>
                <a:cubicBezTo>
                  <a:pt x="8027" y="4084"/>
                  <a:pt x="8419" y="3694"/>
                  <a:pt x="8419" y="3211"/>
                </a:cubicBezTo>
                <a:cubicBezTo>
                  <a:pt x="8419" y="2729"/>
                  <a:pt x="8027" y="2337"/>
                  <a:pt x="7544" y="2337"/>
                </a:cubicBezTo>
                <a:close/>
                <a:moveTo>
                  <a:pt x="5281" y="4653"/>
                </a:moveTo>
                <a:cubicBezTo>
                  <a:pt x="4798" y="4653"/>
                  <a:pt x="4408" y="5045"/>
                  <a:pt x="4408" y="5528"/>
                </a:cubicBezTo>
                <a:cubicBezTo>
                  <a:pt x="4408" y="6010"/>
                  <a:pt x="4798" y="6401"/>
                  <a:pt x="5281" y="6401"/>
                </a:cubicBezTo>
                <a:cubicBezTo>
                  <a:pt x="5764" y="6401"/>
                  <a:pt x="6156" y="6010"/>
                  <a:pt x="6156" y="5528"/>
                </a:cubicBezTo>
                <a:cubicBezTo>
                  <a:pt x="6157" y="5045"/>
                  <a:pt x="5767" y="4653"/>
                  <a:pt x="5281" y="4653"/>
                </a:cubicBezTo>
                <a:close/>
                <a:moveTo>
                  <a:pt x="7546" y="4653"/>
                </a:moveTo>
                <a:cubicBezTo>
                  <a:pt x="7063" y="4653"/>
                  <a:pt x="6672" y="5045"/>
                  <a:pt x="6672" y="5528"/>
                </a:cubicBezTo>
                <a:cubicBezTo>
                  <a:pt x="6672" y="6010"/>
                  <a:pt x="7063" y="6401"/>
                  <a:pt x="7546" y="6401"/>
                </a:cubicBezTo>
                <a:cubicBezTo>
                  <a:pt x="8028" y="6401"/>
                  <a:pt x="8420" y="6010"/>
                  <a:pt x="8420" y="5528"/>
                </a:cubicBezTo>
                <a:cubicBezTo>
                  <a:pt x="8420" y="5045"/>
                  <a:pt x="8028" y="4653"/>
                  <a:pt x="7546" y="4653"/>
                </a:cubicBezTo>
                <a:close/>
                <a:moveTo>
                  <a:pt x="7544" y="7370"/>
                </a:moveTo>
                <a:cubicBezTo>
                  <a:pt x="7805" y="7370"/>
                  <a:pt x="8019" y="7584"/>
                  <a:pt x="8019" y="7846"/>
                </a:cubicBezTo>
                <a:cubicBezTo>
                  <a:pt x="8019" y="8107"/>
                  <a:pt x="7805" y="8321"/>
                  <a:pt x="7544" y="8321"/>
                </a:cubicBezTo>
                <a:cubicBezTo>
                  <a:pt x="7283" y="8321"/>
                  <a:pt x="7069" y="8107"/>
                  <a:pt x="7069" y="7846"/>
                </a:cubicBezTo>
                <a:cubicBezTo>
                  <a:pt x="7069" y="7584"/>
                  <a:pt x="7283" y="7370"/>
                  <a:pt x="7544" y="7370"/>
                </a:cubicBezTo>
                <a:close/>
                <a:moveTo>
                  <a:pt x="5281" y="6971"/>
                </a:moveTo>
                <a:cubicBezTo>
                  <a:pt x="4798" y="6971"/>
                  <a:pt x="4408" y="7363"/>
                  <a:pt x="4408" y="7846"/>
                </a:cubicBezTo>
                <a:cubicBezTo>
                  <a:pt x="4408" y="8328"/>
                  <a:pt x="4798" y="8720"/>
                  <a:pt x="5281" y="8720"/>
                </a:cubicBezTo>
                <a:cubicBezTo>
                  <a:pt x="5764" y="8720"/>
                  <a:pt x="6156" y="8328"/>
                  <a:pt x="6156" y="7846"/>
                </a:cubicBezTo>
                <a:cubicBezTo>
                  <a:pt x="6157" y="7363"/>
                  <a:pt x="5767" y="6971"/>
                  <a:pt x="5281" y="6971"/>
                </a:cubicBezTo>
                <a:close/>
                <a:moveTo>
                  <a:pt x="7546" y="6971"/>
                </a:moveTo>
                <a:cubicBezTo>
                  <a:pt x="7063" y="6971"/>
                  <a:pt x="6672" y="7363"/>
                  <a:pt x="6672" y="7846"/>
                </a:cubicBezTo>
                <a:cubicBezTo>
                  <a:pt x="6672" y="8328"/>
                  <a:pt x="7063" y="8720"/>
                  <a:pt x="7546" y="8720"/>
                </a:cubicBezTo>
                <a:cubicBezTo>
                  <a:pt x="8028" y="8720"/>
                  <a:pt x="8420" y="8328"/>
                  <a:pt x="8420" y="7846"/>
                </a:cubicBezTo>
                <a:cubicBezTo>
                  <a:pt x="8420" y="7363"/>
                  <a:pt x="8028" y="6971"/>
                  <a:pt x="7546" y="6971"/>
                </a:cubicBezTo>
                <a:close/>
                <a:moveTo>
                  <a:pt x="3792" y="1"/>
                </a:moveTo>
                <a:cubicBezTo>
                  <a:pt x="1953" y="1"/>
                  <a:pt x="1" y="578"/>
                  <a:pt x="1" y="1649"/>
                </a:cubicBezTo>
                <a:lnTo>
                  <a:pt x="1" y="7084"/>
                </a:lnTo>
                <a:cubicBezTo>
                  <a:pt x="1" y="8155"/>
                  <a:pt x="1953" y="8732"/>
                  <a:pt x="3792" y="8732"/>
                </a:cubicBezTo>
                <a:cubicBezTo>
                  <a:pt x="3852" y="8732"/>
                  <a:pt x="3915" y="8731"/>
                  <a:pt x="3979" y="8729"/>
                </a:cubicBezTo>
                <a:lnTo>
                  <a:pt x="3979" y="8109"/>
                </a:lnTo>
                <a:cubicBezTo>
                  <a:pt x="3918" y="8111"/>
                  <a:pt x="3855" y="8113"/>
                  <a:pt x="3792" y="8113"/>
                </a:cubicBezTo>
                <a:cubicBezTo>
                  <a:pt x="1858" y="8113"/>
                  <a:pt x="626" y="7507"/>
                  <a:pt x="626" y="7090"/>
                </a:cubicBezTo>
                <a:lnTo>
                  <a:pt x="626" y="6211"/>
                </a:lnTo>
                <a:cubicBezTo>
                  <a:pt x="1349" y="6679"/>
                  <a:pt x="2592" y="6925"/>
                  <a:pt x="3792" y="6925"/>
                </a:cubicBezTo>
                <a:cubicBezTo>
                  <a:pt x="3852" y="6925"/>
                  <a:pt x="3915" y="6921"/>
                  <a:pt x="3979" y="6919"/>
                </a:cubicBezTo>
                <a:lnTo>
                  <a:pt x="3979" y="6294"/>
                </a:lnTo>
                <a:cubicBezTo>
                  <a:pt x="3918" y="6295"/>
                  <a:pt x="3855" y="6297"/>
                  <a:pt x="3792" y="6297"/>
                </a:cubicBezTo>
                <a:cubicBezTo>
                  <a:pt x="1858" y="6297"/>
                  <a:pt x="626" y="5693"/>
                  <a:pt x="626" y="5275"/>
                </a:cubicBezTo>
                <a:lnTo>
                  <a:pt x="626" y="4401"/>
                </a:lnTo>
                <a:cubicBezTo>
                  <a:pt x="1349" y="4868"/>
                  <a:pt x="2592" y="5115"/>
                  <a:pt x="3792" y="5115"/>
                </a:cubicBezTo>
                <a:cubicBezTo>
                  <a:pt x="3852" y="5115"/>
                  <a:pt x="3915" y="5112"/>
                  <a:pt x="3979" y="5109"/>
                </a:cubicBezTo>
                <a:lnTo>
                  <a:pt x="3979" y="4484"/>
                </a:lnTo>
                <a:cubicBezTo>
                  <a:pt x="3918" y="4485"/>
                  <a:pt x="3855" y="4488"/>
                  <a:pt x="3792" y="4488"/>
                </a:cubicBezTo>
                <a:cubicBezTo>
                  <a:pt x="1858" y="4488"/>
                  <a:pt x="626" y="3882"/>
                  <a:pt x="626" y="3465"/>
                </a:cubicBezTo>
                <a:lnTo>
                  <a:pt x="626" y="2585"/>
                </a:lnTo>
                <a:cubicBezTo>
                  <a:pt x="1349" y="3052"/>
                  <a:pt x="2592" y="3300"/>
                  <a:pt x="3792" y="3300"/>
                </a:cubicBezTo>
                <a:cubicBezTo>
                  <a:pt x="3852" y="3300"/>
                  <a:pt x="3915" y="3296"/>
                  <a:pt x="3979" y="3294"/>
                </a:cubicBezTo>
                <a:lnTo>
                  <a:pt x="3979" y="2669"/>
                </a:lnTo>
                <a:cubicBezTo>
                  <a:pt x="3918" y="2671"/>
                  <a:pt x="3855" y="2672"/>
                  <a:pt x="3792" y="2672"/>
                </a:cubicBezTo>
                <a:cubicBezTo>
                  <a:pt x="1858" y="2672"/>
                  <a:pt x="626" y="2066"/>
                  <a:pt x="626" y="1649"/>
                </a:cubicBezTo>
                <a:cubicBezTo>
                  <a:pt x="626" y="1232"/>
                  <a:pt x="1858" y="626"/>
                  <a:pt x="3792" y="626"/>
                </a:cubicBezTo>
                <a:cubicBezTo>
                  <a:pt x="3854" y="626"/>
                  <a:pt x="3915" y="629"/>
                  <a:pt x="3979" y="630"/>
                </a:cubicBezTo>
                <a:lnTo>
                  <a:pt x="3979" y="5"/>
                </a:lnTo>
                <a:cubicBezTo>
                  <a:pt x="3918" y="2"/>
                  <a:pt x="3854" y="1"/>
                  <a:pt x="3792" y="1"/>
                </a:cubicBezTo>
                <a:close/>
              </a:path>
            </a:pathLst>
          </a:custGeom>
          <a:solidFill>
            <a:srgbClr val="29B5E8"/>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rgbClr val="262626"/>
              </a:buClr>
              <a:buSzPts val="3600"/>
              <a:buFont typeface="Lato"/>
              <a:buNone/>
            </a:pPr>
            <a:r>
              <a:t/>
            </a:r>
            <a:endParaRPr sz="3600">
              <a:solidFill>
                <a:srgbClr val="262626"/>
              </a:solidFill>
              <a:latin typeface="Lato"/>
              <a:ea typeface="Lato"/>
              <a:cs typeface="Lato"/>
              <a:sym typeface="Lato"/>
            </a:endParaRPr>
          </a:p>
        </p:txBody>
      </p:sp>
      <p:sp>
        <p:nvSpPr>
          <p:cNvPr id="727" name="Google Shape;727;p76"/>
          <p:cNvSpPr txBox="1"/>
          <p:nvPr/>
        </p:nvSpPr>
        <p:spPr>
          <a:xfrm>
            <a:off x="1922019" y="3384774"/>
            <a:ext cx="1336800" cy="554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Unstructured Files</a:t>
            </a:r>
            <a:endParaRPr sz="1800">
              <a:solidFill>
                <a:srgbClr val="262626"/>
              </a:solidFill>
            </a:endParaRPr>
          </a:p>
        </p:txBody>
      </p:sp>
      <p:sp>
        <p:nvSpPr>
          <p:cNvPr id="728" name="Google Shape;728;p76"/>
          <p:cNvSpPr/>
          <p:nvPr/>
        </p:nvSpPr>
        <p:spPr>
          <a:xfrm>
            <a:off x="1269711" y="3384123"/>
            <a:ext cx="314938" cy="414607"/>
          </a:xfrm>
          <a:custGeom>
            <a:rect b="b" l="l" r="r" t="t"/>
            <a:pathLst>
              <a:path extrusionOk="0" h="8980" w="6822">
                <a:moveTo>
                  <a:pt x="1801" y="1201"/>
                </a:moveTo>
                <a:lnTo>
                  <a:pt x="1801" y="2158"/>
                </a:lnTo>
                <a:lnTo>
                  <a:pt x="994" y="2158"/>
                </a:lnTo>
                <a:lnTo>
                  <a:pt x="1801" y="1201"/>
                </a:lnTo>
                <a:close/>
                <a:moveTo>
                  <a:pt x="3864" y="1631"/>
                </a:moveTo>
                <a:cubicBezTo>
                  <a:pt x="3756" y="1631"/>
                  <a:pt x="3671" y="1718"/>
                  <a:pt x="3671" y="1824"/>
                </a:cubicBezTo>
                <a:lnTo>
                  <a:pt x="3671" y="3980"/>
                </a:lnTo>
                <a:cubicBezTo>
                  <a:pt x="3671" y="4087"/>
                  <a:pt x="3756" y="4171"/>
                  <a:pt x="3864" y="4173"/>
                </a:cubicBezTo>
                <a:lnTo>
                  <a:pt x="5376" y="4173"/>
                </a:lnTo>
                <a:cubicBezTo>
                  <a:pt x="5484" y="4173"/>
                  <a:pt x="5569" y="4087"/>
                  <a:pt x="5569" y="3980"/>
                </a:cubicBezTo>
                <a:lnTo>
                  <a:pt x="5569" y="1824"/>
                </a:lnTo>
                <a:cubicBezTo>
                  <a:pt x="5569" y="1715"/>
                  <a:pt x="5481" y="1631"/>
                  <a:pt x="5376" y="1631"/>
                </a:cubicBezTo>
                <a:close/>
                <a:moveTo>
                  <a:pt x="1398" y="3756"/>
                </a:moveTo>
                <a:cubicBezTo>
                  <a:pt x="1274" y="3756"/>
                  <a:pt x="1172" y="3858"/>
                  <a:pt x="1172" y="3983"/>
                </a:cubicBezTo>
                <a:cubicBezTo>
                  <a:pt x="1172" y="4106"/>
                  <a:pt x="1274" y="4209"/>
                  <a:pt x="1398" y="4209"/>
                </a:cubicBezTo>
                <a:lnTo>
                  <a:pt x="2888" y="4209"/>
                </a:lnTo>
                <a:cubicBezTo>
                  <a:pt x="3013" y="4209"/>
                  <a:pt x="3116" y="4106"/>
                  <a:pt x="3116" y="3983"/>
                </a:cubicBezTo>
                <a:cubicBezTo>
                  <a:pt x="3116" y="3858"/>
                  <a:pt x="3013" y="3756"/>
                  <a:pt x="2888" y="3756"/>
                </a:cubicBezTo>
                <a:close/>
                <a:moveTo>
                  <a:pt x="1398" y="4834"/>
                </a:moveTo>
                <a:cubicBezTo>
                  <a:pt x="1274" y="4834"/>
                  <a:pt x="1172" y="4936"/>
                  <a:pt x="1172" y="5061"/>
                </a:cubicBezTo>
                <a:cubicBezTo>
                  <a:pt x="1172" y="5186"/>
                  <a:pt x="1274" y="5287"/>
                  <a:pt x="1398" y="5287"/>
                </a:cubicBezTo>
                <a:lnTo>
                  <a:pt x="5398" y="5287"/>
                </a:lnTo>
                <a:cubicBezTo>
                  <a:pt x="5523" y="5287"/>
                  <a:pt x="5625" y="5186"/>
                  <a:pt x="5625" y="5061"/>
                </a:cubicBezTo>
                <a:cubicBezTo>
                  <a:pt x="5625" y="4936"/>
                  <a:pt x="5523" y="4834"/>
                  <a:pt x="5398" y="4834"/>
                </a:cubicBezTo>
                <a:close/>
                <a:moveTo>
                  <a:pt x="1398" y="5913"/>
                </a:moveTo>
                <a:cubicBezTo>
                  <a:pt x="1274" y="5913"/>
                  <a:pt x="1172" y="6014"/>
                  <a:pt x="1172" y="6139"/>
                </a:cubicBezTo>
                <a:cubicBezTo>
                  <a:pt x="1172" y="6264"/>
                  <a:pt x="1274" y="6366"/>
                  <a:pt x="1398" y="6366"/>
                </a:cubicBezTo>
                <a:lnTo>
                  <a:pt x="5398" y="6366"/>
                </a:lnTo>
                <a:cubicBezTo>
                  <a:pt x="5523" y="6366"/>
                  <a:pt x="5625" y="6264"/>
                  <a:pt x="5625" y="6139"/>
                </a:cubicBezTo>
                <a:cubicBezTo>
                  <a:pt x="5625" y="6014"/>
                  <a:pt x="5523" y="5913"/>
                  <a:pt x="5398" y="5913"/>
                </a:cubicBezTo>
                <a:close/>
                <a:moveTo>
                  <a:pt x="1398" y="6991"/>
                </a:moveTo>
                <a:cubicBezTo>
                  <a:pt x="1274" y="6991"/>
                  <a:pt x="1172" y="7094"/>
                  <a:pt x="1172" y="7217"/>
                </a:cubicBezTo>
                <a:cubicBezTo>
                  <a:pt x="1172" y="7342"/>
                  <a:pt x="1274" y="7444"/>
                  <a:pt x="1398" y="7444"/>
                </a:cubicBezTo>
                <a:lnTo>
                  <a:pt x="5398" y="7444"/>
                </a:lnTo>
                <a:cubicBezTo>
                  <a:pt x="5523" y="7444"/>
                  <a:pt x="5625" y="7342"/>
                  <a:pt x="5625" y="7217"/>
                </a:cubicBezTo>
                <a:cubicBezTo>
                  <a:pt x="5625" y="7094"/>
                  <a:pt x="5523" y="6991"/>
                  <a:pt x="5398" y="6991"/>
                </a:cubicBezTo>
                <a:close/>
                <a:moveTo>
                  <a:pt x="6112" y="710"/>
                </a:moveTo>
                <a:lnTo>
                  <a:pt x="6112" y="8270"/>
                </a:lnTo>
                <a:lnTo>
                  <a:pt x="710" y="8270"/>
                </a:lnTo>
                <a:lnTo>
                  <a:pt x="710" y="2866"/>
                </a:lnTo>
                <a:lnTo>
                  <a:pt x="2153" y="2866"/>
                </a:lnTo>
                <a:cubicBezTo>
                  <a:pt x="2351" y="2866"/>
                  <a:pt x="2508" y="2707"/>
                  <a:pt x="2508" y="2513"/>
                </a:cubicBezTo>
                <a:lnTo>
                  <a:pt x="2508" y="710"/>
                </a:lnTo>
                <a:close/>
                <a:moveTo>
                  <a:pt x="2051" y="0"/>
                </a:moveTo>
                <a:cubicBezTo>
                  <a:pt x="1947" y="0"/>
                  <a:pt x="1847" y="48"/>
                  <a:pt x="1781" y="126"/>
                </a:cubicBezTo>
                <a:lnTo>
                  <a:pt x="83" y="2134"/>
                </a:lnTo>
                <a:cubicBezTo>
                  <a:pt x="30" y="2196"/>
                  <a:pt x="0" y="2278"/>
                  <a:pt x="0" y="2361"/>
                </a:cubicBezTo>
                <a:lnTo>
                  <a:pt x="0" y="8625"/>
                </a:lnTo>
                <a:cubicBezTo>
                  <a:pt x="0" y="8821"/>
                  <a:pt x="161" y="8980"/>
                  <a:pt x="355" y="8980"/>
                </a:cubicBezTo>
                <a:lnTo>
                  <a:pt x="6467" y="8980"/>
                </a:lnTo>
                <a:cubicBezTo>
                  <a:pt x="6665" y="8980"/>
                  <a:pt x="6822" y="8819"/>
                  <a:pt x="6822" y="8625"/>
                </a:cubicBezTo>
                <a:lnTo>
                  <a:pt x="6822" y="355"/>
                </a:lnTo>
                <a:cubicBezTo>
                  <a:pt x="6822" y="161"/>
                  <a:pt x="6665" y="0"/>
                  <a:pt x="6466" y="0"/>
                </a:cubicBezTo>
                <a:close/>
              </a:path>
            </a:pathLst>
          </a:custGeom>
          <a:solidFill>
            <a:srgbClr val="29B5E8"/>
          </a:solidFill>
          <a:ln>
            <a:noFill/>
          </a:ln>
        </p:spPr>
        <p:txBody>
          <a:bodyPr anchorCtr="0" anchor="ctr" bIns="91450" lIns="91450" spcFirstLastPara="1" rIns="91450" wrap="square" tIns="91450">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729" name="Google Shape;729;p76"/>
          <p:cNvSpPr txBox="1"/>
          <p:nvPr/>
        </p:nvSpPr>
        <p:spPr>
          <a:xfrm>
            <a:off x="1969235" y="4808151"/>
            <a:ext cx="1336800" cy="277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Streaming </a:t>
            </a:r>
            <a:endParaRPr sz="1800">
              <a:solidFill>
                <a:srgbClr val="262626"/>
              </a:solidFill>
            </a:endParaRPr>
          </a:p>
        </p:txBody>
      </p:sp>
      <p:sp>
        <p:nvSpPr>
          <p:cNvPr id="730" name="Google Shape;730;p76"/>
          <p:cNvSpPr/>
          <p:nvPr/>
        </p:nvSpPr>
        <p:spPr>
          <a:xfrm>
            <a:off x="1247646" y="4766643"/>
            <a:ext cx="154039" cy="282794"/>
          </a:xfrm>
          <a:custGeom>
            <a:rect b="b" l="l" r="r" t="t"/>
            <a:pathLst>
              <a:path extrusionOk="0" h="1108995" w="684618">
                <a:moveTo>
                  <a:pt x="536404" y="613261"/>
                </a:moveTo>
                <a:cubicBezTo>
                  <a:pt x="493071" y="613261"/>
                  <a:pt x="454148" y="632069"/>
                  <a:pt x="427025" y="661814"/>
                </a:cubicBezTo>
                <a:lnTo>
                  <a:pt x="364978" y="613821"/>
                </a:lnTo>
                <a:cubicBezTo>
                  <a:pt x="371231" y="595153"/>
                  <a:pt x="374758" y="575247"/>
                  <a:pt x="374758" y="554501"/>
                </a:cubicBezTo>
                <a:cubicBezTo>
                  <a:pt x="374758" y="534375"/>
                  <a:pt x="371485" y="515020"/>
                  <a:pt x="365584" y="496834"/>
                </a:cubicBezTo>
                <a:lnTo>
                  <a:pt x="426523" y="449697"/>
                </a:lnTo>
                <a:cubicBezTo>
                  <a:pt x="453665" y="479763"/>
                  <a:pt x="492804" y="498802"/>
                  <a:pt x="536404" y="498802"/>
                </a:cubicBezTo>
                <a:cubicBezTo>
                  <a:pt x="618130" y="498802"/>
                  <a:pt x="684619" y="432313"/>
                  <a:pt x="684619" y="350592"/>
                </a:cubicBezTo>
                <a:cubicBezTo>
                  <a:pt x="684619" y="268867"/>
                  <a:pt x="618130" y="202379"/>
                  <a:pt x="536404" y="202379"/>
                </a:cubicBezTo>
                <a:cubicBezTo>
                  <a:pt x="454680" y="202379"/>
                  <a:pt x="388200" y="268867"/>
                  <a:pt x="388200" y="350592"/>
                </a:cubicBezTo>
                <a:cubicBezTo>
                  <a:pt x="388200" y="364494"/>
                  <a:pt x="390260" y="377900"/>
                  <a:pt x="393855" y="390668"/>
                </a:cubicBezTo>
                <a:lnTo>
                  <a:pt x="333432" y="437406"/>
                </a:lnTo>
                <a:cubicBezTo>
                  <a:pt x="305695" y="402879"/>
                  <a:pt x="266024" y="378448"/>
                  <a:pt x="220712" y="370265"/>
                </a:cubicBezTo>
                <a:lnTo>
                  <a:pt x="220712" y="292508"/>
                </a:lnTo>
                <a:cubicBezTo>
                  <a:pt x="286413" y="277325"/>
                  <a:pt x="335589" y="218463"/>
                  <a:pt x="335589" y="148214"/>
                </a:cubicBezTo>
                <a:cubicBezTo>
                  <a:pt x="335589" y="66489"/>
                  <a:pt x="269100" y="0"/>
                  <a:pt x="187375" y="0"/>
                </a:cubicBezTo>
                <a:cubicBezTo>
                  <a:pt x="105649" y="0"/>
                  <a:pt x="39170" y="66489"/>
                  <a:pt x="39170" y="148214"/>
                </a:cubicBezTo>
                <a:cubicBezTo>
                  <a:pt x="39170" y="218463"/>
                  <a:pt x="88339" y="277325"/>
                  <a:pt x="154037" y="292508"/>
                </a:cubicBezTo>
                <a:lnTo>
                  <a:pt x="154037" y="370265"/>
                </a:lnTo>
                <a:cubicBezTo>
                  <a:pt x="66596" y="386060"/>
                  <a:pt x="0" y="462576"/>
                  <a:pt x="0" y="554501"/>
                </a:cubicBezTo>
                <a:cubicBezTo>
                  <a:pt x="0" y="646430"/>
                  <a:pt x="66596" y="722947"/>
                  <a:pt x="154037" y="738741"/>
                </a:cubicBezTo>
                <a:lnTo>
                  <a:pt x="154037" y="816498"/>
                </a:lnTo>
                <a:cubicBezTo>
                  <a:pt x="88339" y="831679"/>
                  <a:pt x="39170" y="890535"/>
                  <a:pt x="39170" y="960787"/>
                </a:cubicBezTo>
                <a:cubicBezTo>
                  <a:pt x="39170" y="1042511"/>
                  <a:pt x="105649" y="1108996"/>
                  <a:pt x="187375" y="1108996"/>
                </a:cubicBezTo>
                <a:cubicBezTo>
                  <a:pt x="269100" y="1108996"/>
                  <a:pt x="335589" y="1042511"/>
                  <a:pt x="335589" y="960787"/>
                </a:cubicBezTo>
                <a:cubicBezTo>
                  <a:pt x="335589" y="890535"/>
                  <a:pt x="286413" y="831679"/>
                  <a:pt x="220712" y="816498"/>
                </a:cubicBezTo>
                <a:lnTo>
                  <a:pt x="220712" y="738742"/>
                </a:lnTo>
                <a:cubicBezTo>
                  <a:pt x="265451" y="730661"/>
                  <a:pt x="304744" y="706784"/>
                  <a:pt x="332428" y="672941"/>
                </a:cubicBezTo>
                <a:lnTo>
                  <a:pt x="394059" y="720612"/>
                </a:lnTo>
                <a:cubicBezTo>
                  <a:pt x="390320" y="733612"/>
                  <a:pt x="388200" y="747290"/>
                  <a:pt x="388200" y="761474"/>
                </a:cubicBezTo>
                <a:cubicBezTo>
                  <a:pt x="388200" y="843200"/>
                  <a:pt x="454680" y="909679"/>
                  <a:pt x="536404" y="909679"/>
                </a:cubicBezTo>
                <a:cubicBezTo>
                  <a:pt x="618130" y="909679"/>
                  <a:pt x="684619" y="843200"/>
                  <a:pt x="684619" y="761474"/>
                </a:cubicBezTo>
                <a:cubicBezTo>
                  <a:pt x="684619" y="679749"/>
                  <a:pt x="618130" y="613261"/>
                  <a:pt x="536404" y="613261"/>
                </a:cubicBezTo>
                <a:close/>
                <a:moveTo>
                  <a:pt x="536404" y="275853"/>
                </a:moveTo>
                <a:cubicBezTo>
                  <a:pt x="577621" y="275853"/>
                  <a:pt x="611154" y="309382"/>
                  <a:pt x="611154" y="350592"/>
                </a:cubicBezTo>
                <a:cubicBezTo>
                  <a:pt x="611154" y="391804"/>
                  <a:pt x="577621" y="425327"/>
                  <a:pt x="536404" y="425327"/>
                </a:cubicBezTo>
                <a:cubicBezTo>
                  <a:pt x="495198" y="425327"/>
                  <a:pt x="461665" y="391804"/>
                  <a:pt x="461665" y="350592"/>
                </a:cubicBezTo>
                <a:cubicBezTo>
                  <a:pt x="461665" y="309382"/>
                  <a:pt x="495198" y="275853"/>
                  <a:pt x="536404" y="275853"/>
                </a:cubicBezTo>
                <a:close/>
                <a:moveTo>
                  <a:pt x="112635" y="148214"/>
                </a:moveTo>
                <a:cubicBezTo>
                  <a:pt x="112635" y="107003"/>
                  <a:pt x="146168" y="73475"/>
                  <a:pt x="187375" y="73475"/>
                </a:cubicBezTo>
                <a:cubicBezTo>
                  <a:pt x="228590" y="73475"/>
                  <a:pt x="262123" y="107003"/>
                  <a:pt x="262123" y="148214"/>
                </a:cubicBezTo>
                <a:cubicBezTo>
                  <a:pt x="262123" y="189426"/>
                  <a:pt x="228590" y="222954"/>
                  <a:pt x="187375" y="222954"/>
                </a:cubicBezTo>
                <a:cubicBezTo>
                  <a:pt x="146168" y="222954"/>
                  <a:pt x="112635" y="189426"/>
                  <a:pt x="112635" y="148214"/>
                </a:cubicBezTo>
                <a:close/>
                <a:moveTo>
                  <a:pt x="262123" y="960787"/>
                </a:moveTo>
                <a:cubicBezTo>
                  <a:pt x="262123" y="1002001"/>
                  <a:pt x="228590" y="1035529"/>
                  <a:pt x="187375" y="1035529"/>
                </a:cubicBezTo>
                <a:cubicBezTo>
                  <a:pt x="146168" y="1035529"/>
                  <a:pt x="112635" y="1002001"/>
                  <a:pt x="112635" y="960787"/>
                </a:cubicBezTo>
                <a:cubicBezTo>
                  <a:pt x="112635" y="919577"/>
                  <a:pt x="146168" y="886043"/>
                  <a:pt x="187375" y="886043"/>
                </a:cubicBezTo>
                <a:cubicBezTo>
                  <a:pt x="228590" y="886043"/>
                  <a:pt x="262123" y="919577"/>
                  <a:pt x="262123" y="960787"/>
                </a:cubicBezTo>
                <a:close/>
                <a:moveTo>
                  <a:pt x="187375" y="656160"/>
                </a:moveTo>
                <a:cubicBezTo>
                  <a:pt x="131322" y="656160"/>
                  <a:pt x="85725" y="610553"/>
                  <a:pt x="85725" y="554501"/>
                </a:cubicBezTo>
                <a:cubicBezTo>
                  <a:pt x="85725" y="498449"/>
                  <a:pt x="131322" y="452847"/>
                  <a:pt x="187375" y="452847"/>
                </a:cubicBezTo>
                <a:cubicBezTo>
                  <a:pt x="243427" y="452847"/>
                  <a:pt x="289033" y="498449"/>
                  <a:pt x="289033" y="554501"/>
                </a:cubicBezTo>
                <a:cubicBezTo>
                  <a:pt x="289033" y="610553"/>
                  <a:pt x="243427" y="656160"/>
                  <a:pt x="187375" y="656160"/>
                </a:cubicBezTo>
                <a:close/>
                <a:moveTo>
                  <a:pt x="536404" y="836214"/>
                </a:moveTo>
                <a:cubicBezTo>
                  <a:pt x="495198" y="836214"/>
                  <a:pt x="461665" y="802681"/>
                  <a:pt x="461665" y="761474"/>
                </a:cubicBezTo>
                <a:cubicBezTo>
                  <a:pt x="461665" y="720259"/>
                  <a:pt x="495198" y="686726"/>
                  <a:pt x="536404" y="686726"/>
                </a:cubicBezTo>
                <a:cubicBezTo>
                  <a:pt x="577621" y="686726"/>
                  <a:pt x="611154" y="720259"/>
                  <a:pt x="611154" y="761474"/>
                </a:cubicBezTo>
                <a:cubicBezTo>
                  <a:pt x="611154" y="802681"/>
                  <a:pt x="577621" y="836214"/>
                  <a:pt x="536404" y="836214"/>
                </a:cubicBezTo>
                <a:close/>
              </a:path>
            </a:pathLst>
          </a:custGeom>
          <a:solidFill>
            <a:srgbClr val="29B5E8"/>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sp>
        <p:nvSpPr>
          <p:cNvPr id="731" name="Google Shape;731;p76"/>
          <p:cNvSpPr txBox="1"/>
          <p:nvPr/>
        </p:nvSpPr>
        <p:spPr>
          <a:xfrm>
            <a:off x="1997010" y="5435768"/>
            <a:ext cx="817200" cy="277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SaaS</a:t>
            </a:r>
            <a:endParaRPr sz="1800">
              <a:solidFill>
                <a:srgbClr val="262626"/>
              </a:solidFill>
            </a:endParaRPr>
          </a:p>
        </p:txBody>
      </p:sp>
      <p:grpSp>
        <p:nvGrpSpPr>
          <p:cNvPr id="732" name="Google Shape;732;p76"/>
          <p:cNvGrpSpPr/>
          <p:nvPr/>
        </p:nvGrpSpPr>
        <p:grpSpPr>
          <a:xfrm>
            <a:off x="1247426" y="5319525"/>
            <a:ext cx="480406" cy="402009"/>
            <a:chOff x="2224920" y="3202589"/>
            <a:chExt cx="673971" cy="564144"/>
          </a:xfrm>
        </p:grpSpPr>
        <p:sp>
          <p:nvSpPr>
            <p:cNvPr id="733" name="Google Shape;733;p76"/>
            <p:cNvSpPr/>
            <p:nvPr/>
          </p:nvSpPr>
          <p:spPr>
            <a:xfrm>
              <a:off x="2224920" y="3202589"/>
              <a:ext cx="673971" cy="543459"/>
            </a:xfrm>
            <a:custGeom>
              <a:rect b="b" l="l" r="r" t="t"/>
              <a:pathLst>
                <a:path extrusionOk="0" h="7437" w="9223">
                  <a:moveTo>
                    <a:pt x="3376" y="4106"/>
                  </a:moveTo>
                  <a:cubicBezTo>
                    <a:pt x="3375" y="4106"/>
                    <a:pt x="3374" y="4106"/>
                    <a:pt x="3372" y="4106"/>
                  </a:cubicBezTo>
                  <a:cubicBezTo>
                    <a:pt x="3334" y="4109"/>
                    <a:pt x="3298" y="4136"/>
                    <a:pt x="3285" y="4173"/>
                  </a:cubicBezTo>
                  <a:cubicBezTo>
                    <a:pt x="3282" y="4183"/>
                    <a:pt x="3202" y="4406"/>
                    <a:pt x="2891" y="4543"/>
                  </a:cubicBezTo>
                  <a:cubicBezTo>
                    <a:pt x="2841" y="4565"/>
                    <a:pt x="2818" y="4623"/>
                    <a:pt x="2841" y="4673"/>
                  </a:cubicBezTo>
                  <a:cubicBezTo>
                    <a:pt x="2857" y="4712"/>
                    <a:pt x="2893" y="4734"/>
                    <a:pt x="2931" y="4734"/>
                  </a:cubicBezTo>
                  <a:cubicBezTo>
                    <a:pt x="2944" y="4734"/>
                    <a:pt x="2958" y="4731"/>
                    <a:pt x="2971" y="4725"/>
                  </a:cubicBezTo>
                  <a:cubicBezTo>
                    <a:pt x="3184" y="4630"/>
                    <a:pt x="3313" y="4500"/>
                    <a:pt x="3386" y="4396"/>
                  </a:cubicBezTo>
                  <a:cubicBezTo>
                    <a:pt x="3521" y="4574"/>
                    <a:pt x="3809" y="4863"/>
                    <a:pt x="4309" y="4967"/>
                  </a:cubicBezTo>
                  <a:cubicBezTo>
                    <a:pt x="4317" y="4970"/>
                    <a:pt x="4323" y="4970"/>
                    <a:pt x="4330" y="4970"/>
                  </a:cubicBezTo>
                  <a:cubicBezTo>
                    <a:pt x="4376" y="4970"/>
                    <a:pt x="4418" y="4938"/>
                    <a:pt x="4427" y="4892"/>
                  </a:cubicBezTo>
                  <a:cubicBezTo>
                    <a:pt x="4437" y="4838"/>
                    <a:pt x="4404" y="4786"/>
                    <a:pt x="4351" y="4774"/>
                  </a:cubicBezTo>
                  <a:cubicBezTo>
                    <a:pt x="3720" y="4644"/>
                    <a:pt x="3478" y="4180"/>
                    <a:pt x="3467" y="4161"/>
                  </a:cubicBezTo>
                  <a:cubicBezTo>
                    <a:pt x="3449" y="4127"/>
                    <a:pt x="3412" y="4106"/>
                    <a:pt x="3376" y="4106"/>
                  </a:cubicBezTo>
                  <a:close/>
                  <a:moveTo>
                    <a:pt x="2747" y="4819"/>
                  </a:moveTo>
                  <a:cubicBezTo>
                    <a:pt x="2746" y="4819"/>
                    <a:pt x="2745" y="4819"/>
                    <a:pt x="2744" y="4819"/>
                  </a:cubicBezTo>
                  <a:cubicBezTo>
                    <a:pt x="2691" y="4823"/>
                    <a:pt x="2648" y="4871"/>
                    <a:pt x="2654" y="4926"/>
                  </a:cubicBezTo>
                  <a:cubicBezTo>
                    <a:pt x="2714" y="5775"/>
                    <a:pt x="3207" y="6072"/>
                    <a:pt x="3417" y="6161"/>
                  </a:cubicBezTo>
                  <a:cubicBezTo>
                    <a:pt x="3473" y="6185"/>
                    <a:pt x="3536" y="6198"/>
                    <a:pt x="3598" y="6198"/>
                  </a:cubicBezTo>
                  <a:cubicBezTo>
                    <a:pt x="3647" y="6198"/>
                    <a:pt x="3696" y="6191"/>
                    <a:pt x="3744" y="6175"/>
                  </a:cubicBezTo>
                  <a:cubicBezTo>
                    <a:pt x="3944" y="6108"/>
                    <a:pt x="4427" y="5872"/>
                    <a:pt x="4590" y="5108"/>
                  </a:cubicBezTo>
                  <a:cubicBezTo>
                    <a:pt x="4600" y="5055"/>
                    <a:pt x="4568" y="5003"/>
                    <a:pt x="4513" y="4993"/>
                  </a:cubicBezTo>
                  <a:cubicBezTo>
                    <a:pt x="4505" y="4991"/>
                    <a:pt x="4497" y="4990"/>
                    <a:pt x="4490" y="4990"/>
                  </a:cubicBezTo>
                  <a:cubicBezTo>
                    <a:pt x="4445" y="4990"/>
                    <a:pt x="4406" y="5022"/>
                    <a:pt x="4397" y="5068"/>
                  </a:cubicBezTo>
                  <a:cubicBezTo>
                    <a:pt x="4253" y="5731"/>
                    <a:pt x="3849" y="5931"/>
                    <a:pt x="3681" y="5987"/>
                  </a:cubicBezTo>
                  <a:cubicBezTo>
                    <a:pt x="3654" y="5996"/>
                    <a:pt x="3626" y="6000"/>
                    <a:pt x="3599" y="6000"/>
                  </a:cubicBezTo>
                  <a:cubicBezTo>
                    <a:pt x="3563" y="6000"/>
                    <a:pt x="3527" y="5993"/>
                    <a:pt x="3494" y="5980"/>
                  </a:cubicBezTo>
                  <a:cubicBezTo>
                    <a:pt x="3320" y="5906"/>
                    <a:pt x="2906" y="5650"/>
                    <a:pt x="2850" y="4911"/>
                  </a:cubicBezTo>
                  <a:cubicBezTo>
                    <a:pt x="2847" y="4857"/>
                    <a:pt x="2798" y="4819"/>
                    <a:pt x="2747" y="4819"/>
                  </a:cubicBezTo>
                  <a:close/>
                  <a:moveTo>
                    <a:pt x="6046" y="3089"/>
                  </a:moveTo>
                  <a:cubicBezTo>
                    <a:pt x="6033" y="3089"/>
                    <a:pt x="6020" y="3089"/>
                    <a:pt x="6008" y="3089"/>
                  </a:cubicBezTo>
                  <a:cubicBezTo>
                    <a:pt x="5825" y="3093"/>
                    <a:pt x="5282" y="3087"/>
                    <a:pt x="5029" y="3702"/>
                  </a:cubicBezTo>
                  <a:cubicBezTo>
                    <a:pt x="4983" y="3817"/>
                    <a:pt x="5037" y="3950"/>
                    <a:pt x="5154" y="3998"/>
                  </a:cubicBezTo>
                  <a:cubicBezTo>
                    <a:pt x="5182" y="4009"/>
                    <a:pt x="5211" y="4014"/>
                    <a:pt x="5239" y="4014"/>
                  </a:cubicBezTo>
                  <a:cubicBezTo>
                    <a:pt x="5328" y="4014"/>
                    <a:pt x="5414" y="3962"/>
                    <a:pt x="5450" y="3873"/>
                  </a:cubicBezTo>
                  <a:cubicBezTo>
                    <a:pt x="5573" y="3574"/>
                    <a:pt x="5784" y="3542"/>
                    <a:pt x="5991" y="3542"/>
                  </a:cubicBezTo>
                  <a:cubicBezTo>
                    <a:pt x="5996" y="3542"/>
                    <a:pt x="6002" y="3542"/>
                    <a:pt x="6007" y="3542"/>
                  </a:cubicBezTo>
                  <a:lnTo>
                    <a:pt x="6033" y="3542"/>
                  </a:lnTo>
                  <a:cubicBezTo>
                    <a:pt x="6145" y="3542"/>
                    <a:pt x="6330" y="3542"/>
                    <a:pt x="6467" y="3678"/>
                  </a:cubicBezTo>
                  <a:cubicBezTo>
                    <a:pt x="6574" y="3785"/>
                    <a:pt x="6641" y="3968"/>
                    <a:pt x="6669" y="4210"/>
                  </a:cubicBezTo>
                  <a:cubicBezTo>
                    <a:pt x="6650" y="4192"/>
                    <a:pt x="6626" y="4180"/>
                    <a:pt x="6598" y="4180"/>
                  </a:cubicBezTo>
                  <a:cubicBezTo>
                    <a:pt x="6133" y="4180"/>
                    <a:pt x="5770" y="3775"/>
                    <a:pt x="5766" y="3770"/>
                  </a:cubicBezTo>
                  <a:cubicBezTo>
                    <a:pt x="5746" y="3749"/>
                    <a:pt x="5719" y="3736"/>
                    <a:pt x="5691" y="3736"/>
                  </a:cubicBezTo>
                  <a:cubicBezTo>
                    <a:pt x="5676" y="3736"/>
                    <a:pt x="5661" y="3740"/>
                    <a:pt x="5647" y="3747"/>
                  </a:cubicBezTo>
                  <a:cubicBezTo>
                    <a:pt x="5607" y="3767"/>
                    <a:pt x="5585" y="3809"/>
                    <a:pt x="5594" y="3854"/>
                  </a:cubicBezTo>
                  <a:cubicBezTo>
                    <a:pt x="5595" y="3866"/>
                    <a:pt x="5644" y="4131"/>
                    <a:pt x="5395" y="4238"/>
                  </a:cubicBezTo>
                  <a:cubicBezTo>
                    <a:pt x="5346" y="4261"/>
                    <a:pt x="5324" y="4318"/>
                    <a:pt x="5343" y="4369"/>
                  </a:cubicBezTo>
                  <a:cubicBezTo>
                    <a:pt x="5361" y="4406"/>
                    <a:pt x="5395" y="4428"/>
                    <a:pt x="5435" y="4428"/>
                  </a:cubicBezTo>
                  <a:cubicBezTo>
                    <a:pt x="5447" y="4428"/>
                    <a:pt x="5460" y="4425"/>
                    <a:pt x="5473" y="4421"/>
                  </a:cubicBezTo>
                  <a:cubicBezTo>
                    <a:pt x="5661" y="4339"/>
                    <a:pt x="5747" y="4192"/>
                    <a:pt x="5779" y="4054"/>
                  </a:cubicBezTo>
                  <a:cubicBezTo>
                    <a:pt x="5950" y="4194"/>
                    <a:pt x="6244" y="4379"/>
                    <a:pt x="6596" y="4379"/>
                  </a:cubicBezTo>
                  <a:cubicBezTo>
                    <a:pt x="6627" y="4379"/>
                    <a:pt x="6656" y="4363"/>
                    <a:pt x="6675" y="4339"/>
                  </a:cubicBezTo>
                  <a:cubicBezTo>
                    <a:pt x="6676" y="4379"/>
                    <a:pt x="6679" y="4416"/>
                    <a:pt x="6679" y="4459"/>
                  </a:cubicBezTo>
                  <a:cubicBezTo>
                    <a:pt x="6679" y="4519"/>
                    <a:pt x="6705" y="4577"/>
                    <a:pt x="6746" y="4618"/>
                  </a:cubicBezTo>
                  <a:cubicBezTo>
                    <a:pt x="6776" y="4648"/>
                    <a:pt x="6794" y="4690"/>
                    <a:pt x="6794" y="4733"/>
                  </a:cubicBezTo>
                  <a:lnTo>
                    <a:pt x="6794" y="4816"/>
                  </a:lnTo>
                  <a:cubicBezTo>
                    <a:pt x="6795" y="4854"/>
                    <a:pt x="6779" y="4893"/>
                    <a:pt x="6748" y="4923"/>
                  </a:cubicBezTo>
                  <a:lnTo>
                    <a:pt x="6709" y="4963"/>
                  </a:lnTo>
                  <a:cubicBezTo>
                    <a:pt x="6667" y="5004"/>
                    <a:pt x="6642" y="5062"/>
                    <a:pt x="6642" y="5122"/>
                  </a:cubicBezTo>
                  <a:cubicBezTo>
                    <a:pt x="6642" y="5270"/>
                    <a:pt x="6575" y="5411"/>
                    <a:pt x="6464" y="5499"/>
                  </a:cubicBezTo>
                  <a:cubicBezTo>
                    <a:pt x="6412" y="5539"/>
                    <a:pt x="6356" y="5595"/>
                    <a:pt x="6293" y="5656"/>
                  </a:cubicBezTo>
                  <a:cubicBezTo>
                    <a:pt x="6223" y="5728"/>
                    <a:pt x="6076" y="5872"/>
                    <a:pt x="6018" y="5873"/>
                  </a:cubicBezTo>
                  <a:cubicBezTo>
                    <a:pt x="5962" y="5872"/>
                    <a:pt x="5815" y="5728"/>
                    <a:pt x="5744" y="5656"/>
                  </a:cubicBezTo>
                  <a:cubicBezTo>
                    <a:pt x="5683" y="5597"/>
                    <a:pt x="5628" y="5542"/>
                    <a:pt x="5573" y="5500"/>
                  </a:cubicBezTo>
                  <a:cubicBezTo>
                    <a:pt x="5532" y="5468"/>
                    <a:pt x="5483" y="5452"/>
                    <a:pt x="5434" y="5452"/>
                  </a:cubicBezTo>
                  <a:cubicBezTo>
                    <a:pt x="5367" y="5452"/>
                    <a:pt x="5301" y="5482"/>
                    <a:pt x="5257" y="5539"/>
                  </a:cubicBezTo>
                  <a:cubicBezTo>
                    <a:pt x="5178" y="5639"/>
                    <a:pt x="5197" y="5781"/>
                    <a:pt x="5295" y="5857"/>
                  </a:cubicBezTo>
                  <a:cubicBezTo>
                    <a:pt x="5335" y="5888"/>
                    <a:pt x="5378" y="5933"/>
                    <a:pt x="5424" y="5980"/>
                  </a:cubicBezTo>
                  <a:cubicBezTo>
                    <a:pt x="5580" y="6136"/>
                    <a:pt x="5776" y="6329"/>
                    <a:pt x="6018" y="6329"/>
                  </a:cubicBezTo>
                  <a:cubicBezTo>
                    <a:pt x="6262" y="6329"/>
                    <a:pt x="6457" y="6136"/>
                    <a:pt x="6612" y="5980"/>
                  </a:cubicBezTo>
                  <a:cubicBezTo>
                    <a:pt x="6660" y="5933"/>
                    <a:pt x="6705" y="5888"/>
                    <a:pt x="6743" y="5857"/>
                  </a:cubicBezTo>
                  <a:cubicBezTo>
                    <a:pt x="6938" y="5702"/>
                    <a:pt x="7064" y="5471"/>
                    <a:pt x="7091" y="5223"/>
                  </a:cubicBezTo>
                  <a:cubicBezTo>
                    <a:pt x="7192" y="5108"/>
                    <a:pt x="7248" y="4966"/>
                    <a:pt x="7248" y="4814"/>
                  </a:cubicBezTo>
                  <a:lnTo>
                    <a:pt x="7248" y="4730"/>
                  </a:lnTo>
                  <a:cubicBezTo>
                    <a:pt x="7248" y="4601"/>
                    <a:pt x="7206" y="4477"/>
                    <a:pt x="7135" y="4373"/>
                  </a:cubicBezTo>
                  <a:cubicBezTo>
                    <a:pt x="7122" y="3916"/>
                    <a:pt x="7004" y="3574"/>
                    <a:pt x="6788" y="3356"/>
                  </a:cubicBezTo>
                  <a:cubicBezTo>
                    <a:pt x="6537" y="3106"/>
                    <a:pt x="6226" y="3089"/>
                    <a:pt x="6046" y="3089"/>
                  </a:cubicBezTo>
                  <a:close/>
                  <a:moveTo>
                    <a:pt x="5169" y="0"/>
                  </a:moveTo>
                  <a:cubicBezTo>
                    <a:pt x="3747" y="0"/>
                    <a:pt x="2498" y="896"/>
                    <a:pt x="2039" y="2210"/>
                  </a:cubicBezTo>
                  <a:cubicBezTo>
                    <a:pt x="900" y="2297"/>
                    <a:pt x="0" y="3258"/>
                    <a:pt x="0" y="4430"/>
                  </a:cubicBezTo>
                  <a:cubicBezTo>
                    <a:pt x="0" y="5224"/>
                    <a:pt x="428" y="5965"/>
                    <a:pt x="1118" y="6363"/>
                  </a:cubicBezTo>
                  <a:cubicBezTo>
                    <a:pt x="1175" y="6397"/>
                    <a:pt x="1235" y="6412"/>
                    <a:pt x="1295" y="6412"/>
                  </a:cubicBezTo>
                  <a:cubicBezTo>
                    <a:pt x="1418" y="6412"/>
                    <a:pt x="1537" y="6348"/>
                    <a:pt x="1601" y="6235"/>
                  </a:cubicBezTo>
                  <a:cubicBezTo>
                    <a:pt x="1697" y="6066"/>
                    <a:pt x="1641" y="5851"/>
                    <a:pt x="1472" y="5753"/>
                  </a:cubicBezTo>
                  <a:cubicBezTo>
                    <a:pt x="998" y="5480"/>
                    <a:pt x="705" y="4973"/>
                    <a:pt x="705" y="4431"/>
                  </a:cubicBezTo>
                  <a:cubicBezTo>
                    <a:pt x="705" y="3607"/>
                    <a:pt x="1390" y="2914"/>
                    <a:pt x="2198" y="2914"/>
                  </a:cubicBezTo>
                  <a:lnTo>
                    <a:pt x="2199" y="2914"/>
                  </a:lnTo>
                  <a:cubicBezTo>
                    <a:pt x="2227" y="2917"/>
                    <a:pt x="2254" y="2921"/>
                    <a:pt x="2282" y="2923"/>
                  </a:cubicBezTo>
                  <a:cubicBezTo>
                    <a:pt x="2287" y="2923"/>
                    <a:pt x="2291" y="2923"/>
                    <a:pt x="2295" y="2923"/>
                  </a:cubicBezTo>
                  <a:cubicBezTo>
                    <a:pt x="2459" y="2923"/>
                    <a:pt x="2601" y="2814"/>
                    <a:pt x="2640" y="2657"/>
                  </a:cubicBezTo>
                  <a:cubicBezTo>
                    <a:pt x="2934" y="1510"/>
                    <a:pt x="3974" y="710"/>
                    <a:pt x="5168" y="710"/>
                  </a:cubicBezTo>
                  <a:cubicBezTo>
                    <a:pt x="6605" y="710"/>
                    <a:pt x="7775" y="1871"/>
                    <a:pt x="7775" y="3301"/>
                  </a:cubicBezTo>
                  <a:cubicBezTo>
                    <a:pt x="7775" y="3356"/>
                    <a:pt x="7769" y="3419"/>
                    <a:pt x="7766" y="3482"/>
                  </a:cubicBezTo>
                  <a:cubicBezTo>
                    <a:pt x="7756" y="3619"/>
                    <a:pt x="7824" y="3748"/>
                    <a:pt x="7944" y="3815"/>
                  </a:cubicBezTo>
                  <a:cubicBezTo>
                    <a:pt x="8296" y="4015"/>
                    <a:pt x="8516" y="4393"/>
                    <a:pt x="8516" y="4797"/>
                  </a:cubicBezTo>
                  <a:cubicBezTo>
                    <a:pt x="8516" y="5174"/>
                    <a:pt x="8328" y="5530"/>
                    <a:pt x="8014" y="5750"/>
                  </a:cubicBezTo>
                  <a:cubicBezTo>
                    <a:pt x="7852" y="5861"/>
                    <a:pt x="7814" y="6081"/>
                    <a:pt x="7925" y="6241"/>
                  </a:cubicBezTo>
                  <a:cubicBezTo>
                    <a:pt x="7994" y="6341"/>
                    <a:pt x="8103" y="6394"/>
                    <a:pt x="8215" y="6394"/>
                  </a:cubicBezTo>
                  <a:cubicBezTo>
                    <a:pt x="8285" y="6394"/>
                    <a:pt x="8355" y="6373"/>
                    <a:pt x="8417" y="6331"/>
                  </a:cubicBezTo>
                  <a:cubicBezTo>
                    <a:pt x="8922" y="5980"/>
                    <a:pt x="9223" y="5405"/>
                    <a:pt x="9223" y="4797"/>
                  </a:cubicBezTo>
                  <a:cubicBezTo>
                    <a:pt x="9223" y="4213"/>
                    <a:pt x="8944" y="3667"/>
                    <a:pt x="8486" y="3322"/>
                  </a:cubicBezTo>
                  <a:lnTo>
                    <a:pt x="8486" y="3300"/>
                  </a:lnTo>
                  <a:cubicBezTo>
                    <a:pt x="8486" y="1481"/>
                    <a:pt x="6997" y="0"/>
                    <a:pt x="5169" y="0"/>
                  </a:cubicBezTo>
                  <a:close/>
                  <a:moveTo>
                    <a:pt x="3359" y="3419"/>
                  </a:moveTo>
                  <a:cubicBezTo>
                    <a:pt x="3459" y="3419"/>
                    <a:pt x="3517" y="3463"/>
                    <a:pt x="3531" y="3475"/>
                  </a:cubicBezTo>
                  <a:cubicBezTo>
                    <a:pt x="3575" y="3518"/>
                    <a:pt x="3633" y="3541"/>
                    <a:pt x="3692" y="3541"/>
                  </a:cubicBezTo>
                  <a:cubicBezTo>
                    <a:pt x="3720" y="3541"/>
                    <a:pt x="3748" y="3536"/>
                    <a:pt x="3775" y="3525"/>
                  </a:cubicBezTo>
                  <a:cubicBezTo>
                    <a:pt x="3805" y="3514"/>
                    <a:pt x="3882" y="3489"/>
                    <a:pt x="3978" y="3489"/>
                  </a:cubicBezTo>
                  <a:cubicBezTo>
                    <a:pt x="4131" y="3489"/>
                    <a:pt x="4330" y="3554"/>
                    <a:pt x="4458" y="3846"/>
                  </a:cubicBezTo>
                  <a:cubicBezTo>
                    <a:pt x="4537" y="4023"/>
                    <a:pt x="4608" y="4724"/>
                    <a:pt x="4636" y="5177"/>
                  </a:cubicBezTo>
                  <a:cubicBezTo>
                    <a:pt x="4658" y="5392"/>
                    <a:pt x="4649" y="5644"/>
                    <a:pt x="4633" y="5688"/>
                  </a:cubicBezTo>
                  <a:cubicBezTo>
                    <a:pt x="4568" y="5748"/>
                    <a:pt x="4407" y="5812"/>
                    <a:pt x="4317" y="5838"/>
                  </a:cubicBezTo>
                  <a:cubicBezTo>
                    <a:pt x="4196" y="5872"/>
                    <a:pt x="4125" y="5996"/>
                    <a:pt x="4159" y="6117"/>
                  </a:cubicBezTo>
                  <a:cubicBezTo>
                    <a:pt x="4173" y="6160"/>
                    <a:pt x="4196" y="6195"/>
                    <a:pt x="4228" y="6222"/>
                  </a:cubicBezTo>
                  <a:lnTo>
                    <a:pt x="3626" y="6752"/>
                  </a:lnTo>
                  <a:lnTo>
                    <a:pt x="2952" y="6160"/>
                  </a:lnTo>
                  <a:cubicBezTo>
                    <a:pt x="2980" y="6127"/>
                    <a:pt x="3003" y="6090"/>
                    <a:pt x="3010" y="6047"/>
                  </a:cubicBezTo>
                  <a:cubicBezTo>
                    <a:pt x="3029" y="5922"/>
                    <a:pt x="2943" y="5806"/>
                    <a:pt x="2818" y="5789"/>
                  </a:cubicBezTo>
                  <a:cubicBezTo>
                    <a:pt x="2780" y="5781"/>
                    <a:pt x="2654" y="5747"/>
                    <a:pt x="2614" y="5707"/>
                  </a:cubicBezTo>
                  <a:cubicBezTo>
                    <a:pt x="2585" y="5643"/>
                    <a:pt x="2596" y="5391"/>
                    <a:pt x="2637" y="5178"/>
                  </a:cubicBezTo>
                  <a:cubicBezTo>
                    <a:pt x="2643" y="5150"/>
                    <a:pt x="2643" y="5120"/>
                    <a:pt x="2637" y="5092"/>
                  </a:cubicBezTo>
                  <a:cubicBezTo>
                    <a:pt x="2633" y="5082"/>
                    <a:pt x="2431" y="3961"/>
                    <a:pt x="3031" y="3543"/>
                  </a:cubicBezTo>
                  <a:cubicBezTo>
                    <a:pt x="3168" y="3447"/>
                    <a:pt x="3277" y="3419"/>
                    <a:pt x="3359" y="3419"/>
                  </a:cubicBezTo>
                  <a:close/>
                  <a:moveTo>
                    <a:pt x="3358" y="2970"/>
                  </a:moveTo>
                  <a:cubicBezTo>
                    <a:pt x="3188" y="2970"/>
                    <a:pt x="2988" y="3023"/>
                    <a:pt x="2772" y="3174"/>
                  </a:cubicBezTo>
                  <a:cubicBezTo>
                    <a:pt x="2000" y="3710"/>
                    <a:pt x="2146" y="4886"/>
                    <a:pt x="2186" y="5135"/>
                  </a:cubicBezTo>
                  <a:cubicBezTo>
                    <a:pt x="2132" y="5440"/>
                    <a:pt x="2106" y="5820"/>
                    <a:pt x="2268" y="5995"/>
                  </a:cubicBezTo>
                  <a:cubicBezTo>
                    <a:pt x="2342" y="6074"/>
                    <a:pt x="2435" y="6129"/>
                    <a:pt x="2518" y="6166"/>
                  </a:cubicBezTo>
                  <a:cubicBezTo>
                    <a:pt x="1752" y="6403"/>
                    <a:pt x="1694" y="6538"/>
                    <a:pt x="1663" y="6613"/>
                  </a:cubicBezTo>
                  <a:cubicBezTo>
                    <a:pt x="1608" y="6748"/>
                    <a:pt x="1590" y="6926"/>
                    <a:pt x="1574" y="7083"/>
                  </a:cubicBezTo>
                  <a:lnTo>
                    <a:pt x="1562" y="7183"/>
                  </a:lnTo>
                  <a:cubicBezTo>
                    <a:pt x="1546" y="7306"/>
                    <a:pt x="1635" y="7420"/>
                    <a:pt x="1760" y="7435"/>
                  </a:cubicBezTo>
                  <a:cubicBezTo>
                    <a:pt x="1769" y="7437"/>
                    <a:pt x="1777" y="7437"/>
                    <a:pt x="1786" y="7437"/>
                  </a:cubicBezTo>
                  <a:cubicBezTo>
                    <a:pt x="1901" y="7437"/>
                    <a:pt x="1999" y="7354"/>
                    <a:pt x="2012" y="7238"/>
                  </a:cubicBezTo>
                  <a:lnTo>
                    <a:pt x="2023" y="7132"/>
                  </a:lnTo>
                  <a:cubicBezTo>
                    <a:pt x="2034" y="7034"/>
                    <a:pt x="2046" y="6905"/>
                    <a:pt x="2069" y="6824"/>
                  </a:cubicBezTo>
                  <a:cubicBezTo>
                    <a:pt x="2170" y="6763"/>
                    <a:pt x="2462" y="6657"/>
                    <a:pt x="2737" y="6574"/>
                  </a:cubicBezTo>
                  <a:lnTo>
                    <a:pt x="3470" y="7217"/>
                  </a:lnTo>
                  <a:cubicBezTo>
                    <a:pt x="3509" y="7251"/>
                    <a:pt x="3558" y="7266"/>
                    <a:pt x="3605" y="7269"/>
                  </a:cubicBezTo>
                  <a:cubicBezTo>
                    <a:pt x="3613" y="7269"/>
                    <a:pt x="3619" y="7272"/>
                    <a:pt x="3626" y="7272"/>
                  </a:cubicBezTo>
                  <a:cubicBezTo>
                    <a:pt x="3634" y="7269"/>
                    <a:pt x="3641" y="7269"/>
                    <a:pt x="3649" y="7268"/>
                  </a:cubicBezTo>
                  <a:cubicBezTo>
                    <a:pt x="3698" y="7265"/>
                    <a:pt x="3745" y="7250"/>
                    <a:pt x="3784" y="7216"/>
                  </a:cubicBezTo>
                  <a:lnTo>
                    <a:pt x="4517" y="6571"/>
                  </a:lnTo>
                  <a:cubicBezTo>
                    <a:pt x="4792" y="6656"/>
                    <a:pt x="5087" y="6763"/>
                    <a:pt x="5185" y="6822"/>
                  </a:cubicBezTo>
                  <a:cubicBezTo>
                    <a:pt x="5214" y="6919"/>
                    <a:pt x="5228" y="7079"/>
                    <a:pt x="5237" y="7187"/>
                  </a:cubicBezTo>
                  <a:lnTo>
                    <a:pt x="5242" y="7230"/>
                  </a:lnTo>
                  <a:cubicBezTo>
                    <a:pt x="5252" y="7348"/>
                    <a:pt x="5350" y="7437"/>
                    <a:pt x="5466" y="7437"/>
                  </a:cubicBezTo>
                  <a:cubicBezTo>
                    <a:pt x="5472" y="7437"/>
                    <a:pt x="5479" y="7435"/>
                    <a:pt x="5487" y="7435"/>
                  </a:cubicBezTo>
                  <a:cubicBezTo>
                    <a:pt x="5610" y="7423"/>
                    <a:pt x="5702" y="7312"/>
                    <a:pt x="5690" y="7187"/>
                  </a:cubicBezTo>
                  <a:lnTo>
                    <a:pt x="5687" y="7147"/>
                  </a:lnTo>
                  <a:cubicBezTo>
                    <a:pt x="5670" y="6976"/>
                    <a:pt x="5652" y="6764"/>
                    <a:pt x="5594" y="6613"/>
                  </a:cubicBezTo>
                  <a:cubicBezTo>
                    <a:pt x="5563" y="6537"/>
                    <a:pt x="5505" y="6400"/>
                    <a:pt x="4727" y="6161"/>
                  </a:cubicBezTo>
                  <a:cubicBezTo>
                    <a:pt x="4801" y="6124"/>
                    <a:pt x="4880" y="6077"/>
                    <a:pt x="4940" y="6020"/>
                  </a:cubicBezTo>
                  <a:cubicBezTo>
                    <a:pt x="5125" y="5854"/>
                    <a:pt x="5123" y="5443"/>
                    <a:pt x="5089" y="5138"/>
                  </a:cubicBezTo>
                  <a:cubicBezTo>
                    <a:pt x="5076" y="4945"/>
                    <a:pt x="5012" y="3975"/>
                    <a:pt x="4874" y="3664"/>
                  </a:cubicBezTo>
                  <a:cubicBezTo>
                    <a:pt x="4659" y="3174"/>
                    <a:pt x="4289" y="3036"/>
                    <a:pt x="3979" y="3036"/>
                  </a:cubicBezTo>
                  <a:cubicBezTo>
                    <a:pt x="3890" y="3036"/>
                    <a:pt x="3806" y="3047"/>
                    <a:pt x="3732" y="3065"/>
                  </a:cubicBezTo>
                  <a:cubicBezTo>
                    <a:pt x="3637" y="3012"/>
                    <a:pt x="3509" y="2970"/>
                    <a:pt x="3358" y="2970"/>
                  </a:cubicBezTo>
                  <a:close/>
                  <a:moveTo>
                    <a:pt x="6870" y="6092"/>
                  </a:moveTo>
                  <a:cubicBezTo>
                    <a:pt x="6816" y="6092"/>
                    <a:pt x="6764" y="6112"/>
                    <a:pt x="6722" y="6151"/>
                  </a:cubicBezTo>
                  <a:lnTo>
                    <a:pt x="5894" y="6878"/>
                  </a:lnTo>
                  <a:cubicBezTo>
                    <a:pt x="5800" y="6960"/>
                    <a:pt x="5791" y="7104"/>
                    <a:pt x="5874" y="7198"/>
                  </a:cubicBezTo>
                  <a:cubicBezTo>
                    <a:pt x="5919" y="7248"/>
                    <a:pt x="5982" y="7275"/>
                    <a:pt x="6045" y="7275"/>
                  </a:cubicBezTo>
                  <a:cubicBezTo>
                    <a:pt x="6098" y="7275"/>
                    <a:pt x="6151" y="7256"/>
                    <a:pt x="6194" y="7217"/>
                  </a:cubicBezTo>
                  <a:lnTo>
                    <a:pt x="6927" y="6574"/>
                  </a:lnTo>
                  <a:cubicBezTo>
                    <a:pt x="7202" y="6657"/>
                    <a:pt x="7494" y="6763"/>
                    <a:pt x="7595" y="6822"/>
                  </a:cubicBezTo>
                  <a:cubicBezTo>
                    <a:pt x="7615" y="6901"/>
                    <a:pt x="7628" y="7024"/>
                    <a:pt x="7637" y="7112"/>
                  </a:cubicBezTo>
                  <a:cubicBezTo>
                    <a:pt x="7643" y="7162"/>
                    <a:pt x="7647" y="7207"/>
                    <a:pt x="7652" y="7244"/>
                  </a:cubicBezTo>
                  <a:cubicBezTo>
                    <a:pt x="7670" y="7357"/>
                    <a:pt x="7765" y="7437"/>
                    <a:pt x="7876" y="7437"/>
                  </a:cubicBezTo>
                  <a:cubicBezTo>
                    <a:pt x="7888" y="7437"/>
                    <a:pt x="7898" y="7437"/>
                    <a:pt x="7910" y="7435"/>
                  </a:cubicBezTo>
                  <a:cubicBezTo>
                    <a:pt x="8035" y="7416"/>
                    <a:pt x="8120" y="7302"/>
                    <a:pt x="8102" y="7178"/>
                  </a:cubicBezTo>
                  <a:cubicBezTo>
                    <a:pt x="8096" y="7147"/>
                    <a:pt x="8091" y="7109"/>
                    <a:pt x="8088" y="7066"/>
                  </a:cubicBezTo>
                  <a:cubicBezTo>
                    <a:pt x="8072" y="6919"/>
                    <a:pt x="8053" y="6739"/>
                    <a:pt x="8001" y="6613"/>
                  </a:cubicBezTo>
                  <a:cubicBezTo>
                    <a:pt x="7968" y="6531"/>
                    <a:pt x="7904" y="6381"/>
                    <a:pt x="6933" y="6102"/>
                  </a:cubicBezTo>
                  <a:cubicBezTo>
                    <a:pt x="6912" y="6096"/>
                    <a:pt x="6891" y="6092"/>
                    <a:pt x="6870" y="6092"/>
                  </a:cubicBezTo>
                  <a:close/>
                </a:path>
              </a:pathLst>
            </a:custGeom>
            <a:solidFill>
              <a:srgbClr val="29B5E8"/>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rgbClr val="252525"/>
                </a:buClr>
                <a:buSzPts val="3600"/>
                <a:buFont typeface="Arial"/>
                <a:buNone/>
              </a:pPr>
              <a:r>
                <a:t/>
              </a:r>
              <a:endParaRPr sz="3600">
                <a:solidFill>
                  <a:srgbClr val="252525"/>
                </a:solidFill>
                <a:latin typeface="Arial"/>
                <a:ea typeface="Arial"/>
                <a:cs typeface="Arial"/>
                <a:sym typeface="Arial"/>
              </a:endParaRPr>
            </a:p>
          </p:txBody>
        </p:sp>
        <p:sp>
          <p:nvSpPr>
            <p:cNvPr id="734" name="Google Shape;734;p76"/>
            <p:cNvSpPr/>
            <p:nvPr/>
          </p:nvSpPr>
          <p:spPr>
            <a:xfrm>
              <a:off x="2324475" y="3409375"/>
              <a:ext cx="505275" cy="348475"/>
            </a:xfrm>
            <a:custGeom>
              <a:rect b="b" l="l" r="r" t="t"/>
              <a:pathLst>
                <a:path extrusionOk="0" h="13939" w="20211">
                  <a:moveTo>
                    <a:pt x="1742" y="9177"/>
                  </a:moveTo>
                  <a:lnTo>
                    <a:pt x="697" y="10803"/>
                  </a:lnTo>
                  <a:lnTo>
                    <a:pt x="0" y="12662"/>
                  </a:lnTo>
                  <a:lnTo>
                    <a:pt x="929" y="13939"/>
                  </a:lnTo>
                  <a:lnTo>
                    <a:pt x="3020" y="13591"/>
                  </a:lnTo>
                  <a:lnTo>
                    <a:pt x="5575" y="13126"/>
                  </a:lnTo>
                  <a:lnTo>
                    <a:pt x="8944" y="13242"/>
                  </a:lnTo>
                  <a:lnTo>
                    <a:pt x="13707" y="13707"/>
                  </a:lnTo>
                  <a:lnTo>
                    <a:pt x="20095" y="13707"/>
                  </a:lnTo>
                  <a:lnTo>
                    <a:pt x="20211" y="11616"/>
                  </a:lnTo>
                  <a:lnTo>
                    <a:pt x="19398" y="10455"/>
                  </a:lnTo>
                  <a:lnTo>
                    <a:pt x="17656" y="9061"/>
                  </a:lnTo>
                  <a:lnTo>
                    <a:pt x="17656" y="6273"/>
                  </a:lnTo>
                  <a:lnTo>
                    <a:pt x="17307" y="2440"/>
                  </a:lnTo>
                  <a:lnTo>
                    <a:pt x="15797" y="233"/>
                  </a:lnTo>
                  <a:lnTo>
                    <a:pt x="12893" y="117"/>
                  </a:lnTo>
                  <a:lnTo>
                    <a:pt x="10106" y="813"/>
                  </a:lnTo>
                  <a:lnTo>
                    <a:pt x="7434" y="0"/>
                  </a:lnTo>
                  <a:lnTo>
                    <a:pt x="5227" y="0"/>
                  </a:lnTo>
                  <a:lnTo>
                    <a:pt x="2788" y="930"/>
                  </a:lnTo>
                  <a:lnTo>
                    <a:pt x="1626" y="4531"/>
                  </a:lnTo>
                  <a:close/>
                </a:path>
              </a:pathLst>
            </a:custGeom>
            <a:solidFill>
              <a:srgbClr val="FFFFFF"/>
            </a:solidFill>
            <a:ln>
              <a:noFill/>
            </a:ln>
          </p:spPr>
        </p:sp>
        <p:grpSp>
          <p:nvGrpSpPr>
            <p:cNvPr id="735" name="Google Shape;735;p76"/>
            <p:cNvGrpSpPr/>
            <p:nvPr/>
          </p:nvGrpSpPr>
          <p:grpSpPr>
            <a:xfrm>
              <a:off x="2382626" y="3409387"/>
              <a:ext cx="388981" cy="357346"/>
              <a:chOff x="3803643" y="1866899"/>
              <a:chExt cx="1536867" cy="1411876"/>
            </a:xfrm>
          </p:grpSpPr>
          <p:sp>
            <p:nvSpPr>
              <p:cNvPr id="736" name="Google Shape;736;p76"/>
              <p:cNvSpPr/>
              <p:nvPr/>
            </p:nvSpPr>
            <p:spPr>
              <a:xfrm>
                <a:off x="4665331" y="1866899"/>
                <a:ext cx="675179" cy="678832"/>
              </a:xfrm>
              <a:custGeom>
                <a:rect b="b" l="l" r="r" t="t"/>
                <a:pathLst>
                  <a:path extrusionOk="0" h="678832" w="675179">
                    <a:moveTo>
                      <a:pt x="413495" y="678832"/>
                    </a:moveTo>
                    <a:lnTo>
                      <a:pt x="261722" y="678832"/>
                    </a:lnTo>
                    <a:cubicBezTo>
                      <a:pt x="241498" y="678832"/>
                      <a:pt x="225107" y="662481"/>
                      <a:pt x="225107" y="642312"/>
                    </a:cubicBezTo>
                    <a:lnTo>
                      <a:pt x="225107" y="604468"/>
                    </a:lnTo>
                    <a:cubicBezTo>
                      <a:pt x="203204" y="595361"/>
                      <a:pt x="182525" y="583569"/>
                      <a:pt x="163544" y="569367"/>
                    </a:cubicBezTo>
                    <a:lnTo>
                      <a:pt x="130913" y="588290"/>
                    </a:lnTo>
                    <a:cubicBezTo>
                      <a:pt x="113393" y="598345"/>
                      <a:pt x="91006" y="592330"/>
                      <a:pt x="80923" y="574855"/>
                    </a:cubicBezTo>
                    <a:lnTo>
                      <a:pt x="5036" y="443724"/>
                    </a:lnTo>
                    <a:cubicBezTo>
                      <a:pt x="-5089" y="426326"/>
                      <a:pt x="844" y="404035"/>
                      <a:pt x="18288" y="393935"/>
                    </a:cubicBezTo>
                    <a:cubicBezTo>
                      <a:pt x="18329" y="393912"/>
                      <a:pt x="18371" y="393888"/>
                      <a:pt x="18411" y="393865"/>
                    </a:cubicBezTo>
                    <a:lnTo>
                      <a:pt x="50379" y="374942"/>
                    </a:lnTo>
                    <a:cubicBezTo>
                      <a:pt x="47153" y="351177"/>
                      <a:pt x="47153" y="327087"/>
                      <a:pt x="50379" y="303322"/>
                    </a:cubicBezTo>
                    <a:lnTo>
                      <a:pt x="18317" y="284400"/>
                    </a:lnTo>
                    <a:cubicBezTo>
                      <a:pt x="833" y="274369"/>
                      <a:pt x="-5187" y="252102"/>
                      <a:pt x="4870" y="234663"/>
                    </a:cubicBezTo>
                    <a:cubicBezTo>
                      <a:pt x="4894" y="234622"/>
                      <a:pt x="4918" y="234581"/>
                      <a:pt x="4942" y="234540"/>
                    </a:cubicBezTo>
                    <a:lnTo>
                      <a:pt x="80828" y="103410"/>
                    </a:lnTo>
                    <a:cubicBezTo>
                      <a:pt x="90911" y="85934"/>
                      <a:pt x="113298" y="79920"/>
                      <a:pt x="130818" y="89975"/>
                    </a:cubicBezTo>
                    <a:lnTo>
                      <a:pt x="163544" y="108897"/>
                    </a:lnTo>
                    <a:cubicBezTo>
                      <a:pt x="182497" y="94626"/>
                      <a:pt x="203185" y="82801"/>
                      <a:pt x="225107" y="73702"/>
                    </a:cubicBezTo>
                    <a:lnTo>
                      <a:pt x="225107" y="35857"/>
                    </a:lnTo>
                    <a:cubicBezTo>
                      <a:pt x="225468" y="15984"/>
                      <a:pt x="241698" y="48"/>
                      <a:pt x="261627" y="0"/>
                    </a:cubicBezTo>
                    <a:lnTo>
                      <a:pt x="413400" y="0"/>
                    </a:lnTo>
                    <a:cubicBezTo>
                      <a:pt x="433624" y="0"/>
                      <a:pt x="450015" y="16350"/>
                      <a:pt x="450015" y="36520"/>
                    </a:cubicBezTo>
                    <a:lnTo>
                      <a:pt x="450015" y="74364"/>
                    </a:lnTo>
                    <a:cubicBezTo>
                      <a:pt x="471918" y="83505"/>
                      <a:pt x="492597" y="95327"/>
                      <a:pt x="511578" y="109559"/>
                    </a:cubicBezTo>
                    <a:lnTo>
                      <a:pt x="544210" y="90637"/>
                    </a:lnTo>
                    <a:cubicBezTo>
                      <a:pt x="561768" y="80521"/>
                      <a:pt x="584221" y="86513"/>
                      <a:pt x="594361" y="104023"/>
                    </a:cubicBezTo>
                    <a:cubicBezTo>
                      <a:pt x="594370" y="104039"/>
                      <a:pt x="594380" y="104056"/>
                      <a:pt x="594389" y="104072"/>
                    </a:cubicBezTo>
                    <a:lnTo>
                      <a:pt x="670276" y="235202"/>
                    </a:lnTo>
                    <a:cubicBezTo>
                      <a:pt x="680369" y="252656"/>
                      <a:pt x="674383" y="274969"/>
                      <a:pt x="656901" y="285062"/>
                    </a:cubicBezTo>
                    <a:lnTo>
                      <a:pt x="624839" y="303984"/>
                    </a:lnTo>
                    <a:cubicBezTo>
                      <a:pt x="628064" y="327781"/>
                      <a:pt x="628064" y="351903"/>
                      <a:pt x="624839" y="375699"/>
                    </a:cubicBezTo>
                    <a:lnTo>
                      <a:pt x="656806" y="394054"/>
                    </a:lnTo>
                    <a:cubicBezTo>
                      <a:pt x="674288" y="404147"/>
                      <a:pt x="680274" y="426460"/>
                      <a:pt x="670181" y="443914"/>
                    </a:cubicBezTo>
                    <a:lnTo>
                      <a:pt x="594295" y="575044"/>
                    </a:lnTo>
                    <a:cubicBezTo>
                      <a:pt x="584173" y="592531"/>
                      <a:pt x="561758" y="598543"/>
                      <a:pt x="544210" y="588479"/>
                    </a:cubicBezTo>
                    <a:lnTo>
                      <a:pt x="511673" y="569557"/>
                    </a:lnTo>
                    <a:cubicBezTo>
                      <a:pt x="492673" y="583724"/>
                      <a:pt x="471994" y="595512"/>
                      <a:pt x="450110" y="604657"/>
                    </a:cubicBezTo>
                    <a:lnTo>
                      <a:pt x="450110" y="642502"/>
                    </a:lnTo>
                    <a:cubicBezTo>
                      <a:pt x="450006" y="662597"/>
                      <a:pt x="433643" y="678832"/>
                      <a:pt x="413495" y="678832"/>
                    </a:cubicBezTo>
                    <a:close/>
                    <a:moveTo>
                      <a:pt x="298243" y="605509"/>
                    </a:moveTo>
                    <a:lnTo>
                      <a:pt x="376785" y="605509"/>
                    </a:lnTo>
                    <a:lnTo>
                      <a:pt x="376785" y="579018"/>
                    </a:lnTo>
                    <a:cubicBezTo>
                      <a:pt x="376795" y="563082"/>
                      <a:pt x="387153" y="548990"/>
                      <a:pt x="402397" y="544201"/>
                    </a:cubicBezTo>
                    <a:cubicBezTo>
                      <a:pt x="432381" y="534851"/>
                      <a:pt x="459957" y="519095"/>
                      <a:pt x="483216" y="498031"/>
                    </a:cubicBezTo>
                    <a:cubicBezTo>
                      <a:pt x="494997" y="487319"/>
                      <a:pt x="512375" y="485444"/>
                      <a:pt x="526186" y="493395"/>
                    </a:cubicBezTo>
                    <a:lnTo>
                      <a:pt x="549142" y="506546"/>
                    </a:lnTo>
                    <a:lnTo>
                      <a:pt x="588413" y="438710"/>
                    </a:lnTo>
                    <a:lnTo>
                      <a:pt x="565932" y="425748"/>
                    </a:lnTo>
                    <a:cubicBezTo>
                      <a:pt x="552102" y="417760"/>
                      <a:pt x="545044" y="401767"/>
                      <a:pt x="548478" y="386201"/>
                    </a:cubicBezTo>
                    <a:cubicBezTo>
                      <a:pt x="555782" y="355469"/>
                      <a:pt x="555782" y="323458"/>
                      <a:pt x="548478" y="292726"/>
                    </a:cubicBezTo>
                    <a:cubicBezTo>
                      <a:pt x="545016" y="277156"/>
                      <a:pt x="552083" y="261146"/>
                      <a:pt x="565932" y="253178"/>
                    </a:cubicBezTo>
                    <a:lnTo>
                      <a:pt x="588508" y="240217"/>
                    </a:lnTo>
                    <a:lnTo>
                      <a:pt x="549237" y="172286"/>
                    </a:lnTo>
                    <a:lnTo>
                      <a:pt x="526186" y="185532"/>
                    </a:lnTo>
                    <a:cubicBezTo>
                      <a:pt x="512366" y="193488"/>
                      <a:pt x="494969" y="191573"/>
                      <a:pt x="483216" y="180801"/>
                    </a:cubicBezTo>
                    <a:cubicBezTo>
                      <a:pt x="459938" y="159766"/>
                      <a:pt x="432362" y="144015"/>
                      <a:pt x="402397" y="134631"/>
                    </a:cubicBezTo>
                    <a:cubicBezTo>
                      <a:pt x="387153" y="129842"/>
                      <a:pt x="376795" y="115751"/>
                      <a:pt x="376785" y="99814"/>
                    </a:cubicBezTo>
                    <a:lnTo>
                      <a:pt x="376785" y="73039"/>
                    </a:lnTo>
                    <a:lnTo>
                      <a:pt x="298243" y="73039"/>
                    </a:lnTo>
                    <a:lnTo>
                      <a:pt x="298243" y="99814"/>
                    </a:lnTo>
                    <a:cubicBezTo>
                      <a:pt x="298224" y="115715"/>
                      <a:pt x="287913" y="129783"/>
                      <a:pt x="272726" y="134631"/>
                    </a:cubicBezTo>
                    <a:cubicBezTo>
                      <a:pt x="242760" y="144015"/>
                      <a:pt x="215185" y="159766"/>
                      <a:pt x="191907" y="180801"/>
                    </a:cubicBezTo>
                    <a:cubicBezTo>
                      <a:pt x="180125" y="191589"/>
                      <a:pt x="162690" y="193504"/>
                      <a:pt x="148841" y="185532"/>
                    </a:cubicBezTo>
                    <a:lnTo>
                      <a:pt x="125886" y="172286"/>
                    </a:lnTo>
                    <a:lnTo>
                      <a:pt x="86899" y="240217"/>
                    </a:lnTo>
                    <a:lnTo>
                      <a:pt x="109380" y="253178"/>
                    </a:lnTo>
                    <a:cubicBezTo>
                      <a:pt x="123258" y="261124"/>
                      <a:pt x="130334" y="277153"/>
                      <a:pt x="126834" y="292726"/>
                    </a:cubicBezTo>
                    <a:cubicBezTo>
                      <a:pt x="119530" y="323458"/>
                      <a:pt x="119530" y="355469"/>
                      <a:pt x="126834" y="386201"/>
                    </a:cubicBezTo>
                    <a:cubicBezTo>
                      <a:pt x="130249" y="401835"/>
                      <a:pt x="123059" y="417865"/>
                      <a:pt x="109096" y="425748"/>
                    </a:cubicBezTo>
                    <a:lnTo>
                      <a:pt x="86899" y="438710"/>
                    </a:lnTo>
                    <a:lnTo>
                      <a:pt x="126170" y="506546"/>
                    </a:lnTo>
                    <a:lnTo>
                      <a:pt x="149031" y="493395"/>
                    </a:lnTo>
                    <a:cubicBezTo>
                      <a:pt x="162871" y="485459"/>
                      <a:pt x="180268" y="487332"/>
                      <a:pt x="192096" y="498031"/>
                    </a:cubicBezTo>
                    <a:cubicBezTo>
                      <a:pt x="215337" y="519112"/>
                      <a:pt x="242921" y="534870"/>
                      <a:pt x="272915" y="544201"/>
                    </a:cubicBezTo>
                    <a:cubicBezTo>
                      <a:pt x="288102" y="549049"/>
                      <a:pt x="298413" y="563117"/>
                      <a:pt x="298432" y="579018"/>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800"/>
                  <a:buFont typeface="Arial"/>
                  <a:buNone/>
                </a:pPr>
                <a:r>
                  <a:t/>
                </a:r>
                <a:endParaRPr sz="2800">
                  <a:solidFill>
                    <a:srgbClr val="262626"/>
                  </a:solidFill>
                  <a:latin typeface="Arial"/>
                  <a:ea typeface="Arial"/>
                  <a:cs typeface="Arial"/>
                  <a:sym typeface="Arial"/>
                </a:endParaRPr>
              </a:p>
            </p:txBody>
          </p:sp>
          <p:sp>
            <p:nvSpPr>
              <p:cNvPr id="737" name="Google Shape;737;p76"/>
              <p:cNvSpPr/>
              <p:nvPr/>
            </p:nvSpPr>
            <p:spPr>
              <a:xfrm>
                <a:off x="4849554" y="2053093"/>
                <a:ext cx="306581" cy="305781"/>
              </a:xfrm>
              <a:custGeom>
                <a:rect b="b" l="l" r="r" t="t"/>
                <a:pathLst>
                  <a:path extrusionOk="0" h="305781" w="306581">
                    <a:moveTo>
                      <a:pt x="153291" y="305782"/>
                    </a:moveTo>
                    <a:cubicBezTo>
                      <a:pt x="68630" y="305782"/>
                      <a:pt x="0" y="237330"/>
                      <a:pt x="0" y="152891"/>
                    </a:cubicBezTo>
                    <a:cubicBezTo>
                      <a:pt x="0" y="68452"/>
                      <a:pt x="68630" y="0"/>
                      <a:pt x="153291" y="0"/>
                    </a:cubicBezTo>
                    <a:cubicBezTo>
                      <a:pt x="237951" y="0"/>
                      <a:pt x="306581" y="68452"/>
                      <a:pt x="306581" y="152891"/>
                    </a:cubicBezTo>
                    <a:cubicBezTo>
                      <a:pt x="306581" y="152922"/>
                      <a:pt x="306581" y="152954"/>
                      <a:pt x="306581" y="152986"/>
                    </a:cubicBezTo>
                    <a:cubicBezTo>
                      <a:pt x="306477" y="237366"/>
                      <a:pt x="237894" y="305730"/>
                      <a:pt x="153291" y="305782"/>
                    </a:cubicBezTo>
                    <a:close/>
                    <a:moveTo>
                      <a:pt x="153291" y="65092"/>
                    </a:moveTo>
                    <a:cubicBezTo>
                      <a:pt x="104619" y="65092"/>
                      <a:pt x="65167" y="104444"/>
                      <a:pt x="65167" y="152986"/>
                    </a:cubicBezTo>
                    <a:cubicBezTo>
                      <a:pt x="65167" y="201528"/>
                      <a:pt x="104619" y="240879"/>
                      <a:pt x="153291" y="240879"/>
                    </a:cubicBezTo>
                    <a:cubicBezTo>
                      <a:pt x="201962" y="240879"/>
                      <a:pt x="241414" y="201528"/>
                      <a:pt x="241414" y="152986"/>
                    </a:cubicBezTo>
                    <a:cubicBezTo>
                      <a:pt x="241205" y="104576"/>
                      <a:pt x="201829" y="65428"/>
                      <a:pt x="153291" y="65376"/>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800"/>
                  <a:buFont typeface="Arial"/>
                  <a:buNone/>
                </a:pPr>
                <a:r>
                  <a:t/>
                </a:r>
                <a:endParaRPr sz="2800">
                  <a:solidFill>
                    <a:srgbClr val="262626"/>
                  </a:solidFill>
                  <a:latin typeface="Arial"/>
                  <a:ea typeface="Arial"/>
                  <a:cs typeface="Arial"/>
                  <a:sym typeface="Arial"/>
                </a:endParaRPr>
              </a:p>
            </p:txBody>
          </p:sp>
          <p:sp>
            <p:nvSpPr>
              <p:cNvPr id="738" name="Google Shape;738;p76"/>
              <p:cNvSpPr/>
              <p:nvPr/>
            </p:nvSpPr>
            <p:spPr>
              <a:xfrm>
                <a:off x="3803643" y="2338818"/>
                <a:ext cx="934933" cy="939957"/>
              </a:xfrm>
              <a:custGeom>
                <a:rect b="b" l="l" r="r" t="t"/>
                <a:pathLst>
                  <a:path extrusionOk="0" h="939957" w="934933">
                    <a:moveTo>
                      <a:pt x="573423" y="939958"/>
                    </a:moveTo>
                    <a:lnTo>
                      <a:pt x="361510" y="939958"/>
                    </a:lnTo>
                    <a:cubicBezTo>
                      <a:pt x="335316" y="939958"/>
                      <a:pt x="314081" y="918774"/>
                      <a:pt x="314081" y="892652"/>
                    </a:cubicBezTo>
                    <a:lnTo>
                      <a:pt x="314081" y="837400"/>
                    </a:lnTo>
                    <a:cubicBezTo>
                      <a:pt x="282229" y="824353"/>
                      <a:pt x="252222" y="807209"/>
                      <a:pt x="224820" y="786404"/>
                    </a:cubicBezTo>
                    <a:lnTo>
                      <a:pt x="177391" y="813747"/>
                    </a:lnTo>
                    <a:cubicBezTo>
                      <a:pt x="154707" y="826813"/>
                      <a:pt x="125701" y="819055"/>
                      <a:pt x="112603" y="796433"/>
                    </a:cubicBezTo>
                    <a:lnTo>
                      <a:pt x="6552" y="613456"/>
                    </a:lnTo>
                    <a:cubicBezTo>
                      <a:pt x="-6561" y="590854"/>
                      <a:pt x="1166" y="561931"/>
                      <a:pt x="23816" y="548837"/>
                    </a:cubicBezTo>
                    <a:lnTo>
                      <a:pt x="70581" y="521967"/>
                    </a:lnTo>
                    <a:cubicBezTo>
                      <a:pt x="65631" y="487453"/>
                      <a:pt x="65631" y="452411"/>
                      <a:pt x="70581" y="417896"/>
                    </a:cubicBezTo>
                    <a:lnTo>
                      <a:pt x="23721" y="391121"/>
                    </a:lnTo>
                    <a:cubicBezTo>
                      <a:pt x="1037" y="378057"/>
                      <a:pt x="-6735" y="349127"/>
                      <a:pt x="6362" y="326502"/>
                    </a:cubicBezTo>
                    <a:lnTo>
                      <a:pt x="112318" y="143525"/>
                    </a:lnTo>
                    <a:cubicBezTo>
                      <a:pt x="125414" y="120957"/>
                      <a:pt x="154348" y="113213"/>
                      <a:pt x="177012" y="126211"/>
                    </a:cubicBezTo>
                    <a:lnTo>
                      <a:pt x="224441" y="153553"/>
                    </a:lnTo>
                    <a:cubicBezTo>
                      <a:pt x="251860" y="132779"/>
                      <a:pt x="281864" y="115638"/>
                      <a:pt x="313702" y="102558"/>
                    </a:cubicBezTo>
                    <a:lnTo>
                      <a:pt x="313702" y="47305"/>
                    </a:lnTo>
                    <a:cubicBezTo>
                      <a:pt x="313702" y="21180"/>
                      <a:pt x="334937" y="0"/>
                      <a:pt x="361131" y="0"/>
                    </a:cubicBezTo>
                    <a:lnTo>
                      <a:pt x="573423" y="0"/>
                    </a:lnTo>
                    <a:cubicBezTo>
                      <a:pt x="599617" y="0"/>
                      <a:pt x="620852" y="21180"/>
                      <a:pt x="620852" y="47305"/>
                    </a:cubicBezTo>
                    <a:lnTo>
                      <a:pt x="620852" y="102558"/>
                    </a:lnTo>
                    <a:cubicBezTo>
                      <a:pt x="652708" y="115661"/>
                      <a:pt x="682740" y="132800"/>
                      <a:pt x="710209" y="153553"/>
                    </a:cubicBezTo>
                    <a:lnTo>
                      <a:pt x="757638" y="126211"/>
                    </a:lnTo>
                    <a:cubicBezTo>
                      <a:pt x="780301" y="113213"/>
                      <a:pt x="809236" y="120957"/>
                      <a:pt x="822331" y="143525"/>
                    </a:cubicBezTo>
                    <a:lnTo>
                      <a:pt x="928572" y="326502"/>
                    </a:lnTo>
                    <a:cubicBezTo>
                      <a:pt x="941668" y="349127"/>
                      <a:pt x="933896" y="378057"/>
                      <a:pt x="911213" y="391121"/>
                    </a:cubicBezTo>
                    <a:lnTo>
                      <a:pt x="864353" y="418085"/>
                    </a:lnTo>
                    <a:cubicBezTo>
                      <a:pt x="869303" y="452600"/>
                      <a:pt x="869303" y="487643"/>
                      <a:pt x="864353" y="522157"/>
                    </a:cubicBezTo>
                    <a:lnTo>
                      <a:pt x="911118" y="549026"/>
                    </a:lnTo>
                    <a:cubicBezTo>
                      <a:pt x="933801" y="562092"/>
                      <a:pt x="941574" y="591024"/>
                      <a:pt x="928477" y="613645"/>
                    </a:cubicBezTo>
                    <a:lnTo>
                      <a:pt x="822520" y="796433"/>
                    </a:lnTo>
                    <a:cubicBezTo>
                      <a:pt x="809422" y="819055"/>
                      <a:pt x="780417" y="826813"/>
                      <a:pt x="757732" y="813747"/>
                    </a:cubicBezTo>
                    <a:lnTo>
                      <a:pt x="710303" y="786404"/>
                    </a:lnTo>
                    <a:cubicBezTo>
                      <a:pt x="682902" y="807209"/>
                      <a:pt x="652894" y="824353"/>
                      <a:pt x="621042" y="837400"/>
                    </a:cubicBezTo>
                    <a:lnTo>
                      <a:pt x="621042" y="892652"/>
                    </a:lnTo>
                    <a:cubicBezTo>
                      <a:pt x="621042" y="918774"/>
                      <a:pt x="599808" y="939958"/>
                      <a:pt x="573613" y="939958"/>
                    </a:cubicBezTo>
                    <a:cubicBezTo>
                      <a:pt x="573550" y="939958"/>
                      <a:pt x="573487" y="939958"/>
                      <a:pt x="573423" y="939958"/>
                    </a:cubicBezTo>
                    <a:close/>
                    <a:moveTo>
                      <a:pt x="408939" y="845347"/>
                    </a:moveTo>
                    <a:lnTo>
                      <a:pt x="525994" y="845347"/>
                    </a:lnTo>
                    <a:lnTo>
                      <a:pt x="525994" y="804286"/>
                    </a:lnTo>
                    <a:cubicBezTo>
                      <a:pt x="525980" y="783651"/>
                      <a:pt x="539377" y="765391"/>
                      <a:pt x="559100" y="759157"/>
                    </a:cubicBezTo>
                    <a:cubicBezTo>
                      <a:pt x="601340" y="745977"/>
                      <a:pt x="640187" y="723763"/>
                      <a:pt x="672929" y="694064"/>
                    </a:cubicBezTo>
                    <a:cubicBezTo>
                      <a:pt x="688185" y="680166"/>
                      <a:pt x="710709" y="677716"/>
                      <a:pt x="728611" y="688009"/>
                    </a:cubicBezTo>
                    <a:lnTo>
                      <a:pt x="763803" y="708161"/>
                    </a:lnTo>
                    <a:lnTo>
                      <a:pt x="822331" y="607117"/>
                    </a:lnTo>
                    <a:lnTo>
                      <a:pt x="788087" y="587722"/>
                    </a:lnTo>
                    <a:cubicBezTo>
                      <a:pt x="770135" y="577390"/>
                      <a:pt x="760993" y="556623"/>
                      <a:pt x="765511" y="536443"/>
                    </a:cubicBezTo>
                    <a:cubicBezTo>
                      <a:pt x="775828" y="492894"/>
                      <a:pt x="775828" y="447540"/>
                      <a:pt x="765511" y="403988"/>
                    </a:cubicBezTo>
                    <a:cubicBezTo>
                      <a:pt x="761038" y="383841"/>
                      <a:pt x="770175" y="363128"/>
                      <a:pt x="788087" y="352803"/>
                    </a:cubicBezTo>
                    <a:lnTo>
                      <a:pt x="822710" y="332841"/>
                    </a:lnTo>
                    <a:lnTo>
                      <a:pt x="764183" y="231702"/>
                    </a:lnTo>
                    <a:lnTo>
                      <a:pt x="728896" y="252043"/>
                    </a:lnTo>
                    <a:cubicBezTo>
                      <a:pt x="711042" y="262173"/>
                      <a:pt x="688681" y="259691"/>
                      <a:pt x="673499" y="245893"/>
                    </a:cubicBezTo>
                    <a:cubicBezTo>
                      <a:pt x="640761" y="216164"/>
                      <a:pt x="601915" y="193918"/>
                      <a:pt x="559669" y="180707"/>
                    </a:cubicBezTo>
                    <a:cubicBezTo>
                      <a:pt x="540017" y="174452"/>
                      <a:pt x="526673" y="156246"/>
                      <a:pt x="526658" y="135672"/>
                    </a:cubicBezTo>
                    <a:lnTo>
                      <a:pt x="526658" y="94611"/>
                    </a:lnTo>
                    <a:lnTo>
                      <a:pt x="408939" y="94611"/>
                    </a:lnTo>
                    <a:lnTo>
                      <a:pt x="408939" y="135672"/>
                    </a:lnTo>
                    <a:cubicBezTo>
                      <a:pt x="409009" y="156316"/>
                      <a:pt x="395647" y="174620"/>
                      <a:pt x="375929" y="180896"/>
                    </a:cubicBezTo>
                    <a:cubicBezTo>
                      <a:pt x="333703" y="194152"/>
                      <a:pt x="294865" y="216393"/>
                      <a:pt x="262099" y="246083"/>
                    </a:cubicBezTo>
                    <a:cubicBezTo>
                      <a:pt x="246865" y="260014"/>
                      <a:pt x="224339" y="262502"/>
                      <a:pt x="206418" y="252232"/>
                    </a:cubicBezTo>
                    <a:lnTo>
                      <a:pt x="170751" y="231702"/>
                    </a:lnTo>
                    <a:lnTo>
                      <a:pt x="112224" y="332841"/>
                    </a:lnTo>
                    <a:lnTo>
                      <a:pt x="146847" y="352803"/>
                    </a:lnTo>
                    <a:cubicBezTo>
                      <a:pt x="164796" y="363100"/>
                      <a:pt x="173972" y="383820"/>
                      <a:pt x="169518" y="403988"/>
                    </a:cubicBezTo>
                    <a:cubicBezTo>
                      <a:pt x="159101" y="447529"/>
                      <a:pt x="159101" y="492903"/>
                      <a:pt x="169518" y="536443"/>
                    </a:cubicBezTo>
                    <a:cubicBezTo>
                      <a:pt x="174036" y="556623"/>
                      <a:pt x="164893" y="577390"/>
                      <a:pt x="146942" y="587722"/>
                    </a:cubicBezTo>
                    <a:lnTo>
                      <a:pt x="112413" y="607590"/>
                    </a:lnTo>
                    <a:lnTo>
                      <a:pt x="170751" y="708161"/>
                    </a:lnTo>
                    <a:lnTo>
                      <a:pt x="205848" y="688009"/>
                    </a:lnTo>
                    <a:cubicBezTo>
                      <a:pt x="223750" y="677716"/>
                      <a:pt x="246274" y="680166"/>
                      <a:pt x="261530" y="694064"/>
                    </a:cubicBezTo>
                    <a:cubicBezTo>
                      <a:pt x="294262" y="723782"/>
                      <a:pt x="333112" y="745996"/>
                      <a:pt x="375360" y="759157"/>
                    </a:cubicBezTo>
                    <a:cubicBezTo>
                      <a:pt x="395083" y="765391"/>
                      <a:pt x="408479" y="783651"/>
                      <a:pt x="408465" y="804286"/>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800"/>
                  <a:buFont typeface="Arial"/>
                  <a:buNone/>
                </a:pPr>
                <a:r>
                  <a:t/>
                </a:r>
                <a:endParaRPr sz="2800">
                  <a:solidFill>
                    <a:srgbClr val="262626"/>
                  </a:solidFill>
                  <a:latin typeface="Arial"/>
                  <a:ea typeface="Arial"/>
                  <a:cs typeface="Arial"/>
                  <a:sym typeface="Arial"/>
                </a:endParaRPr>
              </a:p>
            </p:txBody>
          </p:sp>
          <p:sp>
            <p:nvSpPr>
              <p:cNvPr id="739" name="Google Shape;739;p76"/>
              <p:cNvSpPr/>
              <p:nvPr/>
            </p:nvSpPr>
            <p:spPr>
              <a:xfrm>
                <a:off x="4054833" y="2593416"/>
                <a:ext cx="431794" cy="430667"/>
              </a:xfrm>
              <a:custGeom>
                <a:rect b="b" l="l" r="r" t="t"/>
                <a:pathLst>
                  <a:path extrusionOk="0" h="430667" w="431794">
                    <a:moveTo>
                      <a:pt x="216277" y="430667"/>
                    </a:moveTo>
                    <a:cubicBezTo>
                      <a:pt x="97040" y="430876"/>
                      <a:pt x="210" y="334638"/>
                      <a:pt x="0" y="215712"/>
                    </a:cubicBezTo>
                    <a:cubicBezTo>
                      <a:pt x="-209" y="96787"/>
                      <a:pt x="96281" y="209"/>
                      <a:pt x="215518" y="0"/>
                    </a:cubicBezTo>
                    <a:cubicBezTo>
                      <a:pt x="334754" y="-209"/>
                      <a:pt x="431584" y="96030"/>
                      <a:pt x="431794" y="214955"/>
                    </a:cubicBezTo>
                    <a:cubicBezTo>
                      <a:pt x="431794" y="215082"/>
                      <a:pt x="431794" y="215208"/>
                      <a:pt x="431794" y="215333"/>
                    </a:cubicBezTo>
                    <a:cubicBezTo>
                      <a:pt x="431690" y="334070"/>
                      <a:pt x="335322" y="430355"/>
                      <a:pt x="216277" y="430667"/>
                    </a:cubicBezTo>
                    <a:close/>
                    <a:moveTo>
                      <a:pt x="216277" y="94705"/>
                    </a:moveTo>
                    <a:cubicBezTo>
                      <a:pt x="149429" y="94496"/>
                      <a:pt x="95069" y="148376"/>
                      <a:pt x="94859" y="215049"/>
                    </a:cubicBezTo>
                    <a:cubicBezTo>
                      <a:pt x="94650" y="281722"/>
                      <a:pt x="148670" y="335943"/>
                      <a:pt x="215518" y="336151"/>
                    </a:cubicBezTo>
                    <a:cubicBezTo>
                      <a:pt x="282365" y="336360"/>
                      <a:pt x="336725" y="282479"/>
                      <a:pt x="336935" y="215806"/>
                    </a:cubicBezTo>
                    <a:cubicBezTo>
                      <a:pt x="336936" y="215648"/>
                      <a:pt x="336936" y="215491"/>
                      <a:pt x="336936" y="215333"/>
                    </a:cubicBezTo>
                    <a:cubicBezTo>
                      <a:pt x="336884" y="148844"/>
                      <a:pt x="282939" y="94913"/>
                      <a:pt x="216277" y="94705"/>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800"/>
                  <a:buFont typeface="Arial"/>
                  <a:buNone/>
                </a:pPr>
                <a:r>
                  <a:t/>
                </a:r>
                <a:endParaRPr sz="2800">
                  <a:solidFill>
                    <a:srgbClr val="262626"/>
                  </a:solidFill>
                  <a:latin typeface="Arial"/>
                  <a:ea typeface="Arial"/>
                  <a:cs typeface="Arial"/>
                  <a:sym typeface="Arial"/>
                </a:endParaRPr>
              </a:p>
            </p:txBody>
          </p:sp>
        </p:grpSp>
      </p:grpSp>
      <p:sp>
        <p:nvSpPr>
          <p:cNvPr id="740" name="Google Shape;740;p76"/>
          <p:cNvSpPr/>
          <p:nvPr/>
        </p:nvSpPr>
        <p:spPr>
          <a:xfrm>
            <a:off x="1269661" y="4093400"/>
            <a:ext cx="388932" cy="375362"/>
          </a:xfrm>
          <a:custGeom>
            <a:rect b="b" l="l" r="r" t="t"/>
            <a:pathLst>
              <a:path extrusionOk="0" h="8630" w="8942">
                <a:moveTo>
                  <a:pt x="3499" y="2464"/>
                </a:moveTo>
                <a:lnTo>
                  <a:pt x="5616" y="3640"/>
                </a:lnTo>
                <a:lnTo>
                  <a:pt x="3499" y="4867"/>
                </a:lnTo>
                <a:lnTo>
                  <a:pt x="3499" y="2464"/>
                </a:lnTo>
                <a:close/>
                <a:moveTo>
                  <a:pt x="3271" y="1853"/>
                </a:moveTo>
                <a:cubicBezTo>
                  <a:pt x="3232" y="1853"/>
                  <a:pt x="3193" y="1863"/>
                  <a:pt x="3159" y="1883"/>
                </a:cubicBezTo>
                <a:cubicBezTo>
                  <a:pt x="3091" y="1925"/>
                  <a:pt x="3047" y="1999"/>
                  <a:pt x="3047" y="2079"/>
                </a:cubicBezTo>
                <a:lnTo>
                  <a:pt x="3047" y="5260"/>
                </a:lnTo>
                <a:cubicBezTo>
                  <a:pt x="3046" y="5342"/>
                  <a:pt x="3091" y="5416"/>
                  <a:pt x="3160" y="5458"/>
                </a:cubicBezTo>
                <a:cubicBezTo>
                  <a:pt x="3196" y="5479"/>
                  <a:pt x="3235" y="5487"/>
                  <a:pt x="3273" y="5487"/>
                </a:cubicBezTo>
                <a:cubicBezTo>
                  <a:pt x="3313" y="5487"/>
                  <a:pt x="3352" y="5476"/>
                  <a:pt x="3388" y="5458"/>
                </a:cubicBezTo>
                <a:lnTo>
                  <a:pt x="6190" y="3833"/>
                </a:lnTo>
                <a:cubicBezTo>
                  <a:pt x="6261" y="3793"/>
                  <a:pt x="6302" y="3716"/>
                  <a:pt x="6302" y="3634"/>
                </a:cubicBezTo>
                <a:cubicBezTo>
                  <a:pt x="6302" y="3553"/>
                  <a:pt x="6258" y="3478"/>
                  <a:pt x="6187" y="3440"/>
                </a:cubicBezTo>
                <a:lnTo>
                  <a:pt x="3383" y="1882"/>
                </a:lnTo>
                <a:cubicBezTo>
                  <a:pt x="3348" y="1863"/>
                  <a:pt x="3310" y="1853"/>
                  <a:pt x="3271" y="1853"/>
                </a:cubicBezTo>
                <a:close/>
                <a:moveTo>
                  <a:pt x="8231" y="707"/>
                </a:moveTo>
                <a:lnTo>
                  <a:pt x="8231" y="6355"/>
                </a:lnTo>
                <a:lnTo>
                  <a:pt x="707" y="6355"/>
                </a:lnTo>
                <a:lnTo>
                  <a:pt x="707" y="707"/>
                </a:lnTo>
                <a:close/>
                <a:moveTo>
                  <a:pt x="8231" y="6808"/>
                </a:moveTo>
                <a:lnTo>
                  <a:pt x="8231" y="7921"/>
                </a:lnTo>
                <a:lnTo>
                  <a:pt x="707" y="7921"/>
                </a:lnTo>
                <a:lnTo>
                  <a:pt x="707" y="6808"/>
                </a:lnTo>
                <a:close/>
                <a:moveTo>
                  <a:pt x="354" y="1"/>
                </a:moveTo>
                <a:cubicBezTo>
                  <a:pt x="159" y="1"/>
                  <a:pt x="0" y="158"/>
                  <a:pt x="0" y="355"/>
                </a:cubicBezTo>
                <a:lnTo>
                  <a:pt x="0" y="8275"/>
                </a:lnTo>
                <a:cubicBezTo>
                  <a:pt x="0" y="8471"/>
                  <a:pt x="158" y="8630"/>
                  <a:pt x="354" y="8630"/>
                </a:cubicBezTo>
                <a:lnTo>
                  <a:pt x="8586" y="8630"/>
                </a:lnTo>
                <a:cubicBezTo>
                  <a:pt x="8781" y="8630"/>
                  <a:pt x="8941" y="8472"/>
                  <a:pt x="8941" y="8275"/>
                </a:cubicBezTo>
                <a:lnTo>
                  <a:pt x="8941" y="355"/>
                </a:lnTo>
                <a:cubicBezTo>
                  <a:pt x="8940" y="158"/>
                  <a:pt x="8781" y="1"/>
                  <a:pt x="8586" y="1"/>
                </a:cubicBezTo>
                <a:close/>
              </a:path>
            </a:pathLst>
          </a:custGeom>
          <a:solidFill>
            <a:srgbClr val="29B5E8"/>
          </a:solidFill>
          <a:ln>
            <a:noFill/>
          </a:ln>
        </p:spPr>
        <p:txBody>
          <a:bodyPr anchorCtr="0" anchor="ctr" bIns="91450" lIns="91450" spcFirstLastPara="1" rIns="91450" wrap="square" tIns="91450">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741" name="Google Shape;741;p76"/>
          <p:cNvSpPr txBox="1"/>
          <p:nvPr/>
        </p:nvSpPr>
        <p:spPr>
          <a:xfrm>
            <a:off x="1952335" y="4173373"/>
            <a:ext cx="817200" cy="277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A / V</a:t>
            </a:r>
            <a:endParaRPr sz="1800">
              <a:solidFill>
                <a:srgbClr val="262626"/>
              </a:solidFill>
            </a:endParaRPr>
          </a:p>
        </p:txBody>
      </p:sp>
      <p:grpSp>
        <p:nvGrpSpPr>
          <p:cNvPr id="742" name="Google Shape;742;p76"/>
          <p:cNvGrpSpPr/>
          <p:nvPr/>
        </p:nvGrpSpPr>
        <p:grpSpPr>
          <a:xfrm>
            <a:off x="3827625" y="2921212"/>
            <a:ext cx="480500" cy="445734"/>
            <a:chOff x="5829871" y="3170872"/>
            <a:chExt cx="532351" cy="516254"/>
          </a:xfrm>
        </p:grpSpPr>
        <p:sp>
          <p:nvSpPr>
            <p:cNvPr id="743" name="Google Shape;743;p76"/>
            <p:cNvSpPr/>
            <p:nvPr/>
          </p:nvSpPr>
          <p:spPr>
            <a:xfrm>
              <a:off x="5881115" y="3321748"/>
              <a:ext cx="481107" cy="365378"/>
            </a:xfrm>
            <a:custGeom>
              <a:rect b="b" l="l" r="r" t="t"/>
              <a:pathLst>
                <a:path extrusionOk="0" h="365378" w="481107">
                  <a:moveTo>
                    <a:pt x="465201" y="69152"/>
                  </a:moveTo>
                  <a:cubicBezTo>
                    <a:pt x="444151" y="48196"/>
                    <a:pt x="409861" y="48196"/>
                    <a:pt x="388811" y="69152"/>
                  </a:cubicBezTo>
                  <a:cubicBezTo>
                    <a:pt x="383286" y="74676"/>
                    <a:pt x="379286" y="81153"/>
                    <a:pt x="376523" y="88202"/>
                  </a:cubicBezTo>
                  <a:lnTo>
                    <a:pt x="316135" y="88202"/>
                  </a:lnTo>
                  <a:cubicBezTo>
                    <a:pt x="308039" y="55721"/>
                    <a:pt x="285941" y="26098"/>
                    <a:pt x="257842" y="0"/>
                  </a:cubicBezTo>
                  <a:cubicBezTo>
                    <a:pt x="246412" y="6763"/>
                    <a:pt x="235363" y="13907"/>
                    <a:pt x="224885" y="21241"/>
                  </a:cubicBezTo>
                  <a:cubicBezTo>
                    <a:pt x="257842" y="49720"/>
                    <a:pt x="281464" y="81820"/>
                    <a:pt x="281464" y="114776"/>
                  </a:cubicBezTo>
                  <a:cubicBezTo>
                    <a:pt x="281464" y="143923"/>
                    <a:pt x="262509" y="173355"/>
                    <a:pt x="226028" y="202406"/>
                  </a:cubicBezTo>
                  <a:cubicBezTo>
                    <a:pt x="220885" y="206502"/>
                    <a:pt x="215456" y="210598"/>
                    <a:pt x="209550" y="214598"/>
                  </a:cubicBezTo>
                  <a:cubicBezTo>
                    <a:pt x="198882" y="222028"/>
                    <a:pt x="187071" y="229362"/>
                    <a:pt x="174117" y="236696"/>
                  </a:cubicBezTo>
                  <a:cubicBezTo>
                    <a:pt x="168307" y="240030"/>
                    <a:pt x="162211" y="243268"/>
                    <a:pt x="155829" y="246602"/>
                  </a:cubicBezTo>
                  <a:cubicBezTo>
                    <a:pt x="137160" y="256318"/>
                    <a:pt x="116300" y="265843"/>
                    <a:pt x="93726" y="275368"/>
                  </a:cubicBezTo>
                  <a:cubicBezTo>
                    <a:pt x="93155" y="274796"/>
                    <a:pt x="92774" y="274034"/>
                    <a:pt x="92202" y="273463"/>
                  </a:cubicBezTo>
                  <a:cubicBezTo>
                    <a:pt x="71152" y="252508"/>
                    <a:pt x="36862" y="252508"/>
                    <a:pt x="15812" y="273463"/>
                  </a:cubicBezTo>
                  <a:cubicBezTo>
                    <a:pt x="5620" y="283655"/>
                    <a:pt x="0" y="297180"/>
                    <a:pt x="0" y="311563"/>
                  </a:cubicBezTo>
                  <a:cubicBezTo>
                    <a:pt x="0" y="325946"/>
                    <a:pt x="5620" y="339471"/>
                    <a:pt x="15812" y="349663"/>
                  </a:cubicBezTo>
                  <a:cubicBezTo>
                    <a:pt x="26384" y="360140"/>
                    <a:pt x="40196" y="365379"/>
                    <a:pt x="54007" y="365379"/>
                  </a:cubicBezTo>
                  <a:cubicBezTo>
                    <a:pt x="67818" y="365379"/>
                    <a:pt x="81629" y="360140"/>
                    <a:pt x="92202" y="349663"/>
                  </a:cubicBezTo>
                  <a:cubicBezTo>
                    <a:pt x="102394" y="339471"/>
                    <a:pt x="108014" y="325946"/>
                    <a:pt x="108014" y="311563"/>
                  </a:cubicBezTo>
                  <a:cubicBezTo>
                    <a:pt x="108014" y="311277"/>
                    <a:pt x="108014" y="311087"/>
                    <a:pt x="108014" y="310896"/>
                  </a:cubicBezTo>
                  <a:cubicBezTo>
                    <a:pt x="139446" y="297752"/>
                    <a:pt x="167354" y="284417"/>
                    <a:pt x="191738" y="270796"/>
                  </a:cubicBezTo>
                  <a:cubicBezTo>
                    <a:pt x="198215" y="267176"/>
                    <a:pt x="204311" y="263557"/>
                    <a:pt x="210217" y="259937"/>
                  </a:cubicBezTo>
                  <a:cubicBezTo>
                    <a:pt x="223171" y="252032"/>
                    <a:pt x="234886" y="244031"/>
                    <a:pt x="245459" y="235934"/>
                  </a:cubicBezTo>
                  <a:cubicBezTo>
                    <a:pt x="251174" y="231553"/>
                    <a:pt x="256508" y="227171"/>
                    <a:pt x="261557" y="222790"/>
                  </a:cubicBezTo>
                  <a:cubicBezTo>
                    <a:pt x="296323" y="192214"/>
                    <a:pt x="315373" y="160211"/>
                    <a:pt x="318897" y="126397"/>
                  </a:cubicBezTo>
                  <a:lnTo>
                    <a:pt x="376619" y="126397"/>
                  </a:lnTo>
                  <a:cubicBezTo>
                    <a:pt x="379286" y="133445"/>
                    <a:pt x="383381" y="139922"/>
                    <a:pt x="388906" y="145447"/>
                  </a:cubicBezTo>
                  <a:cubicBezTo>
                    <a:pt x="399479" y="155924"/>
                    <a:pt x="413290" y="161163"/>
                    <a:pt x="427101" y="161163"/>
                  </a:cubicBezTo>
                  <a:cubicBezTo>
                    <a:pt x="440912" y="161163"/>
                    <a:pt x="454724" y="155924"/>
                    <a:pt x="465296" y="145447"/>
                  </a:cubicBezTo>
                  <a:cubicBezTo>
                    <a:pt x="475488" y="135255"/>
                    <a:pt x="481108" y="121730"/>
                    <a:pt x="481108" y="107347"/>
                  </a:cubicBezTo>
                  <a:cubicBezTo>
                    <a:pt x="481108" y="92964"/>
                    <a:pt x="475488" y="79439"/>
                    <a:pt x="465296" y="69247"/>
                  </a:cubicBezTo>
                  <a:close/>
                  <a:moveTo>
                    <a:pt x="82582" y="321088"/>
                  </a:moveTo>
                  <a:cubicBezTo>
                    <a:pt x="81153" y="325374"/>
                    <a:pt x="78772" y="329375"/>
                    <a:pt x="75438" y="332708"/>
                  </a:cubicBezTo>
                  <a:cubicBezTo>
                    <a:pt x="63627" y="344424"/>
                    <a:pt x="44482" y="344424"/>
                    <a:pt x="32671" y="332708"/>
                  </a:cubicBezTo>
                  <a:cubicBezTo>
                    <a:pt x="26956" y="327089"/>
                    <a:pt x="23813" y="319564"/>
                    <a:pt x="23813" y="311563"/>
                  </a:cubicBezTo>
                  <a:cubicBezTo>
                    <a:pt x="23813" y="303562"/>
                    <a:pt x="26956" y="296037"/>
                    <a:pt x="32671" y="290417"/>
                  </a:cubicBezTo>
                  <a:cubicBezTo>
                    <a:pt x="38576" y="284512"/>
                    <a:pt x="46292" y="281654"/>
                    <a:pt x="54102" y="281654"/>
                  </a:cubicBezTo>
                  <a:cubicBezTo>
                    <a:pt x="59150" y="281654"/>
                    <a:pt x="64199" y="283083"/>
                    <a:pt x="68771" y="285560"/>
                  </a:cubicBezTo>
                  <a:cubicBezTo>
                    <a:pt x="71152" y="286893"/>
                    <a:pt x="73438" y="288417"/>
                    <a:pt x="75438" y="290417"/>
                  </a:cubicBezTo>
                  <a:cubicBezTo>
                    <a:pt x="81153" y="296037"/>
                    <a:pt x="84296" y="303562"/>
                    <a:pt x="84296" y="311563"/>
                  </a:cubicBezTo>
                  <a:cubicBezTo>
                    <a:pt x="84296" y="314897"/>
                    <a:pt x="83630" y="318040"/>
                    <a:pt x="82582" y="321088"/>
                  </a:cubicBezTo>
                  <a:close/>
                  <a:moveTo>
                    <a:pt x="405670" y="128397"/>
                  </a:moveTo>
                  <a:cubicBezTo>
                    <a:pt x="405003" y="127730"/>
                    <a:pt x="404527" y="126968"/>
                    <a:pt x="403860" y="126302"/>
                  </a:cubicBezTo>
                  <a:cubicBezTo>
                    <a:pt x="399383" y="120967"/>
                    <a:pt x="396812" y="114300"/>
                    <a:pt x="396812" y="107252"/>
                  </a:cubicBezTo>
                  <a:cubicBezTo>
                    <a:pt x="396812" y="100203"/>
                    <a:pt x="399383" y="93536"/>
                    <a:pt x="403860" y="88202"/>
                  </a:cubicBezTo>
                  <a:cubicBezTo>
                    <a:pt x="404432" y="87535"/>
                    <a:pt x="405003" y="86773"/>
                    <a:pt x="405670" y="86106"/>
                  </a:cubicBezTo>
                  <a:cubicBezTo>
                    <a:pt x="411575" y="80201"/>
                    <a:pt x="419291" y="77343"/>
                    <a:pt x="427101" y="77343"/>
                  </a:cubicBezTo>
                  <a:cubicBezTo>
                    <a:pt x="434912" y="77343"/>
                    <a:pt x="442627" y="80296"/>
                    <a:pt x="448532" y="86106"/>
                  </a:cubicBezTo>
                  <a:cubicBezTo>
                    <a:pt x="454247" y="91726"/>
                    <a:pt x="457391" y="99251"/>
                    <a:pt x="457391" y="107252"/>
                  </a:cubicBezTo>
                  <a:cubicBezTo>
                    <a:pt x="457391" y="115253"/>
                    <a:pt x="454247" y="122777"/>
                    <a:pt x="448532" y="128397"/>
                  </a:cubicBezTo>
                  <a:cubicBezTo>
                    <a:pt x="436721" y="140113"/>
                    <a:pt x="417576" y="140113"/>
                    <a:pt x="405765" y="128397"/>
                  </a:cubicBezTo>
                  <a:close/>
                </a:path>
              </a:pathLst>
            </a:custGeom>
            <a:solidFill>
              <a:srgbClr val="2AB5E8"/>
            </a:solidFill>
            <a:ln>
              <a:noFill/>
            </a:ln>
          </p:spPr>
          <p:txBody>
            <a:bodyPr anchorCtr="0" anchor="ctr" bIns="38500" lIns="77100" spcFirstLastPara="1" rIns="77100" wrap="square" tIns="38500">
              <a:noAutofit/>
            </a:bodyPr>
            <a:lstStyle/>
            <a:p>
              <a:pPr indent="0" lvl="0" marL="0" marR="0" rtl="0" algn="l">
                <a:spcBef>
                  <a:spcPts val="0"/>
                </a:spcBef>
                <a:spcAft>
                  <a:spcPts val="0"/>
                </a:spcAft>
                <a:buNone/>
              </a:pPr>
              <a:r>
                <a:t/>
              </a:r>
              <a:endParaRPr sz="1500">
                <a:solidFill>
                  <a:srgbClr val="000000"/>
                </a:solidFill>
                <a:latin typeface="Arial"/>
                <a:ea typeface="Arial"/>
                <a:cs typeface="Arial"/>
                <a:sym typeface="Arial"/>
              </a:endParaRPr>
            </a:p>
          </p:txBody>
        </p:sp>
        <p:sp>
          <p:nvSpPr>
            <p:cNvPr id="744" name="Google Shape;744;p76"/>
            <p:cNvSpPr/>
            <p:nvPr/>
          </p:nvSpPr>
          <p:spPr>
            <a:xfrm>
              <a:off x="5829871" y="3170872"/>
              <a:ext cx="481012" cy="371760"/>
            </a:xfrm>
            <a:custGeom>
              <a:rect b="b" l="l" r="r" t="t"/>
              <a:pathLst>
                <a:path extrusionOk="0" h="371760" w="481012">
                  <a:moveTo>
                    <a:pt x="92202" y="296228"/>
                  </a:moveTo>
                  <a:cubicBezTo>
                    <a:pt x="97727" y="290703"/>
                    <a:pt x="101727" y="284226"/>
                    <a:pt x="104394" y="277178"/>
                  </a:cubicBezTo>
                  <a:lnTo>
                    <a:pt x="146780" y="277178"/>
                  </a:lnTo>
                  <a:cubicBezTo>
                    <a:pt x="150400" y="310325"/>
                    <a:pt x="169545" y="341852"/>
                    <a:pt x="204978" y="371761"/>
                  </a:cubicBezTo>
                  <a:cubicBezTo>
                    <a:pt x="218218" y="364617"/>
                    <a:pt x="229838" y="357569"/>
                    <a:pt x="240030" y="350901"/>
                  </a:cubicBezTo>
                  <a:cubicBezTo>
                    <a:pt x="196596" y="317564"/>
                    <a:pt x="184118" y="288322"/>
                    <a:pt x="184118" y="265652"/>
                  </a:cubicBezTo>
                  <a:cubicBezTo>
                    <a:pt x="184118" y="233648"/>
                    <a:pt x="207836" y="202502"/>
                    <a:pt x="241364" y="174689"/>
                  </a:cubicBezTo>
                  <a:cubicBezTo>
                    <a:pt x="247555" y="169545"/>
                    <a:pt x="254032" y="164497"/>
                    <a:pt x="260795" y="159639"/>
                  </a:cubicBezTo>
                  <a:cubicBezTo>
                    <a:pt x="271367" y="152019"/>
                    <a:pt x="282512" y="144590"/>
                    <a:pt x="294037" y="137636"/>
                  </a:cubicBezTo>
                  <a:cubicBezTo>
                    <a:pt x="301276" y="133255"/>
                    <a:pt x="308610" y="128969"/>
                    <a:pt x="315944" y="124873"/>
                  </a:cubicBezTo>
                  <a:cubicBezTo>
                    <a:pt x="340519" y="111252"/>
                    <a:pt x="365189" y="99441"/>
                    <a:pt x="387096" y="90011"/>
                  </a:cubicBezTo>
                  <a:cubicBezTo>
                    <a:pt x="387668" y="90583"/>
                    <a:pt x="388049" y="91345"/>
                    <a:pt x="388715" y="91916"/>
                  </a:cubicBezTo>
                  <a:cubicBezTo>
                    <a:pt x="399288" y="102394"/>
                    <a:pt x="413099" y="107633"/>
                    <a:pt x="426911" y="107633"/>
                  </a:cubicBezTo>
                  <a:cubicBezTo>
                    <a:pt x="440722" y="107633"/>
                    <a:pt x="454533" y="102394"/>
                    <a:pt x="465106" y="91916"/>
                  </a:cubicBezTo>
                  <a:cubicBezTo>
                    <a:pt x="475298" y="81724"/>
                    <a:pt x="481013" y="68199"/>
                    <a:pt x="481013" y="53816"/>
                  </a:cubicBezTo>
                  <a:cubicBezTo>
                    <a:pt x="481013" y="39434"/>
                    <a:pt x="475393" y="25908"/>
                    <a:pt x="465201" y="15716"/>
                  </a:cubicBezTo>
                  <a:cubicBezTo>
                    <a:pt x="465201" y="15716"/>
                    <a:pt x="465201" y="15716"/>
                    <a:pt x="465201" y="15716"/>
                  </a:cubicBezTo>
                  <a:cubicBezTo>
                    <a:pt x="444151" y="-5239"/>
                    <a:pt x="409861" y="-5239"/>
                    <a:pt x="388811" y="15716"/>
                  </a:cubicBezTo>
                  <a:cubicBezTo>
                    <a:pt x="378619" y="25908"/>
                    <a:pt x="372999" y="39434"/>
                    <a:pt x="372999" y="53816"/>
                  </a:cubicBezTo>
                  <a:cubicBezTo>
                    <a:pt x="372999" y="54102"/>
                    <a:pt x="372999" y="54388"/>
                    <a:pt x="372999" y="54769"/>
                  </a:cubicBezTo>
                  <a:cubicBezTo>
                    <a:pt x="348710" y="65246"/>
                    <a:pt x="317754" y="79820"/>
                    <a:pt x="286512" y="97917"/>
                  </a:cubicBezTo>
                  <a:cubicBezTo>
                    <a:pt x="285560" y="98489"/>
                    <a:pt x="284702" y="98965"/>
                    <a:pt x="283750" y="99536"/>
                  </a:cubicBezTo>
                  <a:cubicBezTo>
                    <a:pt x="275939" y="104108"/>
                    <a:pt x="268605" y="108680"/>
                    <a:pt x="261461" y="113252"/>
                  </a:cubicBezTo>
                  <a:cubicBezTo>
                    <a:pt x="249365" y="120968"/>
                    <a:pt x="238220" y="128778"/>
                    <a:pt x="228029" y="136684"/>
                  </a:cubicBezTo>
                  <a:cubicBezTo>
                    <a:pt x="221171" y="142018"/>
                    <a:pt x="214789" y="147257"/>
                    <a:pt x="208788" y="152591"/>
                  </a:cubicBezTo>
                  <a:cubicBezTo>
                    <a:pt x="176879" y="180975"/>
                    <a:pt x="157067" y="209836"/>
                    <a:pt x="149638" y="239078"/>
                  </a:cubicBezTo>
                  <a:lnTo>
                    <a:pt x="104394" y="239078"/>
                  </a:lnTo>
                  <a:cubicBezTo>
                    <a:pt x="101727" y="232029"/>
                    <a:pt x="97631" y="225552"/>
                    <a:pt x="92202" y="220028"/>
                  </a:cubicBezTo>
                  <a:cubicBezTo>
                    <a:pt x="71152" y="199073"/>
                    <a:pt x="36862" y="199073"/>
                    <a:pt x="15811" y="220028"/>
                  </a:cubicBezTo>
                  <a:cubicBezTo>
                    <a:pt x="5620" y="230219"/>
                    <a:pt x="0" y="243745"/>
                    <a:pt x="0" y="258128"/>
                  </a:cubicBezTo>
                  <a:cubicBezTo>
                    <a:pt x="0" y="272510"/>
                    <a:pt x="5620" y="286036"/>
                    <a:pt x="15811" y="296228"/>
                  </a:cubicBezTo>
                  <a:cubicBezTo>
                    <a:pt x="26384" y="306705"/>
                    <a:pt x="40195" y="311944"/>
                    <a:pt x="54007" y="311944"/>
                  </a:cubicBezTo>
                  <a:cubicBezTo>
                    <a:pt x="67818" y="311944"/>
                    <a:pt x="81629" y="306705"/>
                    <a:pt x="92202" y="296228"/>
                  </a:cubicBezTo>
                  <a:close/>
                  <a:moveTo>
                    <a:pt x="398431" y="44196"/>
                  </a:moveTo>
                  <a:cubicBezTo>
                    <a:pt x="399860" y="39910"/>
                    <a:pt x="402241" y="35909"/>
                    <a:pt x="405575" y="32575"/>
                  </a:cubicBezTo>
                  <a:cubicBezTo>
                    <a:pt x="411480" y="26670"/>
                    <a:pt x="419195" y="23813"/>
                    <a:pt x="427006" y="23813"/>
                  </a:cubicBezTo>
                  <a:cubicBezTo>
                    <a:pt x="434816" y="23813"/>
                    <a:pt x="442532" y="26765"/>
                    <a:pt x="448437" y="32575"/>
                  </a:cubicBezTo>
                  <a:cubicBezTo>
                    <a:pt x="454152" y="38195"/>
                    <a:pt x="457295" y="45720"/>
                    <a:pt x="457295" y="53721"/>
                  </a:cubicBezTo>
                  <a:cubicBezTo>
                    <a:pt x="457295" y="61722"/>
                    <a:pt x="454152" y="69247"/>
                    <a:pt x="448437" y="74867"/>
                  </a:cubicBezTo>
                  <a:cubicBezTo>
                    <a:pt x="438626" y="84677"/>
                    <a:pt x="423672" y="86201"/>
                    <a:pt x="412052" y="79629"/>
                  </a:cubicBezTo>
                  <a:cubicBezTo>
                    <a:pt x="409766" y="78296"/>
                    <a:pt x="407575" y="76867"/>
                    <a:pt x="405670" y="74867"/>
                  </a:cubicBezTo>
                  <a:cubicBezTo>
                    <a:pt x="399955" y="69247"/>
                    <a:pt x="396812" y="61722"/>
                    <a:pt x="396812" y="53721"/>
                  </a:cubicBezTo>
                  <a:cubicBezTo>
                    <a:pt x="396812" y="50387"/>
                    <a:pt x="397478" y="47149"/>
                    <a:pt x="398526" y="44101"/>
                  </a:cubicBezTo>
                  <a:close/>
                  <a:moveTo>
                    <a:pt x="75343" y="236982"/>
                  </a:moveTo>
                  <a:cubicBezTo>
                    <a:pt x="76010" y="237649"/>
                    <a:pt x="76486" y="238411"/>
                    <a:pt x="77057" y="239078"/>
                  </a:cubicBezTo>
                  <a:cubicBezTo>
                    <a:pt x="81534" y="244412"/>
                    <a:pt x="84106" y="251079"/>
                    <a:pt x="84106" y="258128"/>
                  </a:cubicBezTo>
                  <a:cubicBezTo>
                    <a:pt x="84106" y="265176"/>
                    <a:pt x="81534" y="271844"/>
                    <a:pt x="77057" y="277178"/>
                  </a:cubicBezTo>
                  <a:cubicBezTo>
                    <a:pt x="76486" y="277844"/>
                    <a:pt x="75914" y="278606"/>
                    <a:pt x="75343" y="279273"/>
                  </a:cubicBezTo>
                  <a:cubicBezTo>
                    <a:pt x="63532" y="290989"/>
                    <a:pt x="44387" y="290989"/>
                    <a:pt x="32576" y="279273"/>
                  </a:cubicBezTo>
                  <a:cubicBezTo>
                    <a:pt x="26861" y="273653"/>
                    <a:pt x="23717" y="266129"/>
                    <a:pt x="23717" y="258128"/>
                  </a:cubicBezTo>
                  <a:cubicBezTo>
                    <a:pt x="23717" y="250127"/>
                    <a:pt x="26861" y="242602"/>
                    <a:pt x="32576" y="236982"/>
                  </a:cubicBezTo>
                  <a:cubicBezTo>
                    <a:pt x="38481" y="231077"/>
                    <a:pt x="46196" y="228219"/>
                    <a:pt x="54007" y="228219"/>
                  </a:cubicBezTo>
                  <a:cubicBezTo>
                    <a:pt x="61817" y="228219"/>
                    <a:pt x="69533" y="231172"/>
                    <a:pt x="75438" y="236982"/>
                  </a:cubicBezTo>
                  <a:close/>
                </a:path>
              </a:pathLst>
            </a:custGeom>
            <a:solidFill>
              <a:srgbClr val="2AB5E8"/>
            </a:solidFill>
            <a:ln>
              <a:noFill/>
            </a:ln>
          </p:spPr>
          <p:txBody>
            <a:bodyPr anchorCtr="0" anchor="ctr" bIns="38500" lIns="77100" spcFirstLastPara="1" rIns="77100" wrap="square" tIns="38500">
              <a:noAutofit/>
            </a:bodyPr>
            <a:lstStyle/>
            <a:p>
              <a:pPr indent="0" lvl="0" marL="0" marR="0" rtl="0" algn="l">
                <a:spcBef>
                  <a:spcPts val="0"/>
                </a:spcBef>
                <a:spcAft>
                  <a:spcPts val="0"/>
                </a:spcAft>
                <a:buNone/>
              </a:pPr>
              <a:r>
                <a:t/>
              </a:r>
              <a:endParaRPr sz="1500">
                <a:solidFill>
                  <a:srgbClr val="000000"/>
                </a:solidFill>
                <a:latin typeface="Arial"/>
                <a:ea typeface="Arial"/>
                <a:cs typeface="Arial"/>
                <a:sym typeface="Arial"/>
              </a:endParaRPr>
            </a:p>
          </p:txBody>
        </p:sp>
        <p:sp>
          <p:nvSpPr>
            <p:cNvPr id="745" name="Google Shape;745;p76"/>
            <p:cNvSpPr/>
            <p:nvPr/>
          </p:nvSpPr>
          <p:spPr>
            <a:xfrm>
              <a:off x="6115050" y="3569398"/>
              <a:ext cx="195738" cy="117633"/>
            </a:xfrm>
            <a:custGeom>
              <a:rect b="b" l="l" r="r" t="t"/>
              <a:pathLst>
                <a:path extrusionOk="0" h="117633" w="195738">
                  <a:moveTo>
                    <a:pt x="103537" y="25813"/>
                  </a:moveTo>
                  <a:cubicBezTo>
                    <a:pt x="102679" y="26670"/>
                    <a:pt x="102013" y="27718"/>
                    <a:pt x="101155" y="28670"/>
                  </a:cubicBezTo>
                  <a:cubicBezTo>
                    <a:pt x="76200" y="18955"/>
                    <a:pt x="54197" y="9334"/>
                    <a:pt x="34766" y="0"/>
                  </a:cubicBezTo>
                  <a:cubicBezTo>
                    <a:pt x="24289" y="8572"/>
                    <a:pt x="12764" y="16954"/>
                    <a:pt x="0" y="25241"/>
                  </a:cubicBezTo>
                  <a:cubicBezTo>
                    <a:pt x="25622" y="38576"/>
                    <a:pt x="54864" y="51530"/>
                    <a:pt x="87725" y="64294"/>
                  </a:cubicBezTo>
                  <a:cubicBezTo>
                    <a:pt x="87821" y="78486"/>
                    <a:pt x="93440" y="91916"/>
                    <a:pt x="103537" y="101917"/>
                  </a:cubicBezTo>
                  <a:cubicBezTo>
                    <a:pt x="114109" y="112395"/>
                    <a:pt x="127921" y="117634"/>
                    <a:pt x="141732" y="117634"/>
                  </a:cubicBezTo>
                  <a:cubicBezTo>
                    <a:pt x="155543" y="117634"/>
                    <a:pt x="169354" y="112395"/>
                    <a:pt x="179927" y="101917"/>
                  </a:cubicBezTo>
                  <a:cubicBezTo>
                    <a:pt x="190119" y="91726"/>
                    <a:pt x="195739" y="78200"/>
                    <a:pt x="195739" y="63817"/>
                  </a:cubicBezTo>
                  <a:cubicBezTo>
                    <a:pt x="195739" y="49435"/>
                    <a:pt x="190119" y="35909"/>
                    <a:pt x="179927" y="25717"/>
                  </a:cubicBezTo>
                  <a:cubicBezTo>
                    <a:pt x="158877" y="4763"/>
                    <a:pt x="124587" y="4763"/>
                    <a:pt x="103537" y="25717"/>
                  </a:cubicBezTo>
                  <a:close/>
                  <a:moveTo>
                    <a:pt x="120396" y="85058"/>
                  </a:moveTo>
                  <a:cubicBezTo>
                    <a:pt x="117157" y="81915"/>
                    <a:pt x="114872" y="78105"/>
                    <a:pt x="113443" y="74009"/>
                  </a:cubicBezTo>
                  <a:cubicBezTo>
                    <a:pt x="112300" y="70771"/>
                    <a:pt x="111538" y="67437"/>
                    <a:pt x="111538" y="63913"/>
                  </a:cubicBezTo>
                  <a:cubicBezTo>
                    <a:pt x="111538" y="55912"/>
                    <a:pt x="114681" y="48387"/>
                    <a:pt x="120396" y="42767"/>
                  </a:cubicBezTo>
                  <a:cubicBezTo>
                    <a:pt x="122206" y="40957"/>
                    <a:pt x="124301" y="39529"/>
                    <a:pt x="126397" y="38195"/>
                  </a:cubicBezTo>
                  <a:cubicBezTo>
                    <a:pt x="131159" y="35433"/>
                    <a:pt x="136398" y="33909"/>
                    <a:pt x="141732" y="33909"/>
                  </a:cubicBezTo>
                  <a:cubicBezTo>
                    <a:pt x="149447" y="33909"/>
                    <a:pt x="157258" y="36862"/>
                    <a:pt x="163163" y="42672"/>
                  </a:cubicBezTo>
                  <a:cubicBezTo>
                    <a:pt x="168878" y="48292"/>
                    <a:pt x="172022" y="55816"/>
                    <a:pt x="172022" y="63817"/>
                  </a:cubicBezTo>
                  <a:cubicBezTo>
                    <a:pt x="172022" y="71818"/>
                    <a:pt x="168878" y="79343"/>
                    <a:pt x="163163" y="84963"/>
                  </a:cubicBezTo>
                  <a:cubicBezTo>
                    <a:pt x="151352" y="96679"/>
                    <a:pt x="132207" y="96679"/>
                    <a:pt x="120396" y="84963"/>
                  </a:cubicBezTo>
                  <a:close/>
                </a:path>
              </a:pathLst>
            </a:custGeom>
            <a:solidFill>
              <a:srgbClr val="2AB5E8"/>
            </a:solidFill>
            <a:ln>
              <a:noFill/>
            </a:ln>
          </p:spPr>
          <p:txBody>
            <a:bodyPr anchorCtr="0" anchor="ctr" bIns="38500" lIns="77100" spcFirstLastPara="1" rIns="77100" wrap="square" tIns="38500">
              <a:noAutofit/>
            </a:bodyPr>
            <a:lstStyle/>
            <a:p>
              <a:pPr indent="0" lvl="0" marL="0" marR="0" rtl="0" algn="l">
                <a:spcBef>
                  <a:spcPts val="0"/>
                </a:spcBef>
                <a:spcAft>
                  <a:spcPts val="0"/>
                </a:spcAft>
                <a:buNone/>
              </a:pPr>
              <a:r>
                <a:t/>
              </a:r>
              <a:endParaRPr sz="1500">
                <a:solidFill>
                  <a:srgbClr val="000000"/>
                </a:solidFill>
                <a:latin typeface="Arial"/>
                <a:ea typeface="Arial"/>
                <a:cs typeface="Arial"/>
                <a:sym typeface="Arial"/>
              </a:endParaRPr>
            </a:p>
          </p:txBody>
        </p:sp>
        <p:sp>
          <p:nvSpPr>
            <p:cNvPr id="746" name="Google Shape;746;p76"/>
            <p:cNvSpPr/>
            <p:nvPr/>
          </p:nvSpPr>
          <p:spPr>
            <a:xfrm>
              <a:off x="5881306" y="3170967"/>
              <a:ext cx="192786" cy="126015"/>
            </a:xfrm>
            <a:custGeom>
              <a:rect b="b" l="l" r="r" t="t"/>
              <a:pathLst>
                <a:path extrusionOk="0" h="126015" w="192786">
                  <a:moveTo>
                    <a:pt x="53912" y="107537"/>
                  </a:moveTo>
                  <a:cubicBezTo>
                    <a:pt x="67723" y="107537"/>
                    <a:pt x="81534" y="102298"/>
                    <a:pt x="92107" y="91821"/>
                  </a:cubicBezTo>
                  <a:cubicBezTo>
                    <a:pt x="92393" y="91535"/>
                    <a:pt x="92583" y="91154"/>
                    <a:pt x="92964" y="90869"/>
                  </a:cubicBezTo>
                  <a:cubicBezTo>
                    <a:pt x="113633" y="100489"/>
                    <a:pt x="136779" y="112300"/>
                    <a:pt x="159734" y="126016"/>
                  </a:cubicBezTo>
                  <a:cubicBezTo>
                    <a:pt x="170307" y="117443"/>
                    <a:pt x="181451" y="109347"/>
                    <a:pt x="192786" y="101727"/>
                  </a:cubicBezTo>
                  <a:cubicBezTo>
                    <a:pt x="162401" y="82487"/>
                    <a:pt x="131921" y="67056"/>
                    <a:pt x="107823" y="55912"/>
                  </a:cubicBezTo>
                  <a:cubicBezTo>
                    <a:pt x="107823" y="55245"/>
                    <a:pt x="108013" y="54578"/>
                    <a:pt x="108013" y="53816"/>
                  </a:cubicBezTo>
                  <a:cubicBezTo>
                    <a:pt x="108013" y="39434"/>
                    <a:pt x="102394" y="25908"/>
                    <a:pt x="92202" y="15716"/>
                  </a:cubicBezTo>
                  <a:cubicBezTo>
                    <a:pt x="71152" y="-5239"/>
                    <a:pt x="36862" y="-5239"/>
                    <a:pt x="15811" y="15716"/>
                  </a:cubicBezTo>
                  <a:cubicBezTo>
                    <a:pt x="5620" y="25908"/>
                    <a:pt x="0" y="39434"/>
                    <a:pt x="0" y="53816"/>
                  </a:cubicBezTo>
                  <a:cubicBezTo>
                    <a:pt x="0" y="68199"/>
                    <a:pt x="5620" y="81725"/>
                    <a:pt x="15811" y="91916"/>
                  </a:cubicBezTo>
                  <a:cubicBezTo>
                    <a:pt x="26384" y="102394"/>
                    <a:pt x="40196" y="107632"/>
                    <a:pt x="54007" y="107632"/>
                  </a:cubicBezTo>
                  <a:close/>
                  <a:moveTo>
                    <a:pt x="75248" y="32575"/>
                  </a:moveTo>
                  <a:cubicBezTo>
                    <a:pt x="78676" y="36004"/>
                    <a:pt x="81058" y="40196"/>
                    <a:pt x="82582" y="44767"/>
                  </a:cubicBezTo>
                  <a:cubicBezTo>
                    <a:pt x="83534" y="47625"/>
                    <a:pt x="84106" y="50673"/>
                    <a:pt x="84106" y="53816"/>
                  </a:cubicBezTo>
                  <a:cubicBezTo>
                    <a:pt x="84106" y="61817"/>
                    <a:pt x="80962" y="69342"/>
                    <a:pt x="75248" y="74962"/>
                  </a:cubicBezTo>
                  <a:cubicBezTo>
                    <a:pt x="73152" y="77057"/>
                    <a:pt x="70771" y="78677"/>
                    <a:pt x="68294" y="80010"/>
                  </a:cubicBezTo>
                  <a:cubicBezTo>
                    <a:pt x="56864" y="86201"/>
                    <a:pt x="42196" y="84677"/>
                    <a:pt x="32480" y="74962"/>
                  </a:cubicBezTo>
                  <a:cubicBezTo>
                    <a:pt x="26765" y="69342"/>
                    <a:pt x="23622" y="61817"/>
                    <a:pt x="23622" y="53816"/>
                  </a:cubicBezTo>
                  <a:cubicBezTo>
                    <a:pt x="23622" y="45815"/>
                    <a:pt x="26765" y="38291"/>
                    <a:pt x="32480" y="32671"/>
                  </a:cubicBezTo>
                  <a:cubicBezTo>
                    <a:pt x="38386" y="26765"/>
                    <a:pt x="46101" y="23908"/>
                    <a:pt x="53912" y="23908"/>
                  </a:cubicBezTo>
                  <a:cubicBezTo>
                    <a:pt x="61722" y="23908"/>
                    <a:pt x="69437" y="26861"/>
                    <a:pt x="75343" y="32671"/>
                  </a:cubicBezTo>
                  <a:close/>
                </a:path>
              </a:pathLst>
            </a:custGeom>
            <a:solidFill>
              <a:srgbClr val="2AB5E8"/>
            </a:solidFill>
            <a:ln>
              <a:noFill/>
            </a:ln>
          </p:spPr>
          <p:txBody>
            <a:bodyPr anchorCtr="0" anchor="ctr" bIns="38500" lIns="77100" spcFirstLastPara="1" rIns="77100" wrap="square" tIns="38500">
              <a:noAutofit/>
            </a:bodyPr>
            <a:lstStyle/>
            <a:p>
              <a:pPr indent="0" lvl="0" marL="0" marR="0" rtl="0" algn="l">
                <a:spcBef>
                  <a:spcPts val="0"/>
                </a:spcBef>
                <a:spcAft>
                  <a:spcPts val="0"/>
                </a:spcAft>
                <a:buNone/>
              </a:pPr>
              <a:r>
                <a:t/>
              </a:r>
              <a:endParaRPr sz="1500">
                <a:solidFill>
                  <a:srgbClr val="000000"/>
                </a:solidFill>
                <a:latin typeface="Arial"/>
                <a:ea typeface="Arial"/>
                <a:cs typeface="Arial"/>
                <a:sym typeface="Arial"/>
              </a:endParaRPr>
            </a:p>
          </p:txBody>
        </p:sp>
      </p:grpSp>
      <p:sp>
        <p:nvSpPr>
          <p:cNvPr id="747" name="Google Shape;747;p76"/>
          <p:cNvSpPr txBox="1"/>
          <p:nvPr/>
        </p:nvSpPr>
        <p:spPr>
          <a:xfrm>
            <a:off x="4491553" y="3026011"/>
            <a:ext cx="1336800" cy="277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Openflow</a:t>
            </a:r>
            <a:endParaRPr sz="1800">
              <a:solidFill>
                <a:srgbClr val="262626"/>
              </a:solidFill>
            </a:endParaRPr>
          </a:p>
        </p:txBody>
      </p:sp>
      <p:sp>
        <p:nvSpPr>
          <p:cNvPr id="748" name="Google Shape;748;p76"/>
          <p:cNvSpPr txBox="1"/>
          <p:nvPr/>
        </p:nvSpPr>
        <p:spPr>
          <a:xfrm>
            <a:off x="7023100" y="2537924"/>
            <a:ext cx="15708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Dynamic Tables</a:t>
            </a:r>
            <a:endParaRPr sz="1800">
              <a:solidFill>
                <a:srgbClr val="262626"/>
              </a:solidFill>
            </a:endParaRPr>
          </a:p>
        </p:txBody>
      </p:sp>
      <p:pic>
        <p:nvPicPr>
          <p:cNvPr id="749" name="Google Shape;749;p76"/>
          <p:cNvPicPr preferRelativeResize="0"/>
          <p:nvPr/>
        </p:nvPicPr>
        <p:blipFill>
          <a:blip r:embed="rId4">
            <a:alphaModFix/>
          </a:blip>
          <a:stretch>
            <a:fillRect/>
          </a:stretch>
        </p:blipFill>
        <p:spPr>
          <a:xfrm>
            <a:off x="6295860" y="2557561"/>
            <a:ext cx="515125" cy="515125"/>
          </a:xfrm>
          <a:prstGeom prst="rect">
            <a:avLst/>
          </a:prstGeom>
          <a:noFill/>
          <a:ln>
            <a:noFill/>
          </a:ln>
        </p:spPr>
      </p:pic>
      <p:grpSp>
        <p:nvGrpSpPr>
          <p:cNvPr id="750" name="Google Shape;750;p76"/>
          <p:cNvGrpSpPr/>
          <p:nvPr/>
        </p:nvGrpSpPr>
        <p:grpSpPr>
          <a:xfrm>
            <a:off x="6281058" y="5713733"/>
            <a:ext cx="515108" cy="416278"/>
            <a:chOff x="5433222" y="1128756"/>
            <a:chExt cx="751325" cy="613437"/>
          </a:xfrm>
        </p:grpSpPr>
        <p:sp>
          <p:nvSpPr>
            <p:cNvPr id="751" name="Google Shape;751;p76"/>
            <p:cNvSpPr/>
            <p:nvPr/>
          </p:nvSpPr>
          <p:spPr>
            <a:xfrm>
              <a:off x="5545613" y="1166375"/>
              <a:ext cx="603000" cy="548700"/>
            </a:xfrm>
            <a:prstGeom prst="triangle">
              <a:avLst>
                <a:gd fmla="val 50000"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grpSp>
          <p:nvGrpSpPr>
            <p:cNvPr id="752" name="Google Shape;752;p76"/>
            <p:cNvGrpSpPr/>
            <p:nvPr/>
          </p:nvGrpSpPr>
          <p:grpSpPr>
            <a:xfrm>
              <a:off x="5433222" y="1128756"/>
              <a:ext cx="751325" cy="613437"/>
              <a:chOff x="-331551" y="944248"/>
              <a:chExt cx="6297778" cy="5141967"/>
            </a:xfrm>
          </p:grpSpPr>
          <p:sp>
            <p:nvSpPr>
              <p:cNvPr id="753" name="Google Shape;753;p76"/>
              <p:cNvSpPr/>
              <p:nvPr/>
            </p:nvSpPr>
            <p:spPr>
              <a:xfrm>
                <a:off x="1463699" y="2110397"/>
                <a:ext cx="559936" cy="397139"/>
              </a:xfrm>
              <a:custGeom>
                <a:rect b="b" l="l" r="r" t="t"/>
                <a:pathLst>
                  <a:path extrusionOk="0" h="397139" w="559936">
                    <a:moveTo>
                      <a:pt x="490267" y="232253"/>
                    </a:moveTo>
                    <a:cubicBezTo>
                      <a:pt x="551168" y="203283"/>
                      <a:pt x="577045" y="130467"/>
                      <a:pt x="548052" y="69612"/>
                    </a:cubicBezTo>
                    <a:cubicBezTo>
                      <a:pt x="521308" y="13476"/>
                      <a:pt x="456613" y="-13603"/>
                      <a:pt x="397821" y="6737"/>
                    </a:cubicBezTo>
                    <a:lnTo>
                      <a:pt x="0" y="169108"/>
                    </a:lnTo>
                    <a:cubicBezTo>
                      <a:pt x="55181" y="232366"/>
                      <a:pt x="85962" y="313230"/>
                      <a:pt x="86804" y="397140"/>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54" name="Google Shape;754;p76"/>
              <p:cNvSpPr/>
              <p:nvPr/>
            </p:nvSpPr>
            <p:spPr>
              <a:xfrm>
                <a:off x="-331551" y="944248"/>
                <a:ext cx="6297778" cy="5141967"/>
              </a:xfrm>
              <a:custGeom>
                <a:rect b="b" l="l" r="r" t="t"/>
                <a:pathLst>
                  <a:path extrusionOk="0" h="5141967" w="6297778">
                    <a:moveTo>
                      <a:pt x="6250010" y="4582515"/>
                    </a:moveTo>
                    <a:lnTo>
                      <a:pt x="3796418" y="192758"/>
                    </a:lnTo>
                    <a:cubicBezTo>
                      <a:pt x="3695048" y="11420"/>
                      <a:pt x="3465757" y="-53473"/>
                      <a:pt x="3284285" y="47816"/>
                    </a:cubicBezTo>
                    <a:cubicBezTo>
                      <a:pt x="3223435" y="81778"/>
                      <a:pt x="3173220" y="131956"/>
                      <a:pt x="3139227" y="192758"/>
                    </a:cubicBezTo>
                    <a:lnTo>
                      <a:pt x="1983263" y="2260741"/>
                    </a:lnTo>
                    <a:lnTo>
                      <a:pt x="1605493" y="2260741"/>
                    </a:lnTo>
                    <a:cubicBezTo>
                      <a:pt x="1568515" y="2251546"/>
                      <a:pt x="1522943" y="2206183"/>
                      <a:pt x="1522943" y="2174524"/>
                    </a:cubicBezTo>
                    <a:lnTo>
                      <a:pt x="1522943" y="1961845"/>
                    </a:lnTo>
                    <a:lnTo>
                      <a:pt x="1527023" y="1960457"/>
                    </a:lnTo>
                    <a:cubicBezTo>
                      <a:pt x="1568263" y="1944654"/>
                      <a:pt x="1606205" y="1921330"/>
                      <a:pt x="1638913" y="1891675"/>
                    </a:cubicBezTo>
                    <a:cubicBezTo>
                      <a:pt x="1668469" y="1864934"/>
                      <a:pt x="1693269" y="1833379"/>
                      <a:pt x="1712262" y="1798346"/>
                    </a:cubicBezTo>
                    <a:cubicBezTo>
                      <a:pt x="1715040" y="1793315"/>
                      <a:pt x="1717644" y="1788198"/>
                      <a:pt x="1720074" y="1783080"/>
                    </a:cubicBezTo>
                    <a:cubicBezTo>
                      <a:pt x="1725126" y="1772715"/>
                      <a:pt x="1729623" y="1762090"/>
                      <a:pt x="1733529" y="1751248"/>
                    </a:cubicBezTo>
                    <a:cubicBezTo>
                      <a:pt x="1782981" y="1615929"/>
                      <a:pt x="1745586" y="1464166"/>
                      <a:pt x="1638913" y="1367263"/>
                    </a:cubicBezTo>
                    <a:cubicBezTo>
                      <a:pt x="1626309" y="1355831"/>
                      <a:pt x="1612906" y="1345310"/>
                      <a:pt x="1598809" y="1335778"/>
                    </a:cubicBezTo>
                    <a:cubicBezTo>
                      <a:pt x="1594035" y="1332569"/>
                      <a:pt x="1589261" y="1329533"/>
                      <a:pt x="1584400" y="1326497"/>
                    </a:cubicBezTo>
                    <a:cubicBezTo>
                      <a:pt x="1494046" y="1271844"/>
                      <a:pt x="1384022" y="1260239"/>
                      <a:pt x="1284233" y="1294838"/>
                    </a:cubicBezTo>
                    <a:lnTo>
                      <a:pt x="1274077" y="1298568"/>
                    </a:lnTo>
                    <a:cubicBezTo>
                      <a:pt x="1254155" y="1306148"/>
                      <a:pt x="1234955" y="1315499"/>
                      <a:pt x="1216700" y="1326497"/>
                    </a:cubicBezTo>
                    <a:cubicBezTo>
                      <a:pt x="1211839" y="1329533"/>
                      <a:pt x="1207064" y="1332569"/>
                      <a:pt x="1202377" y="1335778"/>
                    </a:cubicBezTo>
                    <a:cubicBezTo>
                      <a:pt x="1194999" y="1340722"/>
                      <a:pt x="1187881" y="1346013"/>
                      <a:pt x="1180937" y="1351477"/>
                    </a:cubicBezTo>
                    <a:cubicBezTo>
                      <a:pt x="1161154" y="1367072"/>
                      <a:pt x="1143082" y="1384723"/>
                      <a:pt x="1127032" y="1404127"/>
                    </a:cubicBezTo>
                    <a:cubicBezTo>
                      <a:pt x="1123386" y="1408550"/>
                      <a:pt x="1119914" y="1412800"/>
                      <a:pt x="1116442" y="1417571"/>
                    </a:cubicBezTo>
                    <a:cubicBezTo>
                      <a:pt x="1109671" y="1426244"/>
                      <a:pt x="1103334" y="1436046"/>
                      <a:pt x="1097345" y="1445760"/>
                    </a:cubicBezTo>
                    <a:cubicBezTo>
                      <a:pt x="1088473" y="1460462"/>
                      <a:pt x="1080635" y="1475763"/>
                      <a:pt x="1073908" y="1491557"/>
                    </a:cubicBezTo>
                    <a:cubicBezTo>
                      <a:pt x="1069394" y="1502226"/>
                      <a:pt x="1065227" y="1513068"/>
                      <a:pt x="1062016" y="1524170"/>
                    </a:cubicBezTo>
                    <a:cubicBezTo>
                      <a:pt x="1051373" y="1558258"/>
                      <a:pt x="1045992" y="1593759"/>
                      <a:pt x="1046044" y="1629469"/>
                    </a:cubicBezTo>
                    <a:cubicBezTo>
                      <a:pt x="1046044" y="1633459"/>
                      <a:pt x="1046044" y="1637449"/>
                      <a:pt x="1046044" y="1641439"/>
                    </a:cubicBezTo>
                    <a:lnTo>
                      <a:pt x="76013" y="2038347"/>
                    </a:lnTo>
                    <a:cubicBezTo>
                      <a:pt x="13594" y="2063770"/>
                      <a:pt x="-16382" y="2134937"/>
                      <a:pt x="9060" y="2197310"/>
                    </a:cubicBezTo>
                    <a:cubicBezTo>
                      <a:pt x="27814" y="2243289"/>
                      <a:pt x="72591" y="2273309"/>
                      <a:pt x="122279" y="2273230"/>
                    </a:cubicBezTo>
                    <a:cubicBezTo>
                      <a:pt x="138140" y="2273179"/>
                      <a:pt x="153834" y="2269995"/>
                      <a:pt x="168459" y="2263863"/>
                    </a:cubicBezTo>
                    <a:lnTo>
                      <a:pt x="1138056" y="1867475"/>
                    </a:lnTo>
                    <a:cubicBezTo>
                      <a:pt x="1176666" y="1909898"/>
                      <a:pt x="1224972" y="1942364"/>
                      <a:pt x="1278851" y="1962105"/>
                    </a:cubicBezTo>
                    <a:lnTo>
                      <a:pt x="1278851" y="2174524"/>
                    </a:lnTo>
                    <a:cubicBezTo>
                      <a:pt x="1279016" y="2203798"/>
                      <a:pt x="1283669" y="2232872"/>
                      <a:pt x="1292653" y="2260741"/>
                    </a:cubicBezTo>
                    <a:lnTo>
                      <a:pt x="1012624" y="2260741"/>
                    </a:lnTo>
                    <a:cubicBezTo>
                      <a:pt x="851816" y="2260931"/>
                      <a:pt x="721502" y="2391141"/>
                      <a:pt x="721311" y="2551830"/>
                    </a:cubicBezTo>
                    <a:lnTo>
                      <a:pt x="721311" y="4185867"/>
                    </a:lnTo>
                    <a:cubicBezTo>
                      <a:pt x="721263" y="4258440"/>
                      <a:pt x="748459" y="4328384"/>
                      <a:pt x="797525" y="4381892"/>
                    </a:cubicBezTo>
                    <a:lnTo>
                      <a:pt x="685374" y="4582515"/>
                    </a:lnTo>
                    <a:cubicBezTo>
                      <a:pt x="584029" y="4763865"/>
                      <a:pt x="648998" y="4992972"/>
                      <a:pt x="830488" y="5094245"/>
                    </a:cubicBezTo>
                    <a:cubicBezTo>
                      <a:pt x="886585" y="5125540"/>
                      <a:pt x="949761" y="5141968"/>
                      <a:pt x="1014013" y="5141968"/>
                    </a:cubicBezTo>
                    <a:lnTo>
                      <a:pt x="5921632" y="5141968"/>
                    </a:lnTo>
                    <a:cubicBezTo>
                      <a:pt x="6129501" y="5141838"/>
                      <a:pt x="6297909" y="4973351"/>
                      <a:pt x="6297778" y="4765634"/>
                    </a:cubicBezTo>
                    <a:cubicBezTo>
                      <a:pt x="6297735" y="4701527"/>
                      <a:pt x="6281294" y="4638486"/>
                      <a:pt x="6250010" y="4582515"/>
                    </a:cubicBezTo>
                    <a:close/>
                    <a:moveTo>
                      <a:pt x="3428891" y="354436"/>
                    </a:moveTo>
                    <a:cubicBezTo>
                      <a:pt x="3440801" y="333048"/>
                      <a:pt x="3467814" y="325358"/>
                      <a:pt x="3489220" y="337263"/>
                    </a:cubicBezTo>
                    <a:cubicBezTo>
                      <a:pt x="3496442" y="341277"/>
                      <a:pt x="3502388" y="347225"/>
                      <a:pt x="3506407" y="354436"/>
                    </a:cubicBezTo>
                    <a:lnTo>
                      <a:pt x="4067419" y="1358156"/>
                    </a:lnTo>
                    <a:lnTo>
                      <a:pt x="3765689" y="1775968"/>
                    </a:lnTo>
                    <a:lnTo>
                      <a:pt x="3408666" y="1353125"/>
                    </a:lnTo>
                    <a:lnTo>
                      <a:pt x="3399465" y="1343150"/>
                    </a:lnTo>
                    <a:cubicBezTo>
                      <a:pt x="3325057" y="1267056"/>
                      <a:pt x="3208392" y="1251261"/>
                      <a:pt x="3116398" y="1304813"/>
                    </a:cubicBezTo>
                    <a:lnTo>
                      <a:pt x="2797568" y="1484879"/>
                    </a:lnTo>
                    <a:close/>
                    <a:moveTo>
                      <a:pt x="1242828" y="1629469"/>
                    </a:moveTo>
                    <a:cubicBezTo>
                      <a:pt x="1242776" y="1542524"/>
                      <a:pt x="1313277" y="1472007"/>
                      <a:pt x="1400289" y="1471955"/>
                    </a:cubicBezTo>
                    <a:cubicBezTo>
                      <a:pt x="1487301" y="1471903"/>
                      <a:pt x="1557873" y="1542350"/>
                      <a:pt x="1557925" y="1629296"/>
                    </a:cubicBezTo>
                    <a:cubicBezTo>
                      <a:pt x="1557977" y="1716206"/>
                      <a:pt x="1487527" y="1786714"/>
                      <a:pt x="1400550" y="1786810"/>
                    </a:cubicBezTo>
                    <a:cubicBezTo>
                      <a:pt x="1313616" y="1786714"/>
                      <a:pt x="1243149" y="1716336"/>
                      <a:pt x="1243001" y="1629469"/>
                    </a:cubicBezTo>
                    <a:close/>
                    <a:moveTo>
                      <a:pt x="1319562" y="2541942"/>
                    </a:moveTo>
                    <a:lnTo>
                      <a:pt x="2496533" y="2541942"/>
                    </a:lnTo>
                    <a:cubicBezTo>
                      <a:pt x="2548624" y="2540363"/>
                      <a:pt x="2592130" y="2581277"/>
                      <a:pt x="2593710" y="2633319"/>
                    </a:cubicBezTo>
                    <a:cubicBezTo>
                      <a:pt x="2595290" y="2685370"/>
                      <a:pt x="2554344" y="2728842"/>
                      <a:pt x="2502253" y="2730421"/>
                    </a:cubicBezTo>
                    <a:cubicBezTo>
                      <a:pt x="2500352" y="2730482"/>
                      <a:pt x="2498443" y="2730482"/>
                      <a:pt x="2496533" y="2730421"/>
                    </a:cubicBezTo>
                    <a:lnTo>
                      <a:pt x="1319562" y="2730421"/>
                    </a:lnTo>
                    <a:cubicBezTo>
                      <a:pt x="1267471" y="2731999"/>
                      <a:pt x="1223965" y="2691086"/>
                      <a:pt x="1222385" y="2639044"/>
                    </a:cubicBezTo>
                    <a:cubicBezTo>
                      <a:pt x="1220806" y="2586993"/>
                      <a:pt x="1261751" y="2543520"/>
                      <a:pt x="1313842" y="2541942"/>
                    </a:cubicBezTo>
                    <a:cubicBezTo>
                      <a:pt x="1315743" y="2541881"/>
                      <a:pt x="1317652" y="2541881"/>
                      <a:pt x="1319562" y="2541942"/>
                    </a:cubicBezTo>
                    <a:close/>
                    <a:moveTo>
                      <a:pt x="1700109" y="3463088"/>
                    </a:moveTo>
                    <a:cubicBezTo>
                      <a:pt x="1648018" y="3464666"/>
                      <a:pt x="1604512" y="3423753"/>
                      <a:pt x="1602933" y="3371710"/>
                    </a:cubicBezTo>
                    <a:cubicBezTo>
                      <a:pt x="1601353" y="3319660"/>
                      <a:pt x="1642298" y="3276187"/>
                      <a:pt x="1694389" y="3274608"/>
                    </a:cubicBezTo>
                    <a:cubicBezTo>
                      <a:pt x="1696290" y="3274548"/>
                      <a:pt x="1698200" y="3274548"/>
                      <a:pt x="1700109" y="3274608"/>
                    </a:cubicBezTo>
                    <a:lnTo>
                      <a:pt x="3306845" y="3274608"/>
                    </a:lnTo>
                    <a:cubicBezTo>
                      <a:pt x="3358936" y="3276187"/>
                      <a:pt x="3399873" y="3319660"/>
                      <a:pt x="3398293" y="3371710"/>
                    </a:cubicBezTo>
                    <a:cubicBezTo>
                      <a:pt x="3396782" y="3421532"/>
                      <a:pt x="3356714" y="3461579"/>
                      <a:pt x="3306845" y="3463088"/>
                    </a:cubicBezTo>
                    <a:close/>
                    <a:moveTo>
                      <a:pt x="2938364" y="4101471"/>
                    </a:moveTo>
                    <a:cubicBezTo>
                      <a:pt x="2938364" y="4153505"/>
                      <a:pt x="2896168" y="4195703"/>
                      <a:pt x="2844095" y="4195755"/>
                    </a:cubicBezTo>
                    <a:lnTo>
                      <a:pt x="1699849" y="4195755"/>
                    </a:lnTo>
                    <a:cubicBezTo>
                      <a:pt x="1647741" y="4195755"/>
                      <a:pt x="1605493" y="4153540"/>
                      <a:pt x="1605493" y="4101471"/>
                    </a:cubicBezTo>
                    <a:cubicBezTo>
                      <a:pt x="1605493" y="4049403"/>
                      <a:pt x="1647741" y="4007188"/>
                      <a:pt x="1699849" y="4007188"/>
                    </a:cubicBezTo>
                    <a:lnTo>
                      <a:pt x="2843835" y="4007188"/>
                    </a:lnTo>
                    <a:cubicBezTo>
                      <a:pt x="2895908" y="4007241"/>
                      <a:pt x="2938103" y="4049438"/>
                      <a:pt x="2938103" y="4101471"/>
                    </a:cubicBezTo>
                    <a:close/>
                    <a:moveTo>
                      <a:pt x="3306845" y="3096538"/>
                    </a:moveTo>
                    <a:lnTo>
                      <a:pt x="1699849" y="3096538"/>
                    </a:lnTo>
                    <a:cubicBezTo>
                      <a:pt x="1647741" y="3096538"/>
                      <a:pt x="1605493" y="3054323"/>
                      <a:pt x="1605493" y="3002255"/>
                    </a:cubicBezTo>
                    <a:cubicBezTo>
                      <a:pt x="1605493" y="2950186"/>
                      <a:pt x="1647741" y="2907972"/>
                      <a:pt x="1699849" y="2907972"/>
                    </a:cubicBezTo>
                    <a:lnTo>
                      <a:pt x="3306845" y="2907972"/>
                    </a:lnTo>
                    <a:cubicBezTo>
                      <a:pt x="3358953" y="2907972"/>
                      <a:pt x="3401201" y="2950186"/>
                      <a:pt x="3401201" y="3002255"/>
                    </a:cubicBezTo>
                    <a:cubicBezTo>
                      <a:pt x="3401201" y="3054323"/>
                      <a:pt x="3358953" y="3096538"/>
                      <a:pt x="3306845" y="3096538"/>
                    </a:cubicBezTo>
                    <a:close/>
                    <a:moveTo>
                      <a:pt x="1319562" y="3640899"/>
                    </a:moveTo>
                    <a:lnTo>
                      <a:pt x="2496533" y="3640899"/>
                    </a:lnTo>
                    <a:cubicBezTo>
                      <a:pt x="2548624" y="3639320"/>
                      <a:pt x="2592130" y="3680234"/>
                      <a:pt x="2593710" y="3732276"/>
                    </a:cubicBezTo>
                    <a:cubicBezTo>
                      <a:pt x="2595290" y="3784327"/>
                      <a:pt x="2554344" y="3827799"/>
                      <a:pt x="2502253" y="3829378"/>
                    </a:cubicBezTo>
                    <a:cubicBezTo>
                      <a:pt x="2500352" y="3829439"/>
                      <a:pt x="2498443" y="3829439"/>
                      <a:pt x="2496533" y="3829378"/>
                    </a:cubicBezTo>
                    <a:lnTo>
                      <a:pt x="1319562" y="3829378"/>
                    </a:lnTo>
                    <a:cubicBezTo>
                      <a:pt x="1267471" y="3830956"/>
                      <a:pt x="1223965" y="3790043"/>
                      <a:pt x="1222385" y="3738000"/>
                    </a:cubicBezTo>
                    <a:cubicBezTo>
                      <a:pt x="1220806" y="3685950"/>
                      <a:pt x="1261751" y="3642477"/>
                      <a:pt x="1313842" y="3640899"/>
                    </a:cubicBezTo>
                    <a:cubicBezTo>
                      <a:pt x="1315743" y="3640838"/>
                      <a:pt x="1317652" y="3640838"/>
                      <a:pt x="1319562" y="3640899"/>
                    </a:cubicBezTo>
                    <a:close/>
                    <a:moveTo>
                      <a:pt x="5921893" y="4810199"/>
                    </a:moveTo>
                    <a:lnTo>
                      <a:pt x="1014013" y="4810199"/>
                    </a:lnTo>
                    <a:cubicBezTo>
                      <a:pt x="989517" y="4810234"/>
                      <a:pt x="969630" y="4790423"/>
                      <a:pt x="969587" y="4765946"/>
                    </a:cubicBezTo>
                    <a:cubicBezTo>
                      <a:pt x="969578" y="4758357"/>
                      <a:pt x="971514" y="4750897"/>
                      <a:pt x="975212" y="4744279"/>
                    </a:cubicBezTo>
                    <a:lnTo>
                      <a:pt x="1124601" y="4476956"/>
                    </a:lnTo>
                    <a:lnTo>
                      <a:pt x="3465956" y="4476956"/>
                    </a:lnTo>
                    <a:cubicBezTo>
                      <a:pt x="3626769" y="4476765"/>
                      <a:pt x="3757079" y="4346556"/>
                      <a:pt x="3757269" y="4185867"/>
                    </a:cubicBezTo>
                    <a:lnTo>
                      <a:pt x="3757269" y="2551830"/>
                    </a:lnTo>
                    <a:cubicBezTo>
                      <a:pt x="3757122" y="2391123"/>
                      <a:pt x="3626786" y="2260888"/>
                      <a:pt x="3465956" y="2260741"/>
                    </a:cubicBezTo>
                    <a:lnTo>
                      <a:pt x="2363550" y="2260741"/>
                    </a:lnTo>
                    <a:lnTo>
                      <a:pt x="2464242" y="2080588"/>
                    </a:lnTo>
                    <a:lnTo>
                      <a:pt x="3205285" y="1662082"/>
                    </a:lnTo>
                    <a:lnTo>
                      <a:pt x="3598071" y="2127513"/>
                    </a:lnTo>
                    <a:lnTo>
                      <a:pt x="3607273" y="2137574"/>
                    </a:lnTo>
                    <a:cubicBezTo>
                      <a:pt x="3651039" y="2182018"/>
                      <a:pt x="3710838" y="2207024"/>
                      <a:pt x="3773241" y="2206964"/>
                    </a:cubicBezTo>
                    <a:cubicBezTo>
                      <a:pt x="3779317" y="2206964"/>
                      <a:pt x="3785480" y="2206964"/>
                      <a:pt x="3791557" y="2206270"/>
                    </a:cubicBezTo>
                    <a:cubicBezTo>
                      <a:pt x="3859958" y="2201013"/>
                      <a:pt x="3922544" y="2165842"/>
                      <a:pt x="3962560" y="2110165"/>
                    </a:cubicBezTo>
                    <a:lnTo>
                      <a:pt x="4258647" y="1700073"/>
                    </a:lnTo>
                    <a:lnTo>
                      <a:pt x="5960000" y="4744539"/>
                    </a:lnTo>
                    <a:cubicBezTo>
                      <a:pt x="5971796" y="4765998"/>
                      <a:pt x="5963949" y="4792939"/>
                      <a:pt x="5942483" y="4804726"/>
                    </a:cubicBezTo>
                    <a:cubicBezTo>
                      <a:pt x="5936085" y="4808239"/>
                      <a:pt x="5928924" y="4810112"/>
                      <a:pt x="5921632" y="4810199"/>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262626"/>
                  </a:solidFill>
                  <a:latin typeface="Arial"/>
                  <a:ea typeface="Arial"/>
                  <a:cs typeface="Arial"/>
                  <a:sym typeface="Arial"/>
                </a:endParaRPr>
              </a:p>
            </p:txBody>
          </p:sp>
        </p:grpSp>
      </p:grpSp>
      <p:sp>
        <p:nvSpPr>
          <p:cNvPr id="755" name="Google Shape;755;p76"/>
          <p:cNvSpPr txBox="1"/>
          <p:nvPr/>
        </p:nvSpPr>
        <p:spPr>
          <a:xfrm>
            <a:off x="6994050" y="5654486"/>
            <a:ext cx="17352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US" sz="1800">
                <a:solidFill>
                  <a:srgbClr val="262626"/>
                </a:solidFill>
              </a:rPr>
              <a:t>Snowpark</a:t>
            </a:r>
            <a:endParaRPr sz="1800">
              <a:solidFill>
                <a:srgbClr val="262626"/>
              </a:solidFill>
            </a:endParaRPr>
          </a:p>
          <a:p>
            <a:pPr indent="0" lvl="0" marL="0" rtl="0" algn="l">
              <a:spcBef>
                <a:spcPts val="0"/>
              </a:spcBef>
              <a:spcAft>
                <a:spcPts val="0"/>
              </a:spcAft>
              <a:buNone/>
            </a:pPr>
            <a:r>
              <a:rPr lang="en-US" sz="1800">
                <a:solidFill>
                  <a:srgbClr val="262626"/>
                </a:solidFill>
              </a:rPr>
              <a:t>Connect</a:t>
            </a:r>
            <a:endParaRPr sz="1800">
              <a:solidFill>
                <a:srgbClr val="262626"/>
              </a:solidFill>
            </a:endParaRPr>
          </a:p>
        </p:txBody>
      </p:sp>
      <p:sp>
        <p:nvSpPr>
          <p:cNvPr id="756" name="Google Shape;756;p76"/>
          <p:cNvSpPr txBox="1"/>
          <p:nvPr/>
        </p:nvSpPr>
        <p:spPr>
          <a:xfrm>
            <a:off x="4491551" y="5761061"/>
            <a:ext cx="13368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US" sz="1800">
                <a:solidFill>
                  <a:srgbClr val="262626"/>
                </a:solidFill>
              </a:rPr>
              <a:t>Sharing, Marketplace</a:t>
            </a:r>
            <a:endParaRPr sz="1800">
              <a:solidFill>
                <a:srgbClr val="262626"/>
              </a:solidFill>
            </a:endParaRPr>
          </a:p>
        </p:txBody>
      </p:sp>
      <p:sp>
        <p:nvSpPr>
          <p:cNvPr id="757" name="Google Shape;757;p76"/>
          <p:cNvSpPr/>
          <p:nvPr/>
        </p:nvSpPr>
        <p:spPr>
          <a:xfrm>
            <a:off x="3788622" y="5748233"/>
            <a:ext cx="515121" cy="580102"/>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252525"/>
              </a:solidFill>
              <a:latin typeface="Calibri"/>
              <a:ea typeface="Calibri"/>
              <a:cs typeface="Calibri"/>
              <a:sym typeface="Calibri"/>
            </a:endParaRPr>
          </a:p>
        </p:txBody>
      </p:sp>
      <p:sp>
        <p:nvSpPr>
          <p:cNvPr id="758" name="Google Shape;758;p76"/>
          <p:cNvSpPr txBox="1"/>
          <p:nvPr/>
        </p:nvSpPr>
        <p:spPr>
          <a:xfrm>
            <a:off x="7130375" y="6446334"/>
            <a:ext cx="1570800" cy="277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dbt Projects</a:t>
            </a:r>
            <a:endParaRPr sz="1800">
              <a:solidFill>
                <a:srgbClr val="262626"/>
              </a:solidFill>
            </a:endParaRPr>
          </a:p>
        </p:txBody>
      </p:sp>
      <p:grpSp>
        <p:nvGrpSpPr>
          <p:cNvPr id="759" name="Google Shape;759;p76"/>
          <p:cNvGrpSpPr/>
          <p:nvPr/>
        </p:nvGrpSpPr>
        <p:grpSpPr>
          <a:xfrm>
            <a:off x="6309150" y="6344370"/>
            <a:ext cx="515238" cy="453528"/>
            <a:chOff x="5118072" y="2571750"/>
            <a:chExt cx="1951658" cy="1717910"/>
          </a:xfrm>
        </p:grpSpPr>
        <p:sp>
          <p:nvSpPr>
            <p:cNvPr id="760" name="Google Shape;760;p76"/>
            <p:cNvSpPr/>
            <p:nvPr/>
          </p:nvSpPr>
          <p:spPr>
            <a:xfrm>
              <a:off x="5118072" y="2571750"/>
              <a:ext cx="1295982" cy="1717910"/>
            </a:xfrm>
            <a:custGeom>
              <a:rect b="b" l="l" r="r" t="t"/>
              <a:pathLst>
                <a:path extrusionOk="0" h="1717910" w="1295982">
                  <a:moveTo>
                    <a:pt x="1037836" y="1415078"/>
                  </a:moveTo>
                  <a:cubicBezTo>
                    <a:pt x="1009353" y="1423414"/>
                    <a:pt x="989605" y="1449368"/>
                    <a:pt x="989416" y="1479017"/>
                  </a:cubicBezTo>
                  <a:lnTo>
                    <a:pt x="989416" y="1583687"/>
                  </a:lnTo>
                  <a:lnTo>
                    <a:pt x="720351" y="1583687"/>
                  </a:lnTo>
                  <a:lnTo>
                    <a:pt x="720351" y="1476365"/>
                  </a:lnTo>
                  <a:cubicBezTo>
                    <a:pt x="721490" y="1445958"/>
                    <a:pt x="702027" y="1418678"/>
                    <a:pt x="672975" y="1409774"/>
                  </a:cubicBezTo>
                  <a:cubicBezTo>
                    <a:pt x="606516" y="1388461"/>
                    <a:pt x="545563" y="1352939"/>
                    <a:pt x="494389" y="1305578"/>
                  </a:cubicBezTo>
                  <a:lnTo>
                    <a:pt x="469040" y="1286254"/>
                  </a:lnTo>
                  <a:cubicBezTo>
                    <a:pt x="457362" y="1276782"/>
                    <a:pt x="442741" y="1271666"/>
                    <a:pt x="427645" y="1271761"/>
                  </a:cubicBezTo>
                  <a:cubicBezTo>
                    <a:pt x="416537" y="1271761"/>
                    <a:pt x="405619" y="1274508"/>
                    <a:pt x="395935" y="1279813"/>
                  </a:cubicBezTo>
                  <a:lnTo>
                    <a:pt x="293113" y="1333521"/>
                  </a:lnTo>
                  <a:lnTo>
                    <a:pt x="159150" y="1107510"/>
                  </a:lnTo>
                  <a:lnTo>
                    <a:pt x="258744" y="1053802"/>
                  </a:lnTo>
                  <a:cubicBezTo>
                    <a:pt x="282100" y="1042719"/>
                    <a:pt x="296816" y="1019038"/>
                    <a:pt x="296341" y="993179"/>
                  </a:cubicBezTo>
                  <a:lnTo>
                    <a:pt x="296341" y="855166"/>
                  </a:lnTo>
                  <a:cubicBezTo>
                    <a:pt x="295296" y="835558"/>
                    <a:pt x="295296" y="815856"/>
                    <a:pt x="296341" y="796153"/>
                  </a:cubicBezTo>
                  <a:cubicBezTo>
                    <a:pt x="300233" y="770957"/>
                    <a:pt x="302227" y="745476"/>
                    <a:pt x="302322" y="719901"/>
                  </a:cubicBezTo>
                  <a:cubicBezTo>
                    <a:pt x="302322" y="695935"/>
                    <a:pt x="289315" y="673770"/>
                    <a:pt x="268428" y="661930"/>
                  </a:cubicBezTo>
                  <a:lnTo>
                    <a:pt x="169878" y="605001"/>
                  </a:lnTo>
                  <a:lnTo>
                    <a:pt x="300708" y="383347"/>
                  </a:lnTo>
                  <a:lnTo>
                    <a:pt x="392707" y="437055"/>
                  </a:lnTo>
                  <a:cubicBezTo>
                    <a:pt x="416917" y="451264"/>
                    <a:pt x="447583" y="448706"/>
                    <a:pt x="469040" y="430614"/>
                  </a:cubicBezTo>
                  <a:lnTo>
                    <a:pt x="474452" y="426257"/>
                  </a:lnTo>
                  <a:cubicBezTo>
                    <a:pt x="530752" y="371412"/>
                    <a:pt x="598540" y="329828"/>
                    <a:pt x="672975" y="304442"/>
                  </a:cubicBezTo>
                  <a:cubicBezTo>
                    <a:pt x="700698" y="295822"/>
                    <a:pt x="719781" y="270531"/>
                    <a:pt x="720351" y="241640"/>
                  </a:cubicBezTo>
                  <a:lnTo>
                    <a:pt x="720351" y="134224"/>
                  </a:lnTo>
                  <a:lnTo>
                    <a:pt x="989416" y="134224"/>
                  </a:lnTo>
                  <a:lnTo>
                    <a:pt x="989416" y="241640"/>
                  </a:lnTo>
                  <a:cubicBezTo>
                    <a:pt x="989416" y="270815"/>
                    <a:pt x="1008309" y="296580"/>
                    <a:pt x="1036222" y="305484"/>
                  </a:cubicBezTo>
                  <a:cubicBezTo>
                    <a:pt x="1083028" y="320640"/>
                    <a:pt x="1127746" y="341384"/>
                    <a:pt x="1169330" y="367339"/>
                  </a:cubicBezTo>
                  <a:lnTo>
                    <a:pt x="1295983" y="293549"/>
                  </a:lnTo>
                  <a:cubicBezTo>
                    <a:pt x="1242910" y="251965"/>
                    <a:pt x="1184236" y="217865"/>
                    <a:pt x="1121764" y="192195"/>
                  </a:cubicBezTo>
                  <a:lnTo>
                    <a:pt x="1121764" y="66591"/>
                  </a:lnTo>
                  <a:cubicBezTo>
                    <a:pt x="1121480" y="29933"/>
                    <a:pt x="1091763" y="284"/>
                    <a:pt x="1055020" y="0"/>
                  </a:cubicBezTo>
                  <a:lnTo>
                    <a:pt x="653607" y="0"/>
                  </a:lnTo>
                  <a:cubicBezTo>
                    <a:pt x="616769" y="0"/>
                    <a:pt x="586958" y="29838"/>
                    <a:pt x="586958" y="66591"/>
                  </a:cubicBezTo>
                  <a:lnTo>
                    <a:pt x="586958" y="193805"/>
                  </a:lnTo>
                  <a:cubicBezTo>
                    <a:pt x="525910" y="219664"/>
                    <a:pt x="469420" y="254996"/>
                    <a:pt x="419575" y="298475"/>
                  </a:cubicBezTo>
                  <a:lnTo>
                    <a:pt x="312006" y="235199"/>
                  </a:lnTo>
                  <a:cubicBezTo>
                    <a:pt x="301658" y="229232"/>
                    <a:pt x="289980" y="226106"/>
                    <a:pt x="278112" y="226011"/>
                  </a:cubicBezTo>
                  <a:cubicBezTo>
                    <a:pt x="254377" y="226011"/>
                    <a:pt x="232445" y="238420"/>
                    <a:pt x="220482" y="258785"/>
                  </a:cubicBezTo>
                  <a:lnTo>
                    <a:pt x="20345" y="595907"/>
                  </a:lnTo>
                  <a:cubicBezTo>
                    <a:pt x="10281" y="611915"/>
                    <a:pt x="7718" y="631523"/>
                    <a:pt x="13319" y="649616"/>
                  </a:cubicBezTo>
                  <a:cubicBezTo>
                    <a:pt x="18161" y="666855"/>
                    <a:pt x="29554" y="681443"/>
                    <a:pt x="45125" y="690441"/>
                  </a:cubicBezTo>
                  <a:lnTo>
                    <a:pt x="168834" y="760158"/>
                  </a:lnTo>
                  <a:cubicBezTo>
                    <a:pt x="168834" y="760158"/>
                    <a:pt x="162948" y="809130"/>
                    <a:pt x="162948" y="857345"/>
                  </a:cubicBezTo>
                  <a:lnTo>
                    <a:pt x="162948" y="957752"/>
                  </a:lnTo>
                  <a:lnTo>
                    <a:pt x="35441" y="1023206"/>
                  </a:lnTo>
                  <a:cubicBezTo>
                    <a:pt x="19586" y="1031637"/>
                    <a:pt x="7813" y="1045845"/>
                    <a:pt x="2591" y="1062990"/>
                  </a:cubicBezTo>
                  <a:cubicBezTo>
                    <a:pt x="-2441" y="1080988"/>
                    <a:pt x="-67" y="1100311"/>
                    <a:pt x="9047" y="1116604"/>
                  </a:cubicBezTo>
                  <a:lnTo>
                    <a:pt x="208615" y="1460735"/>
                  </a:lnTo>
                  <a:cubicBezTo>
                    <a:pt x="220292" y="1481574"/>
                    <a:pt x="242319" y="1494457"/>
                    <a:pt x="266244" y="1494551"/>
                  </a:cubicBezTo>
                  <a:cubicBezTo>
                    <a:pt x="276973" y="1493510"/>
                    <a:pt x="287416" y="1489815"/>
                    <a:pt x="296341" y="1483848"/>
                  </a:cubicBezTo>
                  <a:lnTo>
                    <a:pt x="417961" y="1418299"/>
                  </a:lnTo>
                  <a:cubicBezTo>
                    <a:pt x="467995" y="1461304"/>
                    <a:pt x="524486" y="1496257"/>
                    <a:pt x="585344" y="1521927"/>
                  </a:cubicBezTo>
                  <a:lnTo>
                    <a:pt x="585344" y="1651319"/>
                  </a:lnTo>
                  <a:cubicBezTo>
                    <a:pt x="585344" y="1688072"/>
                    <a:pt x="615155" y="1717910"/>
                    <a:pt x="651993" y="1717910"/>
                  </a:cubicBezTo>
                  <a:lnTo>
                    <a:pt x="1055020" y="1717910"/>
                  </a:lnTo>
                  <a:cubicBezTo>
                    <a:pt x="1091763" y="1717626"/>
                    <a:pt x="1121480" y="1687977"/>
                    <a:pt x="1121764" y="1651319"/>
                  </a:cubicBezTo>
                  <a:lnTo>
                    <a:pt x="1121764" y="1522495"/>
                  </a:lnTo>
                  <a:cubicBezTo>
                    <a:pt x="1182812" y="1497772"/>
                    <a:pt x="1240347" y="1465187"/>
                    <a:pt x="1292849" y="1425687"/>
                  </a:cubicBezTo>
                  <a:lnTo>
                    <a:pt x="1173128" y="1353034"/>
                  </a:lnTo>
                  <a:cubicBezTo>
                    <a:pt x="1130879" y="1379083"/>
                    <a:pt x="1085402" y="1400017"/>
                    <a:pt x="1037836" y="1415078"/>
                  </a:cubicBezTo>
                  <a:close/>
                </a:path>
              </a:pathLst>
            </a:custGeom>
            <a:solidFill>
              <a:srgbClr val="2AB5E8"/>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rgbClr val="252525"/>
                </a:solidFill>
                <a:latin typeface="Calibri"/>
                <a:ea typeface="Calibri"/>
                <a:cs typeface="Calibri"/>
                <a:sym typeface="Calibri"/>
              </a:endParaRPr>
            </a:p>
          </p:txBody>
        </p:sp>
        <p:sp>
          <p:nvSpPr>
            <p:cNvPr id="761" name="Google Shape;761;p76"/>
            <p:cNvSpPr/>
            <p:nvPr/>
          </p:nvSpPr>
          <p:spPr>
            <a:xfrm>
              <a:off x="5856928" y="2814720"/>
              <a:ext cx="1212802" cy="1231572"/>
            </a:xfrm>
            <a:custGeom>
              <a:rect b="b" l="l" r="r" t="t"/>
              <a:pathLst>
                <a:path extrusionOk="0" h="1231572" w="1212802">
                  <a:moveTo>
                    <a:pt x="672766" y="150701"/>
                  </a:moveTo>
                  <a:cubicBezTo>
                    <a:pt x="672481" y="214735"/>
                    <a:pt x="712831" y="271853"/>
                    <a:pt x="773309" y="293166"/>
                  </a:cubicBezTo>
                  <a:lnTo>
                    <a:pt x="773309" y="381449"/>
                  </a:lnTo>
                  <a:lnTo>
                    <a:pt x="61816" y="375386"/>
                  </a:lnTo>
                  <a:lnTo>
                    <a:pt x="61816" y="375386"/>
                  </a:lnTo>
                  <a:cubicBezTo>
                    <a:pt x="27067" y="375955"/>
                    <a:pt x="-561" y="404466"/>
                    <a:pt x="9" y="439041"/>
                  </a:cubicBezTo>
                  <a:cubicBezTo>
                    <a:pt x="9" y="439041"/>
                    <a:pt x="9" y="439041"/>
                    <a:pt x="9" y="439041"/>
                  </a:cubicBezTo>
                  <a:lnTo>
                    <a:pt x="9" y="778152"/>
                  </a:lnTo>
                  <a:cubicBezTo>
                    <a:pt x="293" y="812631"/>
                    <a:pt x="28301" y="840385"/>
                    <a:pt x="62860" y="840385"/>
                  </a:cubicBezTo>
                  <a:lnTo>
                    <a:pt x="62860" y="840385"/>
                  </a:lnTo>
                  <a:lnTo>
                    <a:pt x="772360" y="845879"/>
                  </a:lnTo>
                  <a:lnTo>
                    <a:pt x="772360" y="940698"/>
                  </a:lnTo>
                  <a:cubicBezTo>
                    <a:pt x="694698" y="970725"/>
                    <a:pt x="656151" y="1057966"/>
                    <a:pt x="686248" y="1135450"/>
                  </a:cubicBezTo>
                  <a:cubicBezTo>
                    <a:pt x="716344" y="1212934"/>
                    <a:pt x="803785" y="1251392"/>
                    <a:pt x="881448" y="1221364"/>
                  </a:cubicBezTo>
                  <a:cubicBezTo>
                    <a:pt x="959110" y="1191337"/>
                    <a:pt x="997657" y="1104096"/>
                    <a:pt x="967560" y="1026612"/>
                  </a:cubicBezTo>
                  <a:cubicBezTo>
                    <a:pt x="952274" y="987207"/>
                    <a:pt x="920944" y="956043"/>
                    <a:pt x="881448" y="940698"/>
                  </a:cubicBezTo>
                  <a:lnTo>
                    <a:pt x="881448" y="790182"/>
                  </a:lnTo>
                  <a:cubicBezTo>
                    <a:pt x="879074" y="763280"/>
                    <a:pt x="857617" y="742157"/>
                    <a:pt x="830654" y="739978"/>
                  </a:cubicBezTo>
                  <a:lnTo>
                    <a:pt x="124192" y="734958"/>
                  </a:lnTo>
                  <a:lnTo>
                    <a:pt x="124192" y="664199"/>
                  </a:lnTo>
                  <a:lnTo>
                    <a:pt x="921229" y="664199"/>
                  </a:lnTo>
                  <a:cubicBezTo>
                    <a:pt x="951230" y="741778"/>
                    <a:pt x="1038577" y="780330"/>
                    <a:pt x="1116239" y="750398"/>
                  </a:cubicBezTo>
                  <a:cubicBezTo>
                    <a:pt x="1193996" y="720465"/>
                    <a:pt x="1232637" y="633319"/>
                    <a:pt x="1202636" y="555835"/>
                  </a:cubicBezTo>
                  <a:cubicBezTo>
                    <a:pt x="1172634" y="478256"/>
                    <a:pt x="1085288" y="439704"/>
                    <a:pt x="1007625" y="469636"/>
                  </a:cubicBezTo>
                  <a:cubicBezTo>
                    <a:pt x="967940" y="484887"/>
                    <a:pt x="936514" y="516240"/>
                    <a:pt x="921229" y="555835"/>
                  </a:cubicBezTo>
                  <a:lnTo>
                    <a:pt x="125712" y="555835"/>
                  </a:lnTo>
                  <a:lnTo>
                    <a:pt x="125712" y="487634"/>
                  </a:lnTo>
                  <a:lnTo>
                    <a:pt x="828186" y="489149"/>
                  </a:lnTo>
                  <a:cubicBezTo>
                    <a:pt x="842807" y="489244"/>
                    <a:pt x="856858" y="483750"/>
                    <a:pt x="867396" y="473615"/>
                  </a:cubicBezTo>
                  <a:cubicBezTo>
                    <a:pt x="878030" y="463290"/>
                    <a:pt x="884011" y="449271"/>
                    <a:pt x="884011" y="434494"/>
                  </a:cubicBezTo>
                  <a:lnTo>
                    <a:pt x="884011" y="288525"/>
                  </a:lnTo>
                  <a:cubicBezTo>
                    <a:pt x="960344" y="255276"/>
                    <a:pt x="995283" y="166520"/>
                    <a:pt x="961958" y="90362"/>
                  </a:cubicBezTo>
                  <a:cubicBezTo>
                    <a:pt x="928634" y="14205"/>
                    <a:pt x="839673" y="-20654"/>
                    <a:pt x="763340" y="12594"/>
                  </a:cubicBezTo>
                  <a:cubicBezTo>
                    <a:pt x="708369" y="36559"/>
                    <a:pt x="672861" y="90647"/>
                    <a:pt x="672861" y="150512"/>
                  </a:cubicBezTo>
                  <a:close/>
                  <a:moveTo>
                    <a:pt x="871384" y="1078805"/>
                  </a:moveTo>
                  <a:cubicBezTo>
                    <a:pt x="871384" y="1102107"/>
                    <a:pt x="852491" y="1120957"/>
                    <a:pt x="829135" y="1120957"/>
                  </a:cubicBezTo>
                  <a:cubicBezTo>
                    <a:pt x="805779" y="1120957"/>
                    <a:pt x="786886" y="1102107"/>
                    <a:pt x="786886" y="1078805"/>
                  </a:cubicBezTo>
                  <a:cubicBezTo>
                    <a:pt x="786886" y="1055503"/>
                    <a:pt x="805779" y="1036653"/>
                    <a:pt x="829135" y="1036653"/>
                  </a:cubicBezTo>
                  <a:cubicBezTo>
                    <a:pt x="852491" y="1036653"/>
                    <a:pt x="871384" y="1055503"/>
                    <a:pt x="871384" y="1078805"/>
                  </a:cubicBezTo>
                  <a:lnTo>
                    <a:pt x="871384" y="1078805"/>
                  </a:lnTo>
                  <a:close/>
                  <a:moveTo>
                    <a:pt x="1105226" y="608217"/>
                  </a:moveTo>
                  <a:cubicBezTo>
                    <a:pt x="1105226" y="631519"/>
                    <a:pt x="1086332" y="650369"/>
                    <a:pt x="1062977" y="650369"/>
                  </a:cubicBezTo>
                  <a:cubicBezTo>
                    <a:pt x="1039621" y="650369"/>
                    <a:pt x="1020727" y="631519"/>
                    <a:pt x="1020727" y="608217"/>
                  </a:cubicBezTo>
                  <a:cubicBezTo>
                    <a:pt x="1020727" y="584915"/>
                    <a:pt x="1039621" y="566065"/>
                    <a:pt x="1062977" y="566065"/>
                  </a:cubicBezTo>
                  <a:cubicBezTo>
                    <a:pt x="1086237" y="566349"/>
                    <a:pt x="1104941" y="585010"/>
                    <a:pt x="1105226" y="608217"/>
                  </a:cubicBezTo>
                  <a:close/>
                  <a:moveTo>
                    <a:pt x="865877" y="150701"/>
                  </a:moveTo>
                  <a:cubicBezTo>
                    <a:pt x="865877" y="174003"/>
                    <a:pt x="846984" y="192854"/>
                    <a:pt x="823628" y="192854"/>
                  </a:cubicBezTo>
                  <a:cubicBezTo>
                    <a:pt x="800273" y="192854"/>
                    <a:pt x="781379" y="174003"/>
                    <a:pt x="781379" y="150701"/>
                  </a:cubicBezTo>
                  <a:cubicBezTo>
                    <a:pt x="781379" y="127399"/>
                    <a:pt x="800273" y="108549"/>
                    <a:pt x="823628" y="108549"/>
                  </a:cubicBezTo>
                  <a:cubicBezTo>
                    <a:pt x="846984" y="108549"/>
                    <a:pt x="865877" y="127399"/>
                    <a:pt x="865877" y="150701"/>
                  </a:cubicBezTo>
                  <a:lnTo>
                    <a:pt x="865877" y="150701"/>
                  </a:lnTo>
                  <a:close/>
                </a:path>
              </a:pathLst>
            </a:custGeom>
            <a:solidFill>
              <a:srgbClr val="2AB5E8"/>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rgbClr val="252525"/>
                </a:solidFill>
                <a:latin typeface="Calibri"/>
                <a:ea typeface="Calibri"/>
                <a:cs typeface="Calibri"/>
                <a:sym typeface="Calibri"/>
              </a:endParaRPr>
            </a:p>
          </p:txBody>
        </p:sp>
      </p:grpSp>
      <p:grpSp>
        <p:nvGrpSpPr>
          <p:cNvPr id="762" name="Google Shape;762;p76"/>
          <p:cNvGrpSpPr/>
          <p:nvPr/>
        </p:nvGrpSpPr>
        <p:grpSpPr>
          <a:xfrm>
            <a:off x="6268520" y="4825009"/>
            <a:ext cx="596534" cy="630450"/>
            <a:chOff x="4824329" y="2160863"/>
            <a:chExt cx="181737" cy="174863"/>
          </a:xfrm>
        </p:grpSpPr>
        <p:grpSp>
          <p:nvGrpSpPr>
            <p:cNvPr id="763" name="Google Shape;763;p76"/>
            <p:cNvGrpSpPr/>
            <p:nvPr/>
          </p:nvGrpSpPr>
          <p:grpSpPr>
            <a:xfrm>
              <a:off x="4916463" y="2179354"/>
              <a:ext cx="89603" cy="79539"/>
              <a:chOff x="4715175" y="1335218"/>
              <a:chExt cx="349194" cy="309972"/>
            </a:xfrm>
          </p:grpSpPr>
          <p:sp>
            <p:nvSpPr>
              <p:cNvPr id="764" name="Google Shape;764;p76"/>
              <p:cNvSpPr/>
              <p:nvPr/>
            </p:nvSpPr>
            <p:spPr>
              <a:xfrm>
                <a:off x="4715175" y="1335218"/>
                <a:ext cx="121594" cy="309972"/>
              </a:xfrm>
              <a:custGeom>
                <a:rect b="b" l="l" r="r" t="t"/>
                <a:pathLst>
                  <a:path extrusionOk="0" h="309972" w="121594">
                    <a:moveTo>
                      <a:pt x="40101" y="207831"/>
                    </a:moveTo>
                    <a:lnTo>
                      <a:pt x="40101" y="251805"/>
                    </a:lnTo>
                    <a:cubicBezTo>
                      <a:pt x="39890" y="283672"/>
                      <a:pt x="65515" y="309694"/>
                      <a:pt x="97381" y="309973"/>
                    </a:cubicBezTo>
                    <a:lnTo>
                      <a:pt x="107773" y="309973"/>
                    </a:lnTo>
                    <a:cubicBezTo>
                      <a:pt x="116137" y="309207"/>
                      <a:pt x="122295" y="301806"/>
                      <a:pt x="121530" y="293443"/>
                    </a:cubicBezTo>
                    <a:cubicBezTo>
                      <a:pt x="120861" y="286139"/>
                      <a:pt x="115076" y="280354"/>
                      <a:pt x="107773" y="279685"/>
                    </a:cubicBezTo>
                    <a:lnTo>
                      <a:pt x="97381" y="279685"/>
                    </a:lnTo>
                    <a:cubicBezTo>
                      <a:pt x="82223" y="279408"/>
                      <a:pt x="70120" y="266966"/>
                      <a:pt x="70262" y="251805"/>
                    </a:cubicBezTo>
                    <a:lnTo>
                      <a:pt x="70262" y="207831"/>
                    </a:lnTo>
                    <a:cubicBezTo>
                      <a:pt x="70302" y="187607"/>
                      <a:pt x="61619" y="168347"/>
                      <a:pt x="46437" y="154986"/>
                    </a:cubicBezTo>
                    <a:cubicBezTo>
                      <a:pt x="61592" y="141605"/>
                      <a:pt x="70269" y="122358"/>
                      <a:pt x="70262" y="102141"/>
                    </a:cubicBezTo>
                    <a:lnTo>
                      <a:pt x="70262" y="58167"/>
                    </a:lnTo>
                    <a:cubicBezTo>
                      <a:pt x="70120" y="43007"/>
                      <a:pt x="82223" y="30565"/>
                      <a:pt x="97381" y="30288"/>
                    </a:cubicBezTo>
                    <a:lnTo>
                      <a:pt x="107773" y="30288"/>
                    </a:lnTo>
                    <a:cubicBezTo>
                      <a:pt x="116137" y="29522"/>
                      <a:pt x="122295" y="22121"/>
                      <a:pt x="121530" y="13757"/>
                    </a:cubicBezTo>
                    <a:cubicBezTo>
                      <a:pt x="120861" y="6454"/>
                      <a:pt x="115076" y="669"/>
                      <a:pt x="107773" y="0"/>
                    </a:cubicBezTo>
                    <a:lnTo>
                      <a:pt x="97381" y="0"/>
                    </a:lnTo>
                    <a:cubicBezTo>
                      <a:pt x="65515" y="279"/>
                      <a:pt x="39890" y="26301"/>
                      <a:pt x="40101" y="58167"/>
                    </a:cubicBezTo>
                    <a:lnTo>
                      <a:pt x="40101" y="102141"/>
                    </a:lnTo>
                    <a:cubicBezTo>
                      <a:pt x="40160" y="119884"/>
                      <a:pt x="28319" y="135465"/>
                      <a:pt x="11207" y="140159"/>
                    </a:cubicBezTo>
                    <a:cubicBezTo>
                      <a:pt x="3158" y="142301"/>
                      <a:pt x="-1631" y="150561"/>
                      <a:pt x="511" y="158609"/>
                    </a:cubicBezTo>
                    <a:cubicBezTo>
                      <a:pt x="1901" y="163836"/>
                      <a:pt x="5982" y="167916"/>
                      <a:pt x="11207" y="169306"/>
                    </a:cubicBezTo>
                    <a:cubicBezTo>
                      <a:pt x="28503" y="174047"/>
                      <a:pt x="40392" y="189899"/>
                      <a:pt x="40101" y="207831"/>
                    </a:cubicBezTo>
                    <a:close/>
                  </a:path>
                </a:pathLst>
              </a:custGeom>
              <a:solidFill>
                <a:srgbClr val="2AB5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65" name="Google Shape;765;p76"/>
              <p:cNvSpPr/>
              <p:nvPr/>
            </p:nvSpPr>
            <p:spPr>
              <a:xfrm>
                <a:off x="4942775" y="1335218"/>
                <a:ext cx="121594" cy="309972"/>
              </a:xfrm>
              <a:custGeom>
                <a:rect b="b" l="l" r="r" t="t"/>
                <a:pathLst>
                  <a:path extrusionOk="0" h="309972" w="121594">
                    <a:moveTo>
                      <a:pt x="110387" y="140413"/>
                    </a:moveTo>
                    <a:cubicBezTo>
                      <a:pt x="93275" y="135719"/>
                      <a:pt x="81434" y="120138"/>
                      <a:pt x="81494" y="102395"/>
                    </a:cubicBezTo>
                    <a:lnTo>
                      <a:pt x="81494" y="58167"/>
                    </a:lnTo>
                    <a:cubicBezTo>
                      <a:pt x="81704" y="26301"/>
                      <a:pt x="56079" y="279"/>
                      <a:pt x="24213" y="0"/>
                    </a:cubicBezTo>
                    <a:lnTo>
                      <a:pt x="13822" y="0"/>
                    </a:lnTo>
                    <a:cubicBezTo>
                      <a:pt x="5458" y="766"/>
                      <a:pt x="-701" y="8167"/>
                      <a:pt x="64" y="16531"/>
                    </a:cubicBezTo>
                    <a:cubicBezTo>
                      <a:pt x="733" y="23833"/>
                      <a:pt x="6518" y="29619"/>
                      <a:pt x="13822" y="30288"/>
                    </a:cubicBezTo>
                    <a:lnTo>
                      <a:pt x="24213" y="30288"/>
                    </a:lnTo>
                    <a:cubicBezTo>
                      <a:pt x="39372" y="30565"/>
                      <a:pt x="51475" y="43007"/>
                      <a:pt x="51333" y="58167"/>
                    </a:cubicBezTo>
                    <a:lnTo>
                      <a:pt x="51333" y="102141"/>
                    </a:lnTo>
                    <a:cubicBezTo>
                      <a:pt x="51325" y="122358"/>
                      <a:pt x="60002" y="141605"/>
                      <a:pt x="75157" y="154986"/>
                    </a:cubicBezTo>
                    <a:cubicBezTo>
                      <a:pt x="59975" y="168347"/>
                      <a:pt x="51292" y="187607"/>
                      <a:pt x="51333" y="207831"/>
                    </a:cubicBezTo>
                    <a:lnTo>
                      <a:pt x="51333" y="251805"/>
                    </a:lnTo>
                    <a:cubicBezTo>
                      <a:pt x="51475" y="266966"/>
                      <a:pt x="39372" y="279408"/>
                      <a:pt x="24213" y="279685"/>
                    </a:cubicBezTo>
                    <a:lnTo>
                      <a:pt x="13822" y="279685"/>
                    </a:lnTo>
                    <a:cubicBezTo>
                      <a:pt x="5458" y="280451"/>
                      <a:pt x="-701" y="287851"/>
                      <a:pt x="64" y="296215"/>
                    </a:cubicBezTo>
                    <a:cubicBezTo>
                      <a:pt x="733" y="303519"/>
                      <a:pt x="6518" y="309304"/>
                      <a:pt x="13822" y="309973"/>
                    </a:cubicBezTo>
                    <a:lnTo>
                      <a:pt x="24213" y="309973"/>
                    </a:lnTo>
                    <a:cubicBezTo>
                      <a:pt x="56079" y="309694"/>
                      <a:pt x="81704" y="283672"/>
                      <a:pt x="81494" y="251805"/>
                    </a:cubicBezTo>
                    <a:lnTo>
                      <a:pt x="81494" y="207831"/>
                    </a:lnTo>
                    <a:cubicBezTo>
                      <a:pt x="81434" y="190088"/>
                      <a:pt x="93275" y="174507"/>
                      <a:pt x="110387" y="169813"/>
                    </a:cubicBezTo>
                    <a:cubicBezTo>
                      <a:pt x="118436" y="167672"/>
                      <a:pt x="123225" y="159412"/>
                      <a:pt x="121084" y="151363"/>
                    </a:cubicBezTo>
                    <a:cubicBezTo>
                      <a:pt x="119694" y="146137"/>
                      <a:pt x="115612" y="142056"/>
                      <a:pt x="110387" y="140666"/>
                    </a:cubicBezTo>
                    <a:close/>
                  </a:path>
                </a:pathLst>
              </a:custGeom>
              <a:solidFill>
                <a:srgbClr val="2AB5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grpSp>
        <p:grpSp>
          <p:nvGrpSpPr>
            <p:cNvPr id="766" name="Google Shape;766;p76"/>
            <p:cNvGrpSpPr/>
            <p:nvPr/>
          </p:nvGrpSpPr>
          <p:grpSpPr>
            <a:xfrm>
              <a:off x="4866720" y="2236232"/>
              <a:ext cx="89604" cy="99494"/>
              <a:chOff x="3725334" y="-332971"/>
              <a:chExt cx="210141" cy="233279"/>
            </a:xfrm>
          </p:grpSpPr>
          <p:sp>
            <p:nvSpPr>
              <p:cNvPr id="767" name="Google Shape;767;p76"/>
              <p:cNvSpPr/>
              <p:nvPr/>
            </p:nvSpPr>
            <p:spPr>
              <a:xfrm>
                <a:off x="3740257" y="-317941"/>
                <a:ext cx="181760" cy="203090"/>
              </a:xfrm>
              <a:custGeom>
                <a:rect b="b" l="l" r="r" t="t"/>
                <a:pathLst>
                  <a:path extrusionOk="0" h="3249438" w="2908158">
                    <a:moveTo>
                      <a:pt x="1454079" y="0"/>
                    </a:moveTo>
                    <a:cubicBezTo>
                      <a:pt x="652340" y="0"/>
                      <a:pt x="2091" y="274887"/>
                      <a:pt x="0" y="614404"/>
                    </a:cubicBezTo>
                    <a:lnTo>
                      <a:pt x="0" y="614404"/>
                    </a:lnTo>
                    <a:lnTo>
                      <a:pt x="0" y="2616665"/>
                    </a:lnTo>
                    <a:cubicBezTo>
                      <a:pt x="0" y="2972552"/>
                      <a:pt x="650724" y="3249438"/>
                      <a:pt x="1454079" y="3249438"/>
                    </a:cubicBezTo>
                    <a:cubicBezTo>
                      <a:pt x="2257434" y="3249438"/>
                      <a:pt x="2908159" y="2972552"/>
                      <a:pt x="2908159" y="2616665"/>
                    </a:cubicBezTo>
                    <a:lnTo>
                      <a:pt x="2908159" y="614404"/>
                    </a:lnTo>
                    <a:lnTo>
                      <a:pt x="2908159" y="614404"/>
                    </a:lnTo>
                    <a:cubicBezTo>
                      <a:pt x="2906068" y="274887"/>
                      <a:pt x="2255819" y="0"/>
                      <a:pt x="1454079" y="0"/>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68" name="Google Shape;768;p76"/>
              <p:cNvSpPr/>
              <p:nvPr/>
            </p:nvSpPr>
            <p:spPr>
              <a:xfrm>
                <a:off x="3740238" y="-222076"/>
                <a:ext cx="594" cy="595"/>
              </a:xfrm>
              <a:custGeom>
                <a:rect b="b" l="l" r="r" t="t"/>
                <a:pathLst>
                  <a:path extrusionOk="0" h="9518" w="9503">
                    <a:moveTo>
                      <a:pt x="0" y="0"/>
                    </a:moveTo>
                    <a:lnTo>
                      <a:pt x="0" y="0"/>
                    </a:lnTo>
                    <a:close/>
                  </a:path>
                </a:pathLst>
              </a:custGeom>
              <a:solidFill>
                <a:srgbClr val="28B4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69" name="Google Shape;769;p76"/>
              <p:cNvSpPr/>
              <p:nvPr/>
            </p:nvSpPr>
            <p:spPr>
              <a:xfrm>
                <a:off x="3725334" y="-291812"/>
                <a:ext cx="210141" cy="192120"/>
              </a:xfrm>
              <a:custGeom>
                <a:rect b="b" l="l" r="r" t="t"/>
                <a:pathLst>
                  <a:path extrusionOk="0" h="3073921" w="3362249">
                    <a:moveTo>
                      <a:pt x="1681030" y="3073922"/>
                    </a:moveTo>
                    <a:cubicBezTo>
                      <a:pt x="1249748" y="3073922"/>
                      <a:pt x="843841" y="3001107"/>
                      <a:pt x="538009" y="2868994"/>
                    </a:cubicBezTo>
                    <a:cubicBezTo>
                      <a:pt x="191216" y="2719176"/>
                      <a:pt x="0" y="2502636"/>
                      <a:pt x="0" y="2259444"/>
                    </a:cubicBezTo>
                    <a:lnTo>
                      <a:pt x="0" y="147723"/>
                    </a:lnTo>
                    <a:cubicBezTo>
                      <a:pt x="0" y="66247"/>
                      <a:pt x="65952" y="190"/>
                      <a:pt x="147309" y="190"/>
                    </a:cubicBezTo>
                    <a:cubicBezTo>
                      <a:pt x="228665" y="190"/>
                      <a:pt x="294617" y="66247"/>
                      <a:pt x="294617" y="147723"/>
                    </a:cubicBezTo>
                    <a:lnTo>
                      <a:pt x="294617" y="2259159"/>
                    </a:lnTo>
                    <a:cubicBezTo>
                      <a:pt x="294617" y="2373949"/>
                      <a:pt x="429191" y="2500637"/>
                      <a:pt x="654716" y="2598009"/>
                    </a:cubicBezTo>
                    <a:cubicBezTo>
                      <a:pt x="924528" y="2714608"/>
                      <a:pt x="1288999" y="2778856"/>
                      <a:pt x="1681125" y="2778856"/>
                    </a:cubicBezTo>
                    <a:cubicBezTo>
                      <a:pt x="2073251" y="2778856"/>
                      <a:pt x="2437626" y="2714608"/>
                      <a:pt x="2707534" y="2598009"/>
                    </a:cubicBezTo>
                    <a:cubicBezTo>
                      <a:pt x="2933059" y="2500637"/>
                      <a:pt x="3067632" y="2373949"/>
                      <a:pt x="3067632" y="2259159"/>
                    </a:cubicBezTo>
                    <a:lnTo>
                      <a:pt x="3067632" y="147533"/>
                    </a:lnTo>
                    <a:cubicBezTo>
                      <a:pt x="3067632" y="66057"/>
                      <a:pt x="3133589" y="0"/>
                      <a:pt x="3214941" y="0"/>
                    </a:cubicBezTo>
                    <a:cubicBezTo>
                      <a:pt x="3296293" y="0"/>
                      <a:pt x="3362250" y="66057"/>
                      <a:pt x="3362250" y="147533"/>
                    </a:cubicBezTo>
                    <a:lnTo>
                      <a:pt x="3362250" y="2259159"/>
                    </a:lnTo>
                    <a:cubicBezTo>
                      <a:pt x="3362250" y="2502541"/>
                      <a:pt x="3171223" y="2719081"/>
                      <a:pt x="2824240" y="2868994"/>
                    </a:cubicBezTo>
                    <a:cubicBezTo>
                      <a:pt x="2518503" y="3001107"/>
                      <a:pt x="2112217" y="3073922"/>
                      <a:pt x="1681030" y="3073922"/>
                    </a:cubicBezTo>
                    <a:close/>
                  </a:path>
                </a:pathLst>
              </a:custGeom>
              <a:solidFill>
                <a:srgbClr val="28B4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70" name="Google Shape;770;p76"/>
              <p:cNvSpPr/>
              <p:nvPr/>
            </p:nvSpPr>
            <p:spPr>
              <a:xfrm>
                <a:off x="3725334" y="-198566"/>
                <a:ext cx="210129" cy="55961"/>
              </a:xfrm>
              <a:custGeom>
                <a:rect b="b" l="l" r="r" t="t"/>
                <a:pathLst>
                  <a:path extrusionOk="0" h="895382" w="3362059">
                    <a:moveTo>
                      <a:pt x="1681030" y="895383"/>
                    </a:moveTo>
                    <a:cubicBezTo>
                      <a:pt x="1253359" y="895383"/>
                      <a:pt x="848783" y="829516"/>
                      <a:pt x="542761" y="709777"/>
                    </a:cubicBezTo>
                    <a:cubicBezTo>
                      <a:pt x="192737" y="572904"/>
                      <a:pt x="0" y="373211"/>
                      <a:pt x="0" y="147533"/>
                    </a:cubicBezTo>
                    <a:cubicBezTo>
                      <a:pt x="0" y="66057"/>
                      <a:pt x="65952" y="0"/>
                      <a:pt x="147309" y="0"/>
                    </a:cubicBezTo>
                    <a:cubicBezTo>
                      <a:pt x="228665" y="0"/>
                      <a:pt x="294617" y="66057"/>
                      <a:pt x="294617" y="147533"/>
                    </a:cubicBezTo>
                    <a:cubicBezTo>
                      <a:pt x="294617" y="237671"/>
                      <a:pt x="434038" y="350462"/>
                      <a:pt x="649869" y="434889"/>
                    </a:cubicBezTo>
                    <a:cubicBezTo>
                      <a:pt x="922628" y="541589"/>
                      <a:pt x="1288809" y="600317"/>
                      <a:pt x="1681030" y="600317"/>
                    </a:cubicBezTo>
                    <a:cubicBezTo>
                      <a:pt x="2073251" y="600317"/>
                      <a:pt x="2439432" y="541589"/>
                      <a:pt x="2712096" y="434889"/>
                    </a:cubicBezTo>
                    <a:cubicBezTo>
                      <a:pt x="2927926" y="350462"/>
                      <a:pt x="3067442" y="237671"/>
                      <a:pt x="3067442" y="147533"/>
                    </a:cubicBezTo>
                    <a:cubicBezTo>
                      <a:pt x="3067442" y="66057"/>
                      <a:pt x="3133399" y="0"/>
                      <a:pt x="3214751" y="0"/>
                    </a:cubicBezTo>
                    <a:cubicBezTo>
                      <a:pt x="3296103" y="0"/>
                      <a:pt x="3362060" y="66057"/>
                      <a:pt x="3362060" y="147533"/>
                    </a:cubicBezTo>
                    <a:cubicBezTo>
                      <a:pt x="3362060" y="373211"/>
                      <a:pt x="3169323" y="572904"/>
                      <a:pt x="2819298" y="709777"/>
                    </a:cubicBezTo>
                    <a:cubicBezTo>
                      <a:pt x="2513276" y="829516"/>
                      <a:pt x="2108985" y="895383"/>
                      <a:pt x="1681030" y="895383"/>
                    </a:cubicBezTo>
                    <a:close/>
                  </a:path>
                </a:pathLst>
              </a:custGeom>
              <a:solidFill>
                <a:srgbClr val="28B4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71" name="Google Shape;771;p76"/>
              <p:cNvSpPr/>
              <p:nvPr/>
            </p:nvSpPr>
            <p:spPr>
              <a:xfrm>
                <a:off x="3725334" y="-243735"/>
                <a:ext cx="210129" cy="55366"/>
              </a:xfrm>
              <a:custGeom>
                <a:rect b="b" l="l" r="r" t="t"/>
                <a:pathLst>
                  <a:path extrusionOk="0" h="885864" w="3362059">
                    <a:moveTo>
                      <a:pt x="1681030" y="885864"/>
                    </a:moveTo>
                    <a:cubicBezTo>
                      <a:pt x="845837" y="885864"/>
                      <a:pt x="0" y="632298"/>
                      <a:pt x="0" y="147533"/>
                    </a:cubicBezTo>
                    <a:cubicBezTo>
                      <a:pt x="0" y="66057"/>
                      <a:pt x="65952" y="0"/>
                      <a:pt x="147309" y="0"/>
                    </a:cubicBezTo>
                    <a:cubicBezTo>
                      <a:pt x="228665" y="0"/>
                      <a:pt x="294617" y="66057"/>
                      <a:pt x="294617" y="147533"/>
                    </a:cubicBezTo>
                    <a:cubicBezTo>
                      <a:pt x="294617" y="328380"/>
                      <a:pt x="834718" y="590798"/>
                      <a:pt x="1681030" y="590798"/>
                    </a:cubicBezTo>
                    <a:cubicBezTo>
                      <a:pt x="2527342" y="590798"/>
                      <a:pt x="3067442" y="328285"/>
                      <a:pt x="3067442" y="147533"/>
                    </a:cubicBezTo>
                    <a:cubicBezTo>
                      <a:pt x="3067442" y="66057"/>
                      <a:pt x="3133399" y="0"/>
                      <a:pt x="3214751" y="0"/>
                    </a:cubicBezTo>
                    <a:cubicBezTo>
                      <a:pt x="3296103" y="0"/>
                      <a:pt x="3362060" y="66057"/>
                      <a:pt x="3362060" y="147533"/>
                    </a:cubicBezTo>
                    <a:cubicBezTo>
                      <a:pt x="3362060" y="632298"/>
                      <a:pt x="2516413" y="885864"/>
                      <a:pt x="1681030" y="885864"/>
                    </a:cubicBezTo>
                    <a:close/>
                  </a:path>
                </a:pathLst>
              </a:custGeom>
              <a:solidFill>
                <a:srgbClr val="28B4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72" name="Google Shape;772;p76"/>
              <p:cNvSpPr/>
              <p:nvPr/>
            </p:nvSpPr>
            <p:spPr>
              <a:xfrm>
                <a:off x="3725334" y="-332971"/>
                <a:ext cx="210111" cy="99674"/>
              </a:xfrm>
              <a:custGeom>
                <a:rect b="b" l="l" r="r" t="t"/>
                <a:pathLst>
                  <a:path extrusionOk="0" h="1594784" w="3361774">
                    <a:moveTo>
                      <a:pt x="1681030" y="1594784"/>
                    </a:moveTo>
                    <a:cubicBezTo>
                      <a:pt x="1252124" y="1594784"/>
                      <a:pt x="846597" y="1523017"/>
                      <a:pt x="539150" y="1392807"/>
                    </a:cubicBezTo>
                    <a:cubicBezTo>
                      <a:pt x="191501" y="1245464"/>
                      <a:pt x="0" y="1034064"/>
                      <a:pt x="0" y="797440"/>
                    </a:cubicBezTo>
                    <a:cubicBezTo>
                      <a:pt x="0" y="560816"/>
                      <a:pt x="191501" y="349320"/>
                      <a:pt x="539150" y="201977"/>
                    </a:cubicBezTo>
                    <a:cubicBezTo>
                      <a:pt x="846597" y="71387"/>
                      <a:pt x="1252124" y="0"/>
                      <a:pt x="1681030" y="0"/>
                    </a:cubicBezTo>
                    <a:cubicBezTo>
                      <a:pt x="2109936" y="0"/>
                      <a:pt x="2515462" y="71387"/>
                      <a:pt x="2822625" y="201977"/>
                    </a:cubicBezTo>
                    <a:cubicBezTo>
                      <a:pt x="3170273" y="349320"/>
                      <a:pt x="3361775" y="560721"/>
                      <a:pt x="3361775" y="797440"/>
                    </a:cubicBezTo>
                    <a:cubicBezTo>
                      <a:pt x="3361775" y="1034159"/>
                      <a:pt x="3170558" y="1245464"/>
                      <a:pt x="2822625" y="1392807"/>
                    </a:cubicBezTo>
                    <a:cubicBezTo>
                      <a:pt x="2515462" y="1523017"/>
                      <a:pt x="2109841" y="1594784"/>
                      <a:pt x="1681030" y="1594784"/>
                    </a:cubicBezTo>
                    <a:close/>
                    <a:moveTo>
                      <a:pt x="1681030" y="295066"/>
                    </a:moveTo>
                    <a:cubicBezTo>
                      <a:pt x="1290614" y="295066"/>
                      <a:pt x="925859" y="358553"/>
                      <a:pt x="653956" y="473724"/>
                    </a:cubicBezTo>
                    <a:cubicBezTo>
                      <a:pt x="432327" y="567669"/>
                      <a:pt x="294617" y="691692"/>
                      <a:pt x="294617" y="797345"/>
                    </a:cubicBezTo>
                    <a:cubicBezTo>
                      <a:pt x="294617" y="902997"/>
                      <a:pt x="432327" y="1027020"/>
                      <a:pt x="653956" y="1120965"/>
                    </a:cubicBezTo>
                    <a:cubicBezTo>
                      <a:pt x="925859" y="1236136"/>
                      <a:pt x="1290709" y="1299623"/>
                      <a:pt x="1681030" y="1299623"/>
                    </a:cubicBezTo>
                    <a:cubicBezTo>
                      <a:pt x="2071350" y="1299623"/>
                      <a:pt x="2436201" y="1236136"/>
                      <a:pt x="2708104" y="1120965"/>
                    </a:cubicBezTo>
                    <a:cubicBezTo>
                      <a:pt x="2929732" y="1027020"/>
                      <a:pt x="3067442" y="902997"/>
                      <a:pt x="3067442" y="797345"/>
                    </a:cubicBezTo>
                    <a:cubicBezTo>
                      <a:pt x="3067442" y="691692"/>
                      <a:pt x="2929732" y="567574"/>
                      <a:pt x="2708104" y="473724"/>
                    </a:cubicBezTo>
                    <a:cubicBezTo>
                      <a:pt x="2436201" y="358553"/>
                      <a:pt x="2071825" y="295066"/>
                      <a:pt x="1681030" y="295066"/>
                    </a:cubicBezTo>
                    <a:close/>
                  </a:path>
                </a:pathLst>
              </a:custGeom>
              <a:solidFill>
                <a:srgbClr val="28B4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73" name="Google Shape;773;p76"/>
              <p:cNvSpPr/>
              <p:nvPr/>
            </p:nvSpPr>
            <p:spPr>
              <a:xfrm>
                <a:off x="3773468" y="-304162"/>
                <a:ext cx="120800" cy="45222"/>
              </a:xfrm>
              <a:custGeom>
                <a:rect b="b" l="l" r="r" t="t"/>
                <a:pathLst>
                  <a:path extrusionOk="0" h="47981" w="127158">
                    <a:moveTo>
                      <a:pt x="111614" y="40650"/>
                    </a:moveTo>
                    <a:cubicBezTo>
                      <a:pt x="108342" y="42199"/>
                      <a:pt x="104632" y="42592"/>
                      <a:pt x="101101" y="41763"/>
                    </a:cubicBezTo>
                    <a:lnTo>
                      <a:pt x="86082" y="38515"/>
                    </a:lnTo>
                    <a:lnTo>
                      <a:pt x="86082" y="45012"/>
                    </a:lnTo>
                    <a:cubicBezTo>
                      <a:pt x="86082" y="46497"/>
                      <a:pt x="82515" y="47982"/>
                      <a:pt x="78009" y="47982"/>
                    </a:cubicBezTo>
                    <a:cubicBezTo>
                      <a:pt x="73503" y="47982"/>
                      <a:pt x="69936" y="46682"/>
                      <a:pt x="69936" y="45012"/>
                    </a:cubicBezTo>
                    <a:lnTo>
                      <a:pt x="69936" y="33318"/>
                    </a:lnTo>
                    <a:cubicBezTo>
                      <a:pt x="69936" y="31740"/>
                      <a:pt x="73034" y="30441"/>
                      <a:pt x="77540" y="30255"/>
                    </a:cubicBezTo>
                    <a:cubicBezTo>
                      <a:pt x="79040" y="30163"/>
                      <a:pt x="80546" y="30163"/>
                      <a:pt x="82046" y="30255"/>
                    </a:cubicBezTo>
                    <a:lnTo>
                      <a:pt x="108611" y="36102"/>
                    </a:lnTo>
                    <a:cubicBezTo>
                      <a:pt x="112929" y="37402"/>
                      <a:pt x="114149" y="39165"/>
                      <a:pt x="111614" y="40650"/>
                    </a:cubicBezTo>
                    <a:close/>
                    <a:moveTo>
                      <a:pt x="68998" y="23852"/>
                    </a:moveTo>
                    <a:cubicBezTo>
                      <a:pt x="68998" y="23852"/>
                      <a:pt x="68434" y="23852"/>
                      <a:pt x="67965" y="24408"/>
                    </a:cubicBezTo>
                    <a:lnTo>
                      <a:pt x="64961" y="25708"/>
                    </a:lnTo>
                    <a:lnTo>
                      <a:pt x="63459" y="25708"/>
                    </a:lnTo>
                    <a:lnTo>
                      <a:pt x="61957" y="25708"/>
                    </a:lnTo>
                    <a:lnTo>
                      <a:pt x="58954" y="24408"/>
                    </a:lnTo>
                    <a:cubicBezTo>
                      <a:pt x="58484" y="24408"/>
                      <a:pt x="58484" y="24408"/>
                      <a:pt x="58484" y="23852"/>
                    </a:cubicBezTo>
                    <a:cubicBezTo>
                      <a:pt x="58484" y="23295"/>
                      <a:pt x="58484" y="23852"/>
                      <a:pt x="58954" y="23295"/>
                    </a:cubicBezTo>
                    <a:lnTo>
                      <a:pt x="61957" y="22181"/>
                    </a:lnTo>
                    <a:cubicBezTo>
                      <a:pt x="62943" y="21934"/>
                      <a:pt x="63976" y="21934"/>
                      <a:pt x="64961" y="22181"/>
                    </a:cubicBezTo>
                    <a:lnTo>
                      <a:pt x="67965" y="23295"/>
                    </a:lnTo>
                    <a:cubicBezTo>
                      <a:pt x="67965" y="23295"/>
                      <a:pt x="68998" y="23666"/>
                      <a:pt x="68998" y="23852"/>
                    </a:cubicBezTo>
                    <a:close/>
                    <a:moveTo>
                      <a:pt x="78385" y="24594"/>
                    </a:moveTo>
                    <a:lnTo>
                      <a:pt x="78385" y="23295"/>
                    </a:lnTo>
                    <a:cubicBezTo>
                      <a:pt x="78385" y="23295"/>
                      <a:pt x="77915" y="23295"/>
                      <a:pt x="77915" y="22738"/>
                    </a:cubicBezTo>
                    <a:lnTo>
                      <a:pt x="66369" y="18562"/>
                    </a:lnTo>
                    <a:lnTo>
                      <a:pt x="65337" y="18562"/>
                    </a:lnTo>
                    <a:lnTo>
                      <a:pt x="61864" y="18562"/>
                    </a:lnTo>
                    <a:cubicBezTo>
                      <a:pt x="61367" y="18471"/>
                      <a:pt x="60858" y="18471"/>
                      <a:pt x="60362" y="18562"/>
                    </a:cubicBezTo>
                    <a:lnTo>
                      <a:pt x="49285" y="22738"/>
                    </a:lnTo>
                    <a:cubicBezTo>
                      <a:pt x="48816" y="22738"/>
                      <a:pt x="48816" y="22738"/>
                      <a:pt x="48816" y="23295"/>
                    </a:cubicBezTo>
                    <a:lnTo>
                      <a:pt x="48816" y="24594"/>
                    </a:lnTo>
                    <a:cubicBezTo>
                      <a:pt x="48816" y="24594"/>
                      <a:pt x="48816" y="24594"/>
                      <a:pt x="49285" y="25151"/>
                    </a:cubicBezTo>
                    <a:lnTo>
                      <a:pt x="60362" y="29327"/>
                    </a:lnTo>
                    <a:lnTo>
                      <a:pt x="61864" y="29327"/>
                    </a:lnTo>
                    <a:lnTo>
                      <a:pt x="65337" y="29327"/>
                    </a:lnTo>
                    <a:lnTo>
                      <a:pt x="66369" y="29327"/>
                    </a:lnTo>
                    <a:lnTo>
                      <a:pt x="77915" y="25151"/>
                    </a:lnTo>
                    <a:cubicBezTo>
                      <a:pt x="77915" y="25151"/>
                      <a:pt x="78479" y="24780"/>
                      <a:pt x="78479" y="24594"/>
                    </a:cubicBezTo>
                    <a:close/>
                    <a:moveTo>
                      <a:pt x="38772" y="26636"/>
                    </a:moveTo>
                    <a:lnTo>
                      <a:pt x="11643" y="32483"/>
                    </a:lnTo>
                    <a:cubicBezTo>
                      <a:pt x="8138" y="33194"/>
                      <a:pt x="4495" y="32804"/>
                      <a:pt x="1224" y="31369"/>
                    </a:cubicBezTo>
                    <a:cubicBezTo>
                      <a:pt x="-1311" y="29884"/>
                      <a:pt x="285" y="28028"/>
                      <a:pt x="4228" y="27285"/>
                    </a:cubicBezTo>
                    <a:lnTo>
                      <a:pt x="19059" y="24037"/>
                    </a:lnTo>
                    <a:lnTo>
                      <a:pt x="4228" y="20789"/>
                    </a:lnTo>
                    <a:cubicBezTo>
                      <a:pt x="285" y="19861"/>
                      <a:pt x="-1311" y="18005"/>
                      <a:pt x="1224" y="16520"/>
                    </a:cubicBezTo>
                    <a:cubicBezTo>
                      <a:pt x="4523" y="15065"/>
                      <a:pt x="8202" y="14675"/>
                      <a:pt x="11737" y="15406"/>
                    </a:cubicBezTo>
                    <a:lnTo>
                      <a:pt x="38866" y="21531"/>
                    </a:lnTo>
                    <a:cubicBezTo>
                      <a:pt x="40233" y="21650"/>
                      <a:pt x="41490" y="22322"/>
                      <a:pt x="42339" y="23388"/>
                    </a:cubicBezTo>
                    <a:cubicBezTo>
                      <a:pt x="42698" y="23435"/>
                      <a:pt x="42952" y="23761"/>
                      <a:pt x="42904" y="24117"/>
                    </a:cubicBezTo>
                    <a:cubicBezTo>
                      <a:pt x="42903" y="24121"/>
                      <a:pt x="42903" y="24126"/>
                      <a:pt x="42902" y="24130"/>
                    </a:cubicBezTo>
                    <a:cubicBezTo>
                      <a:pt x="42902" y="24130"/>
                      <a:pt x="42902" y="24687"/>
                      <a:pt x="42339" y="25058"/>
                    </a:cubicBezTo>
                    <a:cubicBezTo>
                      <a:pt x="41776" y="25429"/>
                      <a:pt x="40837" y="26079"/>
                      <a:pt x="38866" y="26636"/>
                    </a:cubicBezTo>
                    <a:close/>
                    <a:moveTo>
                      <a:pt x="57546" y="33132"/>
                    </a:moveTo>
                    <a:lnTo>
                      <a:pt x="57546" y="44826"/>
                    </a:lnTo>
                    <a:cubicBezTo>
                      <a:pt x="57546" y="46497"/>
                      <a:pt x="53509" y="47796"/>
                      <a:pt x="49473" y="47796"/>
                    </a:cubicBezTo>
                    <a:cubicBezTo>
                      <a:pt x="45436" y="47796"/>
                      <a:pt x="41494" y="46497"/>
                      <a:pt x="41494" y="44826"/>
                    </a:cubicBezTo>
                    <a:lnTo>
                      <a:pt x="41494" y="38330"/>
                    </a:lnTo>
                    <a:lnTo>
                      <a:pt x="26381" y="41578"/>
                    </a:lnTo>
                    <a:cubicBezTo>
                      <a:pt x="22629" y="42437"/>
                      <a:pt x="18689" y="41908"/>
                      <a:pt x="15304" y="40093"/>
                    </a:cubicBezTo>
                    <a:cubicBezTo>
                      <a:pt x="13239" y="38794"/>
                      <a:pt x="14272" y="37030"/>
                      <a:pt x="18308" y="36102"/>
                    </a:cubicBezTo>
                    <a:lnTo>
                      <a:pt x="45436" y="30812"/>
                    </a:lnTo>
                    <a:cubicBezTo>
                      <a:pt x="46936" y="30696"/>
                      <a:pt x="48442" y="30696"/>
                      <a:pt x="49942" y="30812"/>
                    </a:cubicBezTo>
                    <a:cubicBezTo>
                      <a:pt x="53885" y="30812"/>
                      <a:pt x="56607" y="31740"/>
                      <a:pt x="57452" y="33132"/>
                    </a:cubicBezTo>
                    <a:close/>
                    <a:moveTo>
                      <a:pt x="70030" y="14571"/>
                    </a:moveTo>
                    <a:lnTo>
                      <a:pt x="70030" y="2970"/>
                    </a:lnTo>
                    <a:cubicBezTo>
                      <a:pt x="70030" y="1299"/>
                      <a:pt x="73597" y="0"/>
                      <a:pt x="78103" y="0"/>
                    </a:cubicBezTo>
                    <a:cubicBezTo>
                      <a:pt x="82609" y="0"/>
                      <a:pt x="86176" y="1299"/>
                      <a:pt x="86176" y="2970"/>
                    </a:cubicBezTo>
                    <a:lnTo>
                      <a:pt x="86176" y="9466"/>
                    </a:lnTo>
                    <a:lnTo>
                      <a:pt x="101195" y="6125"/>
                    </a:lnTo>
                    <a:cubicBezTo>
                      <a:pt x="104730" y="5388"/>
                      <a:pt x="108411" y="5778"/>
                      <a:pt x="111708" y="7239"/>
                    </a:cubicBezTo>
                    <a:cubicBezTo>
                      <a:pt x="114243" y="8724"/>
                      <a:pt x="112741" y="10487"/>
                      <a:pt x="108705" y="11415"/>
                    </a:cubicBezTo>
                    <a:lnTo>
                      <a:pt x="82139" y="17262"/>
                    </a:lnTo>
                    <a:cubicBezTo>
                      <a:pt x="80639" y="17354"/>
                      <a:pt x="79134" y="17354"/>
                      <a:pt x="77634" y="17262"/>
                    </a:cubicBezTo>
                    <a:cubicBezTo>
                      <a:pt x="73034" y="17448"/>
                      <a:pt x="69936" y="16149"/>
                      <a:pt x="69936" y="14571"/>
                    </a:cubicBezTo>
                    <a:close/>
                    <a:moveTo>
                      <a:pt x="15304" y="7239"/>
                    </a:moveTo>
                    <a:cubicBezTo>
                      <a:pt x="18736" y="5662"/>
                      <a:pt x="22603" y="5270"/>
                      <a:pt x="26287" y="6125"/>
                    </a:cubicBezTo>
                    <a:lnTo>
                      <a:pt x="41400" y="9466"/>
                    </a:lnTo>
                    <a:lnTo>
                      <a:pt x="41400" y="2970"/>
                    </a:lnTo>
                    <a:cubicBezTo>
                      <a:pt x="41400" y="1299"/>
                      <a:pt x="44873" y="0"/>
                      <a:pt x="49379" y="0"/>
                    </a:cubicBezTo>
                    <a:cubicBezTo>
                      <a:pt x="53885" y="0"/>
                      <a:pt x="56889" y="1299"/>
                      <a:pt x="56889" y="2970"/>
                    </a:cubicBezTo>
                    <a:lnTo>
                      <a:pt x="56889" y="14571"/>
                    </a:lnTo>
                    <a:cubicBezTo>
                      <a:pt x="56889" y="16149"/>
                      <a:pt x="53885" y="17448"/>
                      <a:pt x="49942" y="17448"/>
                    </a:cubicBezTo>
                    <a:cubicBezTo>
                      <a:pt x="48453" y="17724"/>
                      <a:pt x="46925" y="17724"/>
                      <a:pt x="45436" y="17448"/>
                    </a:cubicBezTo>
                    <a:lnTo>
                      <a:pt x="18308" y="11230"/>
                    </a:lnTo>
                    <a:cubicBezTo>
                      <a:pt x="14272" y="10487"/>
                      <a:pt x="13239" y="8724"/>
                      <a:pt x="15304" y="7239"/>
                    </a:cubicBezTo>
                    <a:close/>
                    <a:moveTo>
                      <a:pt x="123160" y="20603"/>
                    </a:moveTo>
                    <a:lnTo>
                      <a:pt x="108141" y="23852"/>
                    </a:lnTo>
                    <a:lnTo>
                      <a:pt x="123160" y="27100"/>
                    </a:lnTo>
                    <a:cubicBezTo>
                      <a:pt x="127197" y="28028"/>
                      <a:pt x="128136" y="29884"/>
                      <a:pt x="126164" y="31369"/>
                    </a:cubicBezTo>
                    <a:cubicBezTo>
                      <a:pt x="122686" y="32772"/>
                      <a:pt x="118874" y="33159"/>
                      <a:pt x="115182" y="32483"/>
                    </a:cubicBezTo>
                    <a:lnTo>
                      <a:pt x="88053" y="26636"/>
                    </a:lnTo>
                    <a:cubicBezTo>
                      <a:pt x="86742" y="26280"/>
                      <a:pt x="85525" y="25646"/>
                      <a:pt x="84486" y="24780"/>
                    </a:cubicBezTo>
                    <a:cubicBezTo>
                      <a:pt x="84486" y="24780"/>
                      <a:pt x="84017" y="24223"/>
                      <a:pt x="84017" y="23852"/>
                    </a:cubicBezTo>
                    <a:cubicBezTo>
                      <a:pt x="84017" y="23480"/>
                      <a:pt x="84486" y="23295"/>
                      <a:pt x="84486" y="23109"/>
                    </a:cubicBezTo>
                    <a:cubicBezTo>
                      <a:pt x="85525" y="22242"/>
                      <a:pt x="86742" y="21609"/>
                      <a:pt x="88053" y="21253"/>
                    </a:cubicBezTo>
                    <a:lnTo>
                      <a:pt x="115182" y="15406"/>
                    </a:lnTo>
                    <a:cubicBezTo>
                      <a:pt x="118891" y="14739"/>
                      <a:pt x="122718" y="15192"/>
                      <a:pt x="126164" y="16705"/>
                    </a:cubicBezTo>
                    <a:cubicBezTo>
                      <a:pt x="128136" y="18005"/>
                      <a:pt x="127197" y="19861"/>
                      <a:pt x="123160" y="20603"/>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grpSp>
        <p:pic>
          <p:nvPicPr>
            <p:cNvPr id="774" name="Google Shape;774;p76"/>
            <p:cNvPicPr preferRelativeResize="0"/>
            <p:nvPr/>
          </p:nvPicPr>
          <p:blipFill rotWithShape="1">
            <a:blip r:embed="rId5">
              <a:alphaModFix/>
            </a:blip>
            <a:srcRect b="0" l="23095" r="0" t="0"/>
            <a:stretch/>
          </p:blipFill>
          <p:spPr>
            <a:xfrm>
              <a:off x="4824329" y="2160863"/>
              <a:ext cx="107764" cy="117192"/>
            </a:xfrm>
            <a:prstGeom prst="rect">
              <a:avLst/>
            </a:prstGeom>
            <a:noFill/>
            <a:ln>
              <a:noFill/>
            </a:ln>
          </p:spPr>
        </p:pic>
      </p:grpSp>
      <p:sp>
        <p:nvSpPr>
          <p:cNvPr id="775" name="Google Shape;775;p76"/>
          <p:cNvSpPr txBox="1"/>
          <p:nvPr/>
        </p:nvSpPr>
        <p:spPr>
          <a:xfrm>
            <a:off x="6985800" y="4890550"/>
            <a:ext cx="21546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US" sz="1800">
                <a:solidFill>
                  <a:srgbClr val="262626"/>
                </a:solidFill>
              </a:rPr>
              <a:t>AI Functions, stored procedures &amp; UDFs</a:t>
            </a:r>
            <a:endParaRPr sz="1800">
              <a:solidFill>
                <a:srgbClr val="262626"/>
              </a:solidFill>
            </a:endParaRPr>
          </a:p>
        </p:txBody>
      </p:sp>
      <p:sp>
        <p:nvSpPr>
          <p:cNvPr id="776" name="Google Shape;776;p76"/>
          <p:cNvSpPr txBox="1"/>
          <p:nvPr/>
        </p:nvSpPr>
        <p:spPr>
          <a:xfrm>
            <a:off x="6963775" y="3282452"/>
            <a:ext cx="17352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Tasks &amp; </a:t>
            </a:r>
            <a:br>
              <a:rPr lang="en-US" sz="1800">
                <a:solidFill>
                  <a:srgbClr val="262626"/>
                </a:solidFill>
              </a:rPr>
            </a:br>
            <a:r>
              <a:rPr lang="en-US" sz="1800">
                <a:solidFill>
                  <a:srgbClr val="262626"/>
                </a:solidFill>
              </a:rPr>
              <a:t>Serverless Tasks</a:t>
            </a:r>
            <a:endParaRPr sz="1800">
              <a:solidFill>
                <a:srgbClr val="262626"/>
              </a:solidFill>
            </a:endParaRPr>
          </a:p>
        </p:txBody>
      </p:sp>
      <p:sp>
        <p:nvSpPr>
          <p:cNvPr id="777" name="Google Shape;777;p76"/>
          <p:cNvSpPr/>
          <p:nvPr/>
        </p:nvSpPr>
        <p:spPr>
          <a:xfrm>
            <a:off x="6311322" y="3398503"/>
            <a:ext cx="423651" cy="417006"/>
          </a:xfrm>
          <a:custGeom>
            <a:rect b="b" l="l" r="r" t="t"/>
            <a:pathLst>
              <a:path extrusionOk="0" h="286602" w="293184">
                <a:moveTo>
                  <a:pt x="256597" y="192623"/>
                </a:moveTo>
                <a:lnTo>
                  <a:pt x="256597" y="139976"/>
                </a:lnTo>
                <a:cubicBezTo>
                  <a:pt x="256597" y="133753"/>
                  <a:pt x="251552" y="128708"/>
                  <a:pt x="245329" y="128708"/>
                </a:cubicBezTo>
                <a:lnTo>
                  <a:pt x="157768" y="128708"/>
                </a:lnTo>
                <a:lnTo>
                  <a:pt x="157768" y="93979"/>
                </a:lnTo>
                <a:cubicBezTo>
                  <a:pt x="183344" y="87756"/>
                  <a:pt x="199032" y="61978"/>
                  <a:pt x="192808" y="36402"/>
                </a:cubicBezTo>
                <a:cubicBezTo>
                  <a:pt x="186585" y="10827"/>
                  <a:pt x="160807" y="-4861"/>
                  <a:pt x="135231" y="1362"/>
                </a:cubicBezTo>
                <a:cubicBezTo>
                  <a:pt x="109656" y="7586"/>
                  <a:pt x="93968" y="33364"/>
                  <a:pt x="100191" y="58939"/>
                </a:cubicBezTo>
                <a:cubicBezTo>
                  <a:pt x="104404" y="76250"/>
                  <a:pt x="117920" y="89766"/>
                  <a:pt x="135231" y="93979"/>
                </a:cubicBezTo>
                <a:lnTo>
                  <a:pt x="135231" y="128708"/>
                </a:lnTo>
                <a:lnTo>
                  <a:pt x="47671" y="128708"/>
                </a:lnTo>
                <a:cubicBezTo>
                  <a:pt x="41447" y="128708"/>
                  <a:pt x="36402" y="133753"/>
                  <a:pt x="36402" y="139976"/>
                </a:cubicBezTo>
                <a:lnTo>
                  <a:pt x="36402" y="192623"/>
                </a:lnTo>
                <a:cubicBezTo>
                  <a:pt x="10827" y="198847"/>
                  <a:pt x="-4861" y="224625"/>
                  <a:pt x="1362" y="250200"/>
                </a:cubicBezTo>
                <a:cubicBezTo>
                  <a:pt x="7586" y="275776"/>
                  <a:pt x="33364" y="291464"/>
                  <a:pt x="58939" y="285240"/>
                </a:cubicBezTo>
                <a:cubicBezTo>
                  <a:pt x="84514" y="279017"/>
                  <a:pt x="100203" y="253239"/>
                  <a:pt x="93979" y="227663"/>
                </a:cubicBezTo>
                <a:cubicBezTo>
                  <a:pt x="89766" y="210352"/>
                  <a:pt x="76250" y="196836"/>
                  <a:pt x="58939" y="192623"/>
                </a:cubicBezTo>
                <a:lnTo>
                  <a:pt x="58939" y="151244"/>
                </a:lnTo>
                <a:lnTo>
                  <a:pt x="234245" y="151244"/>
                </a:lnTo>
                <a:lnTo>
                  <a:pt x="234245" y="192623"/>
                </a:lnTo>
                <a:cubicBezTo>
                  <a:pt x="208670" y="198847"/>
                  <a:pt x="192982" y="224625"/>
                  <a:pt x="199205" y="250200"/>
                </a:cubicBezTo>
                <a:cubicBezTo>
                  <a:pt x="205429" y="275776"/>
                  <a:pt x="231206" y="291464"/>
                  <a:pt x="256782" y="285240"/>
                </a:cubicBezTo>
                <a:cubicBezTo>
                  <a:pt x="282357" y="279017"/>
                  <a:pt x="298045" y="253239"/>
                  <a:pt x="291822" y="227663"/>
                </a:cubicBezTo>
                <a:cubicBezTo>
                  <a:pt x="287609" y="210352"/>
                  <a:pt x="274094" y="196836"/>
                  <a:pt x="256782" y="192623"/>
                </a:cubicBezTo>
                <a:close/>
                <a:moveTo>
                  <a:pt x="72794" y="238805"/>
                </a:moveTo>
                <a:cubicBezTo>
                  <a:pt x="72794" y="252680"/>
                  <a:pt x="61546" y="263928"/>
                  <a:pt x="47671" y="263928"/>
                </a:cubicBezTo>
                <a:cubicBezTo>
                  <a:pt x="33796" y="263928"/>
                  <a:pt x="22548" y="252680"/>
                  <a:pt x="22548" y="238805"/>
                </a:cubicBezTo>
                <a:cubicBezTo>
                  <a:pt x="22548" y="224930"/>
                  <a:pt x="33796" y="213682"/>
                  <a:pt x="47671" y="213682"/>
                </a:cubicBezTo>
                <a:cubicBezTo>
                  <a:pt x="61546" y="213682"/>
                  <a:pt x="72794" y="224930"/>
                  <a:pt x="72794" y="238805"/>
                </a:cubicBezTo>
                <a:close/>
                <a:moveTo>
                  <a:pt x="121377" y="47797"/>
                </a:moveTo>
                <a:cubicBezTo>
                  <a:pt x="121377" y="33922"/>
                  <a:pt x="132625" y="22674"/>
                  <a:pt x="146500" y="22674"/>
                </a:cubicBezTo>
                <a:cubicBezTo>
                  <a:pt x="160375" y="22674"/>
                  <a:pt x="171623" y="33922"/>
                  <a:pt x="171623" y="47797"/>
                </a:cubicBezTo>
                <a:cubicBezTo>
                  <a:pt x="171623" y="61672"/>
                  <a:pt x="160375" y="72920"/>
                  <a:pt x="146500" y="72920"/>
                </a:cubicBezTo>
                <a:cubicBezTo>
                  <a:pt x="132625" y="72920"/>
                  <a:pt x="121377" y="61672"/>
                  <a:pt x="121377" y="47797"/>
                </a:cubicBezTo>
                <a:close/>
                <a:moveTo>
                  <a:pt x="245329" y="263928"/>
                </a:moveTo>
                <a:cubicBezTo>
                  <a:pt x="231454" y="263928"/>
                  <a:pt x="220206" y="252680"/>
                  <a:pt x="220206" y="238805"/>
                </a:cubicBezTo>
                <a:cubicBezTo>
                  <a:pt x="220206" y="224930"/>
                  <a:pt x="231454" y="213682"/>
                  <a:pt x="245329" y="213682"/>
                </a:cubicBezTo>
                <a:cubicBezTo>
                  <a:pt x="259204" y="213682"/>
                  <a:pt x="270452" y="224930"/>
                  <a:pt x="270452" y="238805"/>
                </a:cubicBezTo>
                <a:cubicBezTo>
                  <a:pt x="270452" y="252680"/>
                  <a:pt x="259204" y="263928"/>
                  <a:pt x="245329" y="263928"/>
                </a:cubicBezTo>
                <a:close/>
              </a:path>
            </a:pathLst>
          </a:custGeom>
          <a:solidFill>
            <a:srgbClr val="2AB5E8"/>
          </a:solidFill>
          <a:ln>
            <a:noFill/>
          </a:ln>
        </p:spPr>
        <p:txBody>
          <a:bodyPr anchorCtr="0" anchor="ctr" bIns="45700" lIns="91450" spcFirstLastPara="1" rIns="91450" wrap="square" tIns="45700">
            <a:noAutofit/>
          </a:bodyPr>
          <a:lstStyle/>
          <a:p>
            <a:pPr indent="0" lvl="0" marL="0" marR="0" rtl="0" algn="l">
              <a:spcBef>
                <a:spcPts val="0"/>
              </a:spcBef>
              <a:spcAft>
                <a:spcPts val="0"/>
              </a:spcAft>
              <a:buNone/>
            </a:pPr>
            <a:r>
              <a:t/>
            </a:r>
            <a:endParaRPr sz="1400">
              <a:solidFill>
                <a:srgbClr val="262626"/>
              </a:solidFill>
              <a:latin typeface="Arial"/>
              <a:ea typeface="Arial"/>
              <a:cs typeface="Arial"/>
              <a:sym typeface="Arial"/>
            </a:endParaRPr>
          </a:p>
        </p:txBody>
      </p:sp>
      <p:grpSp>
        <p:nvGrpSpPr>
          <p:cNvPr id="778" name="Google Shape;778;p76"/>
          <p:cNvGrpSpPr/>
          <p:nvPr/>
        </p:nvGrpSpPr>
        <p:grpSpPr>
          <a:xfrm>
            <a:off x="3783065" y="4426098"/>
            <a:ext cx="569612" cy="262966"/>
            <a:chOff x="226900" y="1140200"/>
            <a:chExt cx="7014925" cy="3238500"/>
          </a:xfrm>
        </p:grpSpPr>
        <p:sp>
          <p:nvSpPr>
            <p:cNvPr id="779" name="Google Shape;779;p76"/>
            <p:cNvSpPr/>
            <p:nvPr/>
          </p:nvSpPr>
          <p:spPr>
            <a:xfrm>
              <a:off x="2047875" y="2759425"/>
              <a:ext cx="280150" cy="409050"/>
            </a:xfrm>
            <a:custGeom>
              <a:rect b="b" l="l" r="r" t="t"/>
              <a:pathLst>
                <a:path extrusionOk="0" h="16362" w="11206">
                  <a:moveTo>
                    <a:pt x="0" y="1"/>
                  </a:moveTo>
                  <a:lnTo>
                    <a:pt x="0" y="225"/>
                  </a:lnTo>
                  <a:cubicBezTo>
                    <a:pt x="0" y="5828"/>
                    <a:pt x="224" y="11207"/>
                    <a:pt x="1121" y="16362"/>
                  </a:cubicBezTo>
                  <a:lnTo>
                    <a:pt x="11206" y="16362"/>
                  </a:lnTo>
                  <a:cubicBezTo>
                    <a:pt x="10534" y="11431"/>
                    <a:pt x="10085" y="6052"/>
                    <a:pt x="10085" y="1"/>
                  </a:cubicBezTo>
                  <a:close/>
                </a:path>
              </a:pathLst>
            </a:custGeom>
            <a:solidFill>
              <a:srgbClr val="2AB5E8"/>
            </a:solidFill>
            <a:ln>
              <a:noFill/>
            </a:ln>
          </p:spPr>
          <p:txBody>
            <a:bodyPr anchorCtr="0" anchor="ctr" bIns="150900" lIns="150900" spcFirstLastPara="1" rIns="150900" wrap="square" tIns="150900">
              <a:noAutofit/>
            </a:bodyPr>
            <a:lstStyle/>
            <a:p>
              <a:pPr indent="0" lvl="0" marL="0" marR="0" rtl="0" algn="l">
                <a:spcBef>
                  <a:spcPts val="0"/>
                </a:spcBef>
                <a:spcAft>
                  <a:spcPts val="0"/>
                </a:spcAft>
                <a:buClr>
                  <a:srgbClr val="252525"/>
                </a:buClr>
                <a:buSzPts val="3000"/>
                <a:buFont typeface="Arial"/>
                <a:buNone/>
              </a:pPr>
              <a:r>
                <a:t/>
              </a:r>
              <a:endParaRPr sz="3000">
                <a:solidFill>
                  <a:srgbClr val="252525"/>
                </a:solidFill>
                <a:latin typeface="Arial"/>
                <a:ea typeface="Arial"/>
                <a:cs typeface="Arial"/>
                <a:sym typeface="Arial"/>
              </a:endParaRPr>
            </a:p>
          </p:txBody>
        </p:sp>
        <p:sp>
          <p:nvSpPr>
            <p:cNvPr id="780" name="Google Shape;780;p76"/>
            <p:cNvSpPr/>
            <p:nvPr/>
          </p:nvSpPr>
          <p:spPr>
            <a:xfrm>
              <a:off x="708750" y="1140200"/>
              <a:ext cx="6533075" cy="3238500"/>
            </a:xfrm>
            <a:custGeom>
              <a:rect b="b" l="l" r="r" t="t"/>
              <a:pathLst>
                <a:path extrusionOk="0" h="129540" w="261323">
                  <a:moveTo>
                    <a:pt x="214706" y="10085"/>
                  </a:moveTo>
                  <a:cubicBezTo>
                    <a:pt x="206413" y="21291"/>
                    <a:pt x="201034" y="41013"/>
                    <a:pt x="201034" y="64770"/>
                  </a:cubicBezTo>
                  <a:cubicBezTo>
                    <a:pt x="201034" y="88302"/>
                    <a:pt x="206413" y="108025"/>
                    <a:pt x="214706" y="119455"/>
                  </a:cubicBezTo>
                  <a:lnTo>
                    <a:pt x="195656" y="119455"/>
                  </a:lnTo>
                  <a:cubicBezTo>
                    <a:pt x="185794" y="119455"/>
                    <a:pt x="174813" y="97043"/>
                    <a:pt x="174813" y="64770"/>
                  </a:cubicBezTo>
                  <a:cubicBezTo>
                    <a:pt x="174813" y="32497"/>
                    <a:pt x="185794" y="10085"/>
                    <a:pt x="195656" y="10085"/>
                  </a:cubicBezTo>
                  <a:close/>
                  <a:moveTo>
                    <a:pt x="231066" y="10085"/>
                  </a:moveTo>
                  <a:cubicBezTo>
                    <a:pt x="235549" y="10085"/>
                    <a:pt x="240479" y="15464"/>
                    <a:pt x="244289" y="24429"/>
                  </a:cubicBezTo>
                  <a:cubicBezTo>
                    <a:pt x="248771" y="35186"/>
                    <a:pt x="251237" y="49530"/>
                    <a:pt x="251237" y="64770"/>
                  </a:cubicBezTo>
                  <a:cubicBezTo>
                    <a:pt x="251237" y="95922"/>
                    <a:pt x="240703" y="119455"/>
                    <a:pt x="231066" y="119455"/>
                  </a:cubicBezTo>
                  <a:cubicBezTo>
                    <a:pt x="226808" y="119455"/>
                    <a:pt x="221877" y="114076"/>
                    <a:pt x="218067" y="104887"/>
                  </a:cubicBezTo>
                  <a:cubicBezTo>
                    <a:pt x="213585" y="94353"/>
                    <a:pt x="211120" y="80010"/>
                    <a:pt x="211120" y="64770"/>
                  </a:cubicBezTo>
                  <a:cubicBezTo>
                    <a:pt x="211120" y="33394"/>
                    <a:pt x="221653" y="10085"/>
                    <a:pt x="231066" y="10085"/>
                  </a:cubicBezTo>
                  <a:close/>
                  <a:moveTo>
                    <a:pt x="28240" y="0"/>
                  </a:moveTo>
                  <a:cubicBezTo>
                    <a:pt x="19051" y="0"/>
                    <a:pt x="10983" y="7396"/>
                    <a:pt x="5156" y="20619"/>
                  </a:cubicBezTo>
                  <a:cubicBezTo>
                    <a:pt x="3139" y="25549"/>
                    <a:pt x="1346" y="31376"/>
                    <a:pt x="1" y="37652"/>
                  </a:cubicBezTo>
                  <a:lnTo>
                    <a:pt x="10310" y="37652"/>
                  </a:lnTo>
                  <a:cubicBezTo>
                    <a:pt x="14120" y="20619"/>
                    <a:pt x="21516" y="10085"/>
                    <a:pt x="28240" y="10085"/>
                  </a:cubicBezTo>
                  <a:lnTo>
                    <a:pt x="47962" y="10085"/>
                  </a:lnTo>
                  <a:cubicBezTo>
                    <a:pt x="45945" y="12999"/>
                    <a:pt x="43928" y="16361"/>
                    <a:pt x="42135" y="20619"/>
                  </a:cubicBezTo>
                  <a:cubicBezTo>
                    <a:pt x="39894" y="25549"/>
                    <a:pt x="38101" y="31376"/>
                    <a:pt x="36756" y="37652"/>
                  </a:cubicBezTo>
                  <a:lnTo>
                    <a:pt x="46617" y="37652"/>
                  </a:lnTo>
                  <a:cubicBezTo>
                    <a:pt x="50651" y="20395"/>
                    <a:pt x="58047" y="9637"/>
                    <a:pt x="64995" y="9637"/>
                  </a:cubicBezTo>
                  <a:cubicBezTo>
                    <a:pt x="65219" y="9637"/>
                    <a:pt x="65443" y="9413"/>
                    <a:pt x="65667" y="9413"/>
                  </a:cubicBezTo>
                  <a:cubicBezTo>
                    <a:pt x="65891" y="9413"/>
                    <a:pt x="66116" y="9637"/>
                    <a:pt x="66340" y="9637"/>
                  </a:cubicBezTo>
                  <a:cubicBezTo>
                    <a:pt x="68805" y="9637"/>
                    <a:pt x="71270" y="11206"/>
                    <a:pt x="73287" y="12999"/>
                  </a:cubicBezTo>
                  <a:cubicBezTo>
                    <a:pt x="67909" y="15464"/>
                    <a:pt x="63202" y="20843"/>
                    <a:pt x="59840" y="28911"/>
                  </a:cubicBezTo>
                  <a:cubicBezTo>
                    <a:pt x="58496" y="31601"/>
                    <a:pt x="57599" y="34514"/>
                    <a:pt x="56703" y="37652"/>
                  </a:cubicBezTo>
                  <a:lnTo>
                    <a:pt x="67236" y="37652"/>
                  </a:lnTo>
                  <a:cubicBezTo>
                    <a:pt x="70598" y="27566"/>
                    <a:pt x="75529" y="21739"/>
                    <a:pt x="79339" y="21739"/>
                  </a:cubicBezTo>
                  <a:lnTo>
                    <a:pt x="81580" y="21739"/>
                  </a:lnTo>
                  <a:cubicBezTo>
                    <a:pt x="81580" y="21739"/>
                    <a:pt x="81804" y="22188"/>
                    <a:pt x="81804" y="22188"/>
                  </a:cubicBezTo>
                  <a:cubicBezTo>
                    <a:pt x="82028" y="22188"/>
                    <a:pt x="82028" y="22412"/>
                    <a:pt x="82028" y="22412"/>
                  </a:cubicBezTo>
                  <a:lnTo>
                    <a:pt x="171899" y="23084"/>
                  </a:lnTo>
                  <a:cubicBezTo>
                    <a:pt x="167417" y="34514"/>
                    <a:pt x="164951" y="49306"/>
                    <a:pt x="164951" y="64994"/>
                  </a:cubicBezTo>
                  <a:cubicBezTo>
                    <a:pt x="164951" y="80682"/>
                    <a:pt x="167641" y="96595"/>
                    <a:pt x="172571" y="108249"/>
                  </a:cubicBezTo>
                  <a:lnTo>
                    <a:pt x="103095" y="107801"/>
                  </a:lnTo>
                  <a:cubicBezTo>
                    <a:pt x="102871" y="108249"/>
                    <a:pt x="102423" y="108697"/>
                    <a:pt x="102199" y="108921"/>
                  </a:cubicBezTo>
                  <a:cubicBezTo>
                    <a:pt x="99285" y="111835"/>
                    <a:pt x="96596" y="114972"/>
                    <a:pt x="93906" y="117886"/>
                  </a:cubicBezTo>
                  <a:lnTo>
                    <a:pt x="177726" y="118334"/>
                  </a:lnTo>
                  <a:lnTo>
                    <a:pt x="177950" y="118334"/>
                  </a:lnTo>
                  <a:cubicBezTo>
                    <a:pt x="182881" y="125506"/>
                    <a:pt x="189156" y="129540"/>
                    <a:pt x="195656" y="129540"/>
                  </a:cubicBezTo>
                  <a:lnTo>
                    <a:pt x="231066" y="129540"/>
                  </a:lnTo>
                  <a:cubicBezTo>
                    <a:pt x="248323" y="129540"/>
                    <a:pt x="261322" y="101749"/>
                    <a:pt x="261322" y="64770"/>
                  </a:cubicBezTo>
                  <a:cubicBezTo>
                    <a:pt x="261322" y="27791"/>
                    <a:pt x="248323" y="0"/>
                    <a:pt x="231066" y="0"/>
                  </a:cubicBezTo>
                  <a:lnTo>
                    <a:pt x="195880" y="0"/>
                  </a:lnTo>
                  <a:cubicBezTo>
                    <a:pt x="188708" y="0"/>
                    <a:pt x="182209" y="4482"/>
                    <a:pt x="177054" y="12775"/>
                  </a:cubicBezTo>
                  <a:lnTo>
                    <a:pt x="84493" y="12102"/>
                  </a:lnTo>
                  <a:cubicBezTo>
                    <a:pt x="77994" y="2241"/>
                    <a:pt x="71046" y="0"/>
                    <a:pt x="66116" y="0"/>
                  </a:cubicBezTo>
                  <a:cubicBezTo>
                    <a:pt x="65891" y="0"/>
                    <a:pt x="65667" y="0"/>
                    <a:pt x="65443" y="224"/>
                  </a:cubicBezTo>
                  <a:cubicBezTo>
                    <a:pt x="65219" y="224"/>
                    <a:pt x="64995" y="0"/>
                    <a:pt x="64771" y="0"/>
                  </a:cubicBezTo>
                  <a:close/>
                </a:path>
              </a:pathLst>
            </a:custGeom>
            <a:solidFill>
              <a:srgbClr val="2AB5E8"/>
            </a:solidFill>
            <a:ln>
              <a:noFill/>
            </a:ln>
          </p:spPr>
          <p:txBody>
            <a:bodyPr anchorCtr="0" anchor="ctr" bIns="150900" lIns="150900" spcFirstLastPara="1" rIns="150900" wrap="square" tIns="150900">
              <a:noAutofit/>
            </a:bodyPr>
            <a:lstStyle/>
            <a:p>
              <a:pPr indent="0" lvl="0" marL="0" marR="0" rtl="0" algn="l">
                <a:spcBef>
                  <a:spcPts val="0"/>
                </a:spcBef>
                <a:spcAft>
                  <a:spcPts val="0"/>
                </a:spcAft>
                <a:buClr>
                  <a:srgbClr val="252525"/>
                </a:buClr>
                <a:buSzPts val="3000"/>
                <a:buFont typeface="Arial"/>
                <a:buNone/>
              </a:pPr>
              <a:r>
                <a:t/>
              </a:r>
              <a:endParaRPr sz="3000">
                <a:solidFill>
                  <a:srgbClr val="252525"/>
                </a:solidFill>
                <a:latin typeface="Arial"/>
                <a:ea typeface="Arial"/>
                <a:cs typeface="Arial"/>
                <a:sym typeface="Arial"/>
              </a:endParaRPr>
            </a:p>
          </p:txBody>
        </p:sp>
        <p:sp>
          <p:nvSpPr>
            <p:cNvPr id="781" name="Google Shape;781;p76"/>
            <p:cNvSpPr/>
            <p:nvPr/>
          </p:nvSpPr>
          <p:spPr>
            <a:xfrm>
              <a:off x="619125" y="3020650"/>
              <a:ext cx="2616575" cy="1038700"/>
            </a:xfrm>
            <a:custGeom>
              <a:rect b="b" l="l" r="r" t="t"/>
              <a:pathLst>
                <a:path extrusionOk="0" h="41548" w="104663">
                  <a:moveTo>
                    <a:pt x="84694" y="0"/>
                  </a:moveTo>
                  <a:cubicBezTo>
                    <a:pt x="83524" y="0"/>
                    <a:pt x="82334" y="451"/>
                    <a:pt x="81355" y="1430"/>
                  </a:cubicBezTo>
                  <a:cubicBezTo>
                    <a:pt x="79562" y="3223"/>
                    <a:pt x="79562" y="6137"/>
                    <a:pt x="81355" y="8154"/>
                  </a:cubicBezTo>
                  <a:lnTo>
                    <a:pt x="88526" y="15550"/>
                  </a:lnTo>
                  <a:lnTo>
                    <a:pt x="5379" y="15550"/>
                  </a:lnTo>
                  <a:cubicBezTo>
                    <a:pt x="3138" y="15550"/>
                    <a:pt x="1121" y="17118"/>
                    <a:pt x="672" y="19135"/>
                  </a:cubicBezTo>
                  <a:cubicBezTo>
                    <a:pt x="0" y="22273"/>
                    <a:pt x="2241" y="25187"/>
                    <a:pt x="5379" y="25187"/>
                  </a:cubicBezTo>
                  <a:lnTo>
                    <a:pt x="88975" y="25187"/>
                  </a:lnTo>
                  <a:lnTo>
                    <a:pt x="81131" y="33479"/>
                  </a:lnTo>
                  <a:cubicBezTo>
                    <a:pt x="79338" y="35496"/>
                    <a:pt x="79562" y="38410"/>
                    <a:pt x="81579" y="40202"/>
                  </a:cubicBezTo>
                  <a:cubicBezTo>
                    <a:pt x="82475" y="41099"/>
                    <a:pt x="83596" y="41547"/>
                    <a:pt x="84716" y="41547"/>
                  </a:cubicBezTo>
                  <a:cubicBezTo>
                    <a:pt x="86061" y="41547"/>
                    <a:pt x="87406" y="41099"/>
                    <a:pt x="88302" y="39978"/>
                  </a:cubicBezTo>
                  <a:lnTo>
                    <a:pt x="103318" y="23618"/>
                  </a:lnTo>
                  <a:cubicBezTo>
                    <a:pt x="103766" y="23170"/>
                    <a:pt x="103766" y="22721"/>
                    <a:pt x="103991" y="22497"/>
                  </a:cubicBezTo>
                  <a:cubicBezTo>
                    <a:pt x="103991" y="22497"/>
                    <a:pt x="104215" y="22273"/>
                    <a:pt x="104215" y="22273"/>
                  </a:cubicBezTo>
                  <a:lnTo>
                    <a:pt x="104215" y="22049"/>
                  </a:lnTo>
                  <a:cubicBezTo>
                    <a:pt x="104663" y="21377"/>
                    <a:pt x="104663" y="20480"/>
                    <a:pt x="104439" y="19584"/>
                  </a:cubicBezTo>
                  <a:cubicBezTo>
                    <a:pt x="104439" y="19360"/>
                    <a:pt x="104439" y="19360"/>
                    <a:pt x="104439" y="19135"/>
                  </a:cubicBezTo>
                  <a:cubicBezTo>
                    <a:pt x="104215" y="18463"/>
                    <a:pt x="103991" y="17791"/>
                    <a:pt x="103318" y="17343"/>
                  </a:cubicBezTo>
                  <a:cubicBezTo>
                    <a:pt x="103318" y="17118"/>
                    <a:pt x="103318" y="17118"/>
                    <a:pt x="103318" y="16894"/>
                  </a:cubicBezTo>
                  <a:lnTo>
                    <a:pt x="88078" y="1430"/>
                  </a:lnTo>
                  <a:cubicBezTo>
                    <a:pt x="87155" y="507"/>
                    <a:pt x="85936" y="0"/>
                    <a:pt x="84694" y="0"/>
                  </a:cubicBezTo>
                  <a:close/>
                </a:path>
              </a:pathLst>
            </a:custGeom>
            <a:solidFill>
              <a:srgbClr val="2AB5E8"/>
            </a:solidFill>
            <a:ln>
              <a:noFill/>
            </a:ln>
          </p:spPr>
          <p:txBody>
            <a:bodyPr anchorCtr="0" anchor="ctr" bIns="150900" lIns="150900" spcFirstLastPara="1" rIns="150900" wrap="square" tIns="150900">
              <a:noAutofit/>
            </a:bodyPr>
            <a:lstStyle/>
            <a:p>
              <a:pPr indent="0" lvl="0" marL="0" marR="0" rtl="0" algn="l">
                <a:spcBef>
                  <a:spcPts val="0"/>
                </a:spcBef>
                <a:spcAft>
                  <a:spcPts val="0"/>
                </a:spcAft>
                <a:buClr>
                  <a:srgbClr val="252525"/>
                </a:buClr>
                <a:buSzPts val="3000"/>
                <a:buFont typeface="Arial"/>
                <a:buNone/>
              </a:pPr>
              <a:r>
                <a:t/>
              </a:r>
              <a:endParaRPr sz="3000">
                <a:solidFill>
                  <a:srgbClr val="252525"/>
                </a:solidFill>
                <a:latin typeface="Arial"/>
                <a:ea typeface="Arial"/>
                <a:cs typeface="Arial"/>
                <a:sym typeface="Arial"/>
              </a:endParaRPr>
            </a:p>
          </p:txBody>
        </p:sp>
        <p:sp>
          <p:nvSpPr>
            <p:cNvPr id="782" name="Google Shape;782;p76"/>
            <p:cNvSpPr/>
            <p:nvPr/>
          </p:nvSpPr>
          <p:spPr>
            <a:xfrm>
              <a:off x="501450" y="1919000"/>
              <a:ext cx="3462650" cy="1036575"/>
            </a:xfrm>
            <a:custGeom>
              <a:rect b="b" l="l" r="r" t="t"/>
              <a:pathLst>
                <a:path extrusionOk="0" h="41463" w="138506">
                  <a:moveTo>
                    <a:pt x="118867" y="0"/>
                  </a:moveTo>
                  <a:cubicBezTo>
                    <a:pt x="117662" y="0"/>
                    <a:pt x="116430" y="449"/>
                    <a:pt x="115421" y="1345"/>
                  </a:cubicBezTo>
                  <a:cubicBezTo>
                    <a:pt x="113628" y="3138"/>
                    <a:pt x="113628" y="6052"/>
                    <a:pt x="115421" y="8069"/>
                  </a:cubicBezTo>
                  <a:lnTo>
                    <a:pt x="122593" y="15464"/>
                  </a:lnTo>
                  <a:lnTo>
                    <a:pt x="5603" y="15464"/>
                  </a:lnTo>
                  <a:cubicBezTo>
                    <a:pt x="3362" y="15464"/>
                    <a:pt x="1121" y="17033"/>
                    <a:pt x="673" y="19274"/>
                  </a:cubicBezTo>
                  <a:cubicBezTo>
                    <a:pt x="1" y="22412"/>
                    <a:pt x="2466" y="25101"/>
                    <a:pt x="5379" y="25101"/>
                  </a:cubicBezTo>
                  <a:lnTo>
                    <a:pt x="123041" y="25101"/>
                  </a:lnTo>
                  <a:lnTo>
                    <a:pt x="115421" y="33618"/>
                  </a:lnTo>
                  <a:cubicBezTo>
                    <a:pt x="113628" y="35411"/>
                    <a:pt x="113852" y="38549"/>
                    <a:pt x="115645" y="40341"/>
                  </a:cubicBezTo>
                  <a:cubicBezTo>
                    <a:pt x="116542" y="41014"/>
                    <a:pt x="117662" y="41462"/>
                    <a:pt x="118783" y="41462"/>
                  </a:cubicBezTo>
                  <a:cubicBezTo>
                    <a:pt x="120128" y="41462"/>
                    <a:pt x="121472" y="41014"/>
                    <a:pt x="122369" y="39893"/>
                  </a:cubicBezTo>
                  <a:lnTo>
                    <a:pt x="137161" y="23533"/>
                  </a:lnTo>
                  <a:cubicBezTo>
                    <a:pt x="137609" y="23084"/>
                    <a:pt x="137833" y="22860"/>
                    <a:pt x="137833" y="22412"/>
                  </a:cubicBezTo>
                  <a:cubicBezTo>
                    <a:pt x="138057" y="22188"/>
                    <a:pt x="138057" y="22188"/>
                    <a:pt x="138057" y="22188"/>
                  </a:cubicBezTo>
                  <a:lnTo>
                    <a:pt x="138057" y="21964"/>
                  </a:lnTo>
                  <a:cubicBezTo>
                    <a:pt x="138505" y="21291"/>
                    <a:pt x="138505" y="20395"/>
                    <a:pt x="138281" y="19723"/>
                  </a:cubicBezTo>
                  <a:cubicBezTo>
                    <a:pt x="138281" y="19499"/>
                    <a:pt x="138281" y="19274"/>
                    <a:pt x="138281" y="19050"/>
                  </a:cubicBezTo>
                  <a:cubicBezTo>
                    <a:pt x="138057" y="18378"/>
                    <a:pt x="137833" y="17706"/>
                    <a:pt x="137385" y="17257"/>
                  </a:cubicBezTo>
                  <a:cubicBezTo>
                    <a:pt x="137161" y="17033"/>
                    <a:pt x="137161" y="17033"/>
                    <a:pt x="137161" y="17033"/>
                  </a:cubicBezTo>
                  <a:lnTo>
                    <a:pt x="122145" y="1345"/>
                  </a:lnTo>
                  <a:cubicBezTo>
                    <a:pt x="121248" y="449"/>
                    <a:pt x="120072" y="0"/>
                    <a:pt x="118867" y="0"/>
                  </a:cubicBezTo>
                  <a:close/>
                </a:path>
              </a:pathLst>
            </a:custGeom>
            <a:solidFill>
              <a:srgbClr val="2AB5E8"/>
            </a:solidFill>
            <a:ln>
              <a:noFill/>
            </a:ln>
          </p:spPr>
          <p:txBody>
            <a:bodyPr anchorCtr="0" anchor="ctr" bIns="150900" lIns="150900" spcFirstLastPara="1" rIns="150900" wrap="square" tIns="150900">
              <a:noAutofit/>
            </a:bodyPr>
            <a:lstStyle/>
            <a:p>
              <a:pPr indent="0" lvl="0" marL="0" marR="0" rtl="0" algn="l">
                <a:spcBef>
                  <a:spcPts val="0"/>
                </a:spcBef>
                <a:spcAft>
                  <a:spcPts val="0"/>
                </a:spcAft>
                <a:buClr>
                  <a:srgbClr val="252525"/>
                </a:buClr>
                <a:buSzPts val="3000"/>
                <a:buFont typeface="Arial"/>
                <a:buNone/>
              </a:pPr>
              <a:r>
                <a:t/>
              </a:r>
              <a:endParaRPr sz="3000">
                <a:solidFill>
                  <a:srgbClr val="252525"/>
                </a:solidFill>
                <a:latin typeface="Arial"/>
                <a:ea typeface="Arial"/>
                <a:cs typeface="Arial"/>
                <a:sym typeface="Arial"/>
              </a:endParaRPr>
            </a:p>
          </p:txBody>
        </p:sp>
        <p:sp>
          <p:nvSpPr>
            <p:cNvPr id="783" name="Google Shape;783;p76"/>
            <p:cNvSpPr/>
            <p:nvPr/>
          </p:nvSpPr>
          <p:spPr>
            <a:xfrm>
              <a:off x="305350" y="2877100"/>
              <a:ext cx="1451175" cy="212925"/>
            </a:xfrm>
            <a:custGeom>
              <a:rect b="b" l="l" r="r" t="t"/>
              <a:pathLst>
                <a:path extrusionOk="0" h="8517" w="58047">
                  <a:moveTo>
                    <a:pt x="4707" y="0"/>
                  </a:moveTo>
                  <a:cubicBezTo>
                    <a:pt x="2242" y="0"/>
                    <a:pt x="225" y="1793"/>
                    <a:pt x="225" y="4035"/>
                  </a:cubicBezTo>
                  <a:cubicBezTo>
                    <a:pt x="0" y="6500"/>
                    <a:pt x="2017" y="8517"/>
                    <a:pt x="4483" y="8517"/>
                  </a:cubicBezTo>
                  <a:lnTo>
                    <a:pt x="53789" y="8517"/>
                  </a:lnTo>
                  <a:cubicBezTo>
                    <a:pt x="56254" y="8517"/>
                    <a:pt x="58047" y="6724"/>
                    <a:pt x="58047" y="4259"/>
                  </a:cubicBezTo>
                  <a:cubicBezTo>
                    <a:pt x="58047" y="2017"/>
                    <a:pt x="56254" y="0"/>
                    <a:pt x="53789" y="0"/>
                  </a:cubicBezTo>
                  <a:close/>
                </a:path>
              </a:pathLst>
            </a:custGeom>
            <a:solidFill>
              <a:srgbClr val="2AB5E8"/>
            </a:solidFill>
            <a:ln>
              <a:noFill/>
            </a:ln>
          </p:spPr>
          <p:txBody>
            <a:bodyPr anchorCtr="0" anchor="ctr" bIns="150900" lIns="150900" spcFirstLastPara="1" rIns="150900" wrap="square" tIns="150900">
              <a:noAutofit/>
            </a:bodyPr>
            <a:lstStyle/>
            <a:p>
              <a:pPr indent="0" lvl="0" marL="0" marR="0" rtl="0" algn="l">
                <a:spcBef>
                  <a:spcPts val="0"/>
                </a:spcBef>
                <a:spcAft>
                  <a:spcPts val="0"/>
                </a:spcAft>
                <a:buClr>
                  <a:srgbClr val="252525"/>
                </a:buClr>
                <a:buSzPts val="3000"/>
                <a:buFont typeface="Arial"/>
                <a:buNone/>
              </a:pPr>
              <a:r>
                <a:t/>
              </a:r>
              <a:endParaRPr sz="3000">
                <a:solidFill>
                  <a:srgbClr val="252525"/>
                </a:solidFill>
                <a:latin typeface="Arial"/>
                <a:ea typeface="Arial"/>
                <a:cs typeface="Arial"/>
                <a:sym typeface="Arial"/>
              </a:endParaRPr>
            </a:p>
          </p:txBody>
        </p:sp>
        <p:sp>
          <p:nvSpPr>
            <p:cNvPr id="784" name="Google Shape;784;p76"/>
            <p:cNvSpPr/>
            <p:nvPr/>
          </p:nvSpPr>
          <p:spPr>
            <a:xfrm>
              <a:off x="226900" y="4003300"/>
              <a:ext cx="2207600" cy="212925"/>
            </a:xfrm>
            <a:custGeom>
              <a:rect b="b" l="l" r="r" t="t"/>
              <a:pathLst>
                <a:path extrusionOk="0" h="8517" w="88304">
                  <a:moveTo>
                    <a:pt x="4931" y="0"/>
                  </a:moveTo>
                  <a:cubicBezTo>
                    <a:pt x="2690" y="0"/>
                    <a:pt x="673" y="1569"/>
                    <a:pt x="449" y="3810"/>
                  </a:cubicBezTo>
                  <a:cubicBezTo>
                    <a:pt x="1" y="6275"/>
                    <a:pt x="2242" y="8516"/>
                    <a:pt x="4707" y="8516"/>
                  </a:cubicBezTo>
                  <a:lnTo>
                    <a:pt x="84045" y="8516"/>
                  </a:lnTo>
                  <a:cubicBezTo>
                    <a:pt x="86510" y="8516"/>
                    <a:pt x="88303" y="6724"/>
                    <a:pt x="88303" y="4258"/>
                  </a:cubicBezTo>
                  <a:cubicBezTo>
                    <a:pt x="88303" y="2017"/>
                    <a:pt x="86510" y="0"/>
                    <a:pt x="84045" y="0"/>
                  </a:cubicBezTo>
                  <a:close/>
                </a:path>
              </a:pathLst>
            </a:custGeom>
            <a:solidFill>
              <a:srgbClr val="2AB5E8"/>
            </a:solidFill>
            <a:ln>
              <a:noFill/>
            </a:ln>
          </p:spPr>
          <p:txBody>
            <a:bodyPr anchorCtr="0" anchor="ctr" bIns="150900" lIns="150900" spcFirstLastPara="1" rIns="150900" wrap="square" tIns="150900">
              <a:noAutofit/>
            </a:bodyPr>
            <a:lstStyle/>
            <a:p>
              <a:pPr indent="0" lvl="0" marL="0" marR="0" rtl="0" algn="l">
                <a:spcBef>
                  <a:spcPts val="0"/>
                </a:spcBef>
                <a:spcAft>
                  <a:spcPts val="0"/>
                </a:spcAft>
                <a:buClr>
                  <a:srgbClr val="252525"/>
                </a:buClr>
                <a:buSzPts val="3000"/>
                <a:buFont typeface="Arial"/>
                <a:buNone/>
              </a:pPr>
              <a:r>
                <a:t/>
              </a:r>
              <a:endParaRPr sz="3000">
                <a:solidFill>
                  <a:srgbClr val="252525"/>
                </a:solidFill>
                <a:latin typeface="Arial"/>
                <a:ea typeface="Arial"/>
                <a:cs typeface="Arial"/>
                <a:sym typeface="Arial"/>
              </a:endParaRPr>
            </a:p>
          </p:txBody>
        </p:sp>
      </p:grpSp>
      <p:sp>
        <p:nvSpPr>
          <p:cNvPr id="785" name="Google Shape;785;p76"/>
          <p:cNvSpPr txBox="1"/>
          <p:nvPr/>
        </p:nvSpPr>
        <p:spPr>
          <a:xfrm>
            <a:off x="4491553" y="4151261"/>
            <a:ext cx="1336800" cy="831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Snowpipe, Snowpipe Streaming</a:t>
            </a:r>
            <a:endParaRPr sz="1800">
              <a:solidFill>
                <a:srgbClr val="262626"/>
              </a:solidFill>
            </a:endParaRPr>
          </a:p>
        </p:txBody>
      </p:sp>
      <p:cxnSp>
        <p:nvCxnSpPr>
          <p:cNvPr id="786" name="Google Shape;786;p76"/>
          <p:cNvCxnSpPr/>
          <p:nvPr/>
        </p:nvCxnSpPr>
        <p:spPr>
          <a:xfrm>
            <a:off x="13850354" y="4566761"/>
            <a:ext cx="498000" cy="0"/>
          </a:xfrm>
          <a:prstGeom prst="straightConnector1">
            <a:avLst/>
          </a:prstGeom>
          <a:noFill/>
          <a:ln cap="flat" cmpd="sng" w="38100">
            <a:solidFill>
              <a:srgbClr val="B7B7B7"/>
            </a:solidFill>
            <a:prstDash val="solid"/>
            <a:round/>
            <a:headEnd len="med" w="med" type="none"/>
            <a:tailEnd len="med" w="med" type="stealth"/>
          </a:ln>
        </p:spPr>
      </p:cxnSp>
      <p:pic>
        <p:nvPicPr>
          <p:cNvPr id="787" name="Google Shape;787;p76"/>
          <p:cNvPicPr preferRelativeResize="0"/>
          <p:nvPr/>
        </p:nvPicPr>
        <p:blipFill>
          <a:blip r:embed="rId6">
            <a:alphaModFix/>
          </a:blip>
          <a:stretch>
            <a:fillRect/>
          </a:stretch>
        </p:blipFill>
        <p:spPr>
          <a:xfrm>
            <a:off x="14500849" y="4229230"/>
            <a:ext cx="570049" cy="568527"/>
          </a:xfrm>
          <a:prstGeom prst="rect">
            <a:avLst/>
          </a:prstGeom>
          <a:noFill/>
          <a:ln>
            <a:noFill/>
          </a:ln>
        </p:spPr>
      </p:pic>
      <p:sp>
        <p:nvSpPr>
          <p:cNvPr id="788" name="Google Shape;788;p76"/>
          <p:cNvSpPr txBox="1"/>
          <p:nvPr/>
        </p:nvSpPr>
        <p:spPr>
          <a:xfrm>
            <a:off x="9925574" y="2677461"/>
            <a:ext cx="1829400" cy="277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US" sz="1800">
                <a:solidFill>
                  <a:srgbClr val="252525"/>
                </a:solidFill>
              </a:rPr>
              <a:t>Semantic Views</a:t>
            </a:r>
            <a:endParaRPr sz="1800">
              <a:solidFill>
                <a:srgbClr val="252525"/>
              </a:solidFill>
            </a:endParaRPr>
          </a:p>
        </p:txBody>
      </p:sp>
      <p:sp>
        <p:nvSpPr>
          <p:cNvPr id="789" name="Google Shape;789;p76"/>
          <p:cNvSpPr/>
          <p:nvPr/>
        </p:nvSpPr>
        <p:spPr>
          <a:xfrm>
            <a:off x="9312365" y="3782000"/>
            <a:ext cx="431374" cy="447778"/>
          </a:xfrm>
          <a:custGeom>
            <a:rect b="b" l="l" r="r" t="t"/>
            <a:pathLst>
              <a:path extrusionOk="0" h="295563" w="256770">
                <a:moveTo>
                  <a:pt x="128385" y="0"/>
                </a:moveTo>
                <a:cubicBezTo>
                  <a:pt x="64562" y="0"/>
                  <a:pt x="0" y="19304"/>
                  <a:pt x="0" y="56249"/>
                </a:cubicBezTo>
                <a:lnTo>
                  <a:pt x="0" y="239314"/>
                </a:lnTo>
                <a:cubicBezTo>
                  <a:pt x="0" y="276260"/>
                  <a:pt x="64655" y="295564"/>
                  <a:pt x="128385" y="295564"/>
                </a:cubicBezTo>
                <a:cubicBezTo>
                  <a:pt x="192116" y="295564"/>
                  <a:pt x="256771" y="276260"/>
                  <a:pt x="256771" y="239314"/>
                </a:cubicBezTo>
                <a:lnTo>
                  <a:pt x="256771" y="56249"/>
                </a:lnTo>
                <a:cubicBezTo>
                  <a:pt x="256771" y="19304"/>
                  <a:pt x="192209" y="0"/>
                  <a:pt x="128385" y="0"/>
                </a:cubicBezTo>
                <a:close/>
                <a:moveTo>
                  <a:pt x="41841" y="257325"/>
                </a:moveTo>
                <a:cubicBezTo>
                  <a:pt x="29372" y="251506"/>
                  <a:pt x="22167" y="244764"/>
                  <a:pt x="22167" y="239314"/>
                </a:cubicBezTo>
                <a:lnTo>
                  <a:pt x="22167" y="217055"/>
                </a:lnTo>
                <a:cubicBezTo>
                  <a:pt x="28161" y="221293"/>
                  <a:pt x="34642" y="224796"/>
                  <a:pt x="41471" y="227492"/>
                </a:cubicBezTo>
                <a:close/>
                <a:moveTo>
                  <a:pt x="41841" y="217701"/>
                </a:moveTo>
                <a:cubicBezTo>
                  <a:pt x="34660" y="214781"/>
                  <a:pt x="28012" y="210693"/>
                  <a:pt x="22167" y="205601"/>
                </a:cubicBezTo>
                <a:lnTo>
                  <a:pt x="22167" y="174475"/>
                </a:lnTo>
                <a:cubicBezTo>
                  <a:pt x="28183" y="178678"/>
                  <a:pt x="34660" y="182181"/>
                  <a:pt x="41471" y="184912"/>
                </a:cubicBezTo>
                <a:close/>
                <a:moveTo>
                  <a:pt x="41841" y="175029"/>
                </a:moveTo>
                <a:cubicBezTo>
                  <a:pt x="34666" y="172138"/>
                  <a:pt x="28019" y="168081"/>
                  <a:pt x="22167" y="163022"/>
                </a:cubicBezTo>
                <a:lnTo>
                  <a:pt x="22167" y="132634"/>
                </a:lnTo>
                <a:cubicBezTo>
                  <a:pt x="28295" y="136895"/>
                  <a:pt x="34897" y="140429"/>
                  <a:pt x="41841" y="143164"/>
                </a:cubicBezTo>
                <a:close/>
                <a:moveTo>
                  <a:pt x="41841" y="133188"/>
                </a:moveTo>
                <a:cubicBezTo>
                  <a:pt x="34672" y="130327"/>
                  <a:pt x="28024" y="126301"/>
                  <a:pt x="22167" y="121273"/>
                </a:cubicBezTo>
                <a:lnTo>
                  <a:pt x="22167" y="89408"/>
                </a:lnTo>
                <a:cubicBezTo>
                  <a:pt x="26817" y="92274"/>
                  <a:pt x="31699" y="94746"/>
                  <a:pt x="36761" y="96797"/>
                </a:cubicBezTo>
                <a:lnTo>
                  <a:pt x="41471" y="99106"/>
                </a:lnTo>
                <a:close/>
                <a:moveTo>
                  <a:pt x="82943" y="269332"/>
                </a:moveTo>
                <a:cubicBezTo>
                  <a:pt x="71936" y="267598"/>
                  <a:pt x="61114" y="264845"/>
                  <a:pt x="50615" y="261112"/>
                </a:cubicBezTo>
                <a:lnTo>
                  <a:pt x="50615" y="230909"/>
                </a:lnTo>
                <a:cubicBezTo>
                  <a:pt x="61174" y="234329"/>
                  <a:pt x="71982" y="236924"/>
                  <a:pt x="82943" y="238668"/>
                </a:cubicBezTo>
                <a:close/>
                <a:moveTo>
                  <a:pt x="82943" y="229431"/>
                </a:moveTo>
                <a:cubicBezTo>
                  <a:pt x="71943" y="227663"/>
                  <a:pt x="61124" y="224912"/>
                  <a:pt x="50615" y="221211"/>
                </a:cubicBezTo>
                <a:lnTo>
                  <a:pt x="50615" y="188145"/>
                </a:lnTo>
                <a:cubicBezTo>
                  <a:pt x="61157" y="191669"/>
                  <a:pt x="71968" y="194326"/>
                  <a:pt x="82943" y="196088"/>
                </a:cubicBezTo>
                <a:close/>
                <a:moveTo>
                  <a:pt x="82943" y="186759"/>
                </a:moveTo>
                <a:cubicBezTo>
                  <a:pt x="71954" y="184979"/>
                  <a:pt x="61139" y="182258"/>
                  <a:pt x="50615" y="178631"/>
                </a:cubicBezTo>
                <a:lnTo>
                  <a:pt x="50615" y="146212"/>
                </a:lnTo>
                <a:cubicBezTo>
                  <a:pt x="61166" y="149614"/>
                  <a:pt x="71978" y="152147"/>
                  <a:pt x="82943" y="153785"/>
                </a:cubicBezTo>
                <a:close/>
                <a:moveTo>
                  <a:pt x="82943" y="144641"/>
                </a:moveTo>
                <a:cubicBezTo>
                  <a:pt x="71957" y="142892"/>
                  <a:pt x="61142" y="140203"/>
                  <a:pt x="50615" y="136606"/>
                </a:cubicBezTo>
                <a:lnTo>
                  <a:pt x="50615" y="102616"/>
                </a:lnTo>
                <a:cubicBezTo>
                  <a:pt x="61116" y="106407"/>
                  <a:pt x="71935" y="109250"/>
                  <a:pt x="82943" y="111113"/>
                </a:cubicBezTo>
                <a:close/>
                <a:moveTo>
                  <a:pt x="123767" y="272935"/>
                </a:moveTo>
                <a:cubicBezTo>
                  <a:pt x="112989" y="272805"/>
                  <a:pt x="102227" y="272065"/>
                  <a:pt x="91532" y="270718"/>
                </a:cubicBezTo>
                <a:lnTo>
                  <a:pt x="91532" y="239961"/>
                </a:lnTo>
                <a:cubicBezTo>
                  <a:pt x="102223" y="241345"/>
                  <a:pt x="112988" y="242086"/>
                  <a:pt x="123767" y="242177"/>
                </a:cubicBezTo>
                <a:close/>
                <a:moveTo>
                  <a:pt x="123767" y="233033"/>
                </a:moveTo>
                <a:cubicBezTo>
                  <a:pt x="112988" y="232942"/>
                  <a:pt x="102223" y="232201"/>
                  <a:pt x="91532" y="230817"/>
                </a:cubicBezTo>
                <a:lnTo>
                  <a:pt x="91532" y="197289"/>
                </a:lnTo>
                <a:cubicBezTo>
                  <a:pt x="102223" y="198670"/>
                  <a:pt x="112988" y="199410"/>
                  <a:pt x="123767" y="199505"/>
                </a:cubicBezTo>
                <a:close/>
                <a:moveTo>
                  <a:pt x="123767" y="190454"/>
                </a:moveTo>
                <a:cubicBezTo>
                  <a:pt x="112988" y="190286"/>
                  <a:pt x="102226" y="189514"/>
                  <a:pt x="91532" y="188145"/>
                </a:cubicBezTo>
                <a:lnTo>
                  <a:pt x="91532" y="155079"/>
                </a:lnTo>
                <a:cubicBezTo>
                  <a:pt x="102230" y="156384"/>
                  <a:pt x="112991" y="157093"/>
                  <a:pt x="123767" y="157203"/>
                </a:cubicBezTo>
                <a:close/>
                <a:moveTo>
                  <a:pt x="123767" y="148059"/>
                </a:moveTo>
                <a:cubicBezTo>
                  <a:pt x="112991" y="147949"/>
                  <a:pt x="102230" y="147240"/>
                  <a:pt x="91532" y="145935"/>
                </a:cubicBezTo>
                <a:lnTo>
                  <a:pt x="91532" y="112499"/>
                </a:lnTo>
                <a:cubicBezTo>
                  <a:pt x="102214" y="113991"/>
                  <a:pt x="112982" y="114793"/>
                  <a:pt x="123767" y="114900"/>
                </a:cubicBezTo>
                <a:close/>
                <a:moveTo>
                  <a:pt x="164869" y="270718"/>
                </a:moveTo>
                <a:cubicBezTo>
                  <a:pt x="154174" y="272065"/>
                  <a:pt x="143412" y="272805"/>
                  <a:pt x="132634" y="272935"/>
                </a:cubicBezTo>
                <a:lnTo>
                  <a:pt x="132634" y="242177"/>
                </a:lnTo>
                <a:cubicBezTo>
                  <a:pt x="143414" y="242086"/>
                  <a:pt x="154178" y="241345"/>
                  <a:pt x="164869" y="239961"/>
                </a:cubicBezTo>
                <a:close/>
                <a:moveTo>
                  <a:pt x="164869" y="230817"/>
                </a:moveTo>
                <a:cubicBezTo>
                  <a:pt x="154178" y="232201"/>
                  <a:pt x="143414" y="232942"/>
                  <a:pt x="132634" y="233033"/>
                </a:cubicBezTo>
                <a:lnTo>
                  <a:pt x="132634" y="199505"/>
                </a:lnTo>
                <a:cubicBezTo>
                  <a:pt x="143414" y="199410"/>
                  <a:pt x="154178" y="198670"/>
                  <a:pt x="164869" y="197289"/>
                </a:cubicBezTo>
                <a:close/>
                <a:moveTo>
                  <a:pt x="164869" y="188145"/>
                </a:moveTo>
                <a:cubicBezTo>
                  <a:pt x="154175" y="189514"/>
                  <a:pt x="143414" y="190286"/>
                  <a:pt x="132634" y="190454"/>
                </a:cubicBezTo>
                <a:lnTo>
                  <a:pt x="132634" y="157203"/>
                </a:lnTo>
                <a:cubicBezTo>
                  <a:pt x="143410" y="157093"/>
                  <a:pt x="154172" y="156384"/>
                  <a:pt x="164869" y="155079"/>
                </a:cubicBezTo>
                <a:close/>
                <a:moveTo>
                  <a:pt x="164869" y="145935"/>
                </a:moveTo>
                <a:cubicBezTo>
                  <a:pt x="154172" y="147240"/>
                  <a:pt x="143410" y="147949"/>
                  <a:pt x="132634" y="148059"/>
                </a:cubicBezTo>
                <a:lnTo>
                  <a:pt x="132634" y="114900"/>
                </a:lnTo>
                <a:cubicBezTo>
                  <a:pt x="143419" y="114793"/>
                  <a:pt x="154187" y="113991"/>
                  <a:pt x="164869" y="112499"/>
                </a:cubicBezTo>
                <a:close/>
                <a:moveTo>
                  <a:pt x="205971" y="261112"/>
                </a:moveTo>
                <a:cubicBezTo>
                  <a:pt x="195473" y="264845"/>
                  <a:pt x="184651" y="267598"/>
                  <a:pt x="173644" y="269332"/>
                </a:cubicBezTo>
                <a:lnTo>
                  <a:pt x="173644" y="238668"/>
                </a:lnTo>
                <a:cubicBezTo>
                  <a:pt x="184604" y="236924"/>
                  <a:pt x="195413" y="234329"/>
                  <a:pt x="205971" y="230909"/>
                </a:cubicBezTo>
                <a:close/>
                <a:moveTo>
                  <a:pt x="205971" y="221211"/>
                </a:moveTo>
                <a:cubicBezTo>
                  <a:pt x="195463" y="224912"/>
                  <a:pt x="184643" y="227663"/>
                  <a:pt x="173644" y="229431"/>
                </a:cubicBezTo>
                <a:lnTo>
                  <a:pt x="173644" y="196088"/>
                </a:lnTo>
                <a:cubicBezTo>
                  <a:pt x="184618" y="194326"/>
                  <a:pt x="195429" y="191669"/>
                  <a:pt x="205971" y="188145"/>
                </a:cubicBezTo>
                <a:close/>
                <a:moveTo>
                  <a:pt x="205971" y="178631"/>
                </a:moveTo>
                <a:cubicBezTo>
                  <a:pt x="195447" y="182259"/>
                  <a:pt x="184632" y="184979"/>
                  <a:pt x="173644" y="186759"/>
                </a:cubicBezTo>
                <a:lnTo>
                  <a:pt x="173644" y="153785"/>
                </a:lnTo>
                <a:cubicBezTo>
                  <a:pt x="184606" y="152138"/>
                  <a:pt x="195417" y="149605"/>
                  <a:pt x="205971" y="146212"/>
                </a:cubicBezTo>
                <a:close/>
                <a:moveTo>
                  <a:pt x="205971" y="136606"/>
                </a:moveTo>
                <a:cubicBezTo>
                  <a:pt x="195444" y="140203"/>
                  <a:pt x="184629" y="142892"/>
                  <a:pt x="173644" y="144641"/>
                </a:cubicBezTo>
                <a:lnTo>
                  <a:pt x="173644" y="111113"/>
                </a:lnTo>
                <a:cubicBezTo>
                  <a:pt x="184652" y="109250"/>
                  <a:pt x="195470" y="106407"/>
                  <a:pt x="205971" y="102616"/>
                </a:cubicBezTo>
                <a:close/>
                <a:moveTo>
                  <a:pt x="233680" y="239314"/>
                </a:moveTo>
                <a:cubicBezTo>
                  <a:pt x="233680" y="244856"/>
                  <a:pt x="226845" y="251506"/>
                  <a:pt x="214376" y="257325"/>
                </a:cubicBezTo>
                <a:lnTo>
                  <a:pt x="214376" y="227492"/>
                </a:lnTo>
                <a:cubicBezTo>
                  <a:pt x="221535" y="224887"/>
                  <a:pt x="228332" y="221379"/>
                  <a:pt x="234604" y="217055"/>
                </a:cubicBezTo>
                <a:close/>
                <a:moveTo>
                  <a:pt x="233680" y="205601"/>
                </a:moveTo>
                <a:cubicBezTo>
                  <a:pt x="227947" y="210659"/>
                  <a:pt x="221427" y="214746"/>
                  <a:pt x="214376" y="217701"/>
                </a:cubicBezTo>
                <a:lnTo>
                  <a:pt x="214376" y="184912"/>
                </a:lnTo>
                <a:cubicBezTo>
                  <a:pt x="221540" y="182278"/>
                  <a:pt x="228337" y="178739"/>
                  <a:pt x="234604" y="174383"/>
                </a:cubicBezTo>
                <a:close/>
                <a:moveTo>
                  <a:pt x="233680" y="162929"/>
                </a:moveTo>
                <a:cubicBezTo>
                  <a:pt x="227971" y="168019"/>
                  <a:pt x="221445" y="172109"/>
                  <a:pt x="214376" y="175029"/>
                </a:cubicBezTo>
                <a:lnTo>
                  <a:pt x="214376" y="143164"/>
                </a:lnTo>
                <a:cubicBezTo>
                  <a:pt x="221504" y="140449"/>
                  <a:pt x="228292" y="136915"/>
                  <a:pt x="234604" y="132634"/>
                </a:cubicBezTo>
                <a:close/>
                <a:moveTo>
                  <a:pt x="233680" y="121181"/>
                </a:moveTo>
                <a:cubicBezTo>
                  <a:pt x="227964" y="126237"/>
                  <a:pt x="221438" y="130296"/>
                  <a:pt x="214376" y="133188"/>
                </a:cubicBezTo>
                <a:lnTo>
                  <a:pt x="214376" y="99106"/>
                </a:lnTo>
                <a:lnTo>
                  <a:pt x="218994" y="96797"/>
                </a:lnTo>
                <a:cubicBezTo>
                  <a:pt x="224095" y="94764"/>
                  <a:pt x="229008" y="92292"/>
                  <a:pt x="233680" y="89408"/>
                </a:cubicBezTo>
                <a:close/>
                <a:moveTo>
                  <a:pt x="128385" y="89962"/>
                </a:moveTo>
                <a:cubicBezTo>
                  <a:pt x="63731" y="89962"/>
                  <a:pt x="22167" y="70012"/>
                  <a:pt x="22167" y="56249"/>
                </a:cubicBezTo>
                <a:cubicBezTo>
                  <a:pt x="22167" y="42487"/>
                  <a:pt x="63731" y="22537"/>
                  <a:pt x="128385" y="22537"/>
                </a:cubicBezTo>
                <a:cubicBezTo>
                  <a:pt x="193040" y="22537"/>
                  <a:pt x="234604" y="42487"/>
                  <a:pt x="234604" y="56249"/>
                </a:cubicBezTo>
                <a:cubicBezTo>
                  <a:pt x="234604" y="70012"/>
                  <a:pt x="193040" y="89962"/>
                  <a:pt x="128385" y="89962"/>
                </a:cubicBezTo>
                <a:close/>
              </a:path>
            </a:pathLst>
          </a:custGeom>
          <a:solidFill>
            <a:srgbClr val="2A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sp>
        <p:nvSpPr>
          <p:cNvPr id="790" name="Google Shape;790;p76"/>
          <p:cNvSpPr/>
          <p:nvPr/>
        </p:nvSpPr>
        <p:spPr>
          <a:xfrm>
            <a:off x="9294697" y="2627468"/>
            <a:ext cx="466681" cy="377227"/>
          </a:xfrm>
          <a:custGeom>
            <a:rect b="b" l="l" r="r" t="t"/>
            <a:pathLst>
              <a:path extrusionOk="0" h="149991" w="185559">
                <a:moveTo>
                  <a:pt x="0" y="29864"/>
                </a:moveTo>
                <a:lnTo>
                  <a:pt x="168" y="26844"/>
                </a:lnTo>
                <a:lnTo>
                  <a:pt x="1342" y="20972"/>
                </a:lnTo>
                <a:lnTo>
                  <a:pt x="3523" y="15603"/>
                </a:lnTo>
                <a:lnTo>
                  <a:pt x="6711" y="10906"/>
                </a:lnTo>
                <a:lnTo>
                  <a:pt x="10905" y="6711"/>
                </a:lnTo>
                <a:lnTo>
                  <a:pt x="15603" y="3524"/>
                </a:lnTo>
                <a:lnTo>
                  <a:pt x="20972" y="1343"/>
                </a:lnTo>
                <a:lnTo>
                  <a:pt x="26844" y="168"/>
                </a:lnTo>
                <a:lnTo>
                  <a:pt x="29864" y="0"/>
                </a:lnTo>
                <a:lnTo>
                  <a:pt x="155695" y="0"/>
                </a:lnTo>
                <a:lnTo>
                  <a:pt x="158714" y="168"/>
                </a:lnTo>
                <a:lnTo>
                  <a:pt x="164587" y="1343"/>
                </a:lnTo>
                <a:lnTo>
                  <a:pt x="169955" y="3524"/>
                </a:lnTo>
                <a:lnTo>
                  <a:pt x="174821" y="6711"/>
                </a:lnTo>
                <a:lnTo>
                  <a:pt x="178847" y="10906"/>
                </a:lnTo>
                <a:lnTo>
                  <a:pt x="182035" y="15603"/>
                </a:lnTo>
                <a:lnTo>
                  <a:pt x="184384" y="20972"/>
                </a:lnTo>
                <a:lnTo>
                  <a:pt x="185558" y="26844"/>
                </a:lnTo>
                <a:lnTo>
                  <a:pt x="185558" y="29864"/>
                </a:lnTo>
                <a:lnTo>
                  <a:pt x="185558" y="32884"/>
                </a:lnTo>
                <a:lnTo>
                  <a:pt x="184384" y="38756"/>
                </a:lnTo>
                <a:lnTo>
                  <a:pt x="182035" y="44125"/>
                </a:lnTo>
                <a:lnTo>
                  <a:pt x="178847" y="48991"/>
                </a:lnTo>
                <a:lnTo>
                  <a:pt x="174821" y="53017"/>
                </a:lnTo>
                <a:lnTo>
                  <a:pt x="169955" y="56205"/>
                </a:lnTo>
                <a:lnTo>
                  <a:pt x="164587" y="58554"/>
                </a:lnTo>
                <a:lnTo>
                  <a:pt x="158714" y="59728"/>
                </a:lnTo>
                <a:lnTo>
                  <a:pt x="155695" y="59728"/>
                </a:lnTo>
                <a:lnTo>
                  <a:pt x="45131" y="59728"/>
                </a:lnTo>
                <a:lnTo>
                  <a:pt x="45131" y="95464"/>
                </a:lnTo>
                <a:lnTo>
                  <a:pt x="45299" y="99323"/>
                </a:lnTo>
                <a:lnTo>
                  <a:pt x="48151" y="106034"/>
                </a:lnTo>
                <a:lnTo>
                  <a:pt x="53352" y="111235"/>
                </a:lnTo>
                <a:lnTo>
                  <a:pt x="60063" y="114087"/>
                </a:lnTo>
                <a:lnTo>
                  <a:pt x="63922" y="114255"/>
                </a:lnTo>
                <a:lnTo>
                  <a:pt x="79190" y="114255"/>
                </a:lnTo>
                <a:lnTo>
                  <a:pt x="79861" y="111738"/>
                </a:lnTo>
                <a:lnTo>
                  <a:pt x="81706" y="106873"/>
                </a:lnTo>
                <a:lnTo>
                  <a:pt x="84223" y="102511"/>
                </a:lnTo>
                <a:lnTo>
                  <a:pt x="87578" y="98820"/>
                </a:lnTo>
                <a:lnTo>
                  <a:pt x="91437" y="95464"/>
                </a:lnTo>
                <a:lnTo>
                  <a:pt x="95799" y="92947"/>
                </a:lnTo>
                <a:lnTo>
                  <a:pt x="100665" y="91270"/>
                </a:lnTo>
                <a:lnTo>
                  <a:pt x="105866" y="90263"/>
                </a:lnTo>
                <a:lnTo>
                  <a:pt x="108550" y="90263"/>
                </a:lnTo>
                <a:lnTo>
                  <a:pt x="155695" y="90263"/>
                </a:lnTo>
                <a:lnTo>
                  <a:pt x="158714" y="90263"/>
                </a:lnTo>
                <a:lnTo>
                  <a:pt x="164587" y="91437"/>
                </a:lnTo>
                <a:lnTo>
                  <a:pt x="169955" y="93786"/>
                </a:lnTo>
                <a:lnTo>
                  <a:pt x="174821" y="96974"/>
                </a:lnTo>
                <a:lnTo>
                  <a:pt x="178847" y="101001"/>
                </a:lnTo>
                <a:lnTo>
                  <a:pt x="182035" y="105866"/>
                </a:lnTo>
                <a:lnTo>
                  <a:pt x="184384" y="111235"/>
                </a:lnTo>
                <a:lnTo>
                  <a:pt x="185558" y="116939"/>
                </a:lnTo>
                <a:lnTo>
                  <a:pt x="185558" y="120127"/>
                </a:lnTo>
                <a:lnTo>
                  <a:pt x="185558" y="123147"/>
                </a:lnTo>
                <a:lnTo>
                  <a:pt x="184384" y="129019"/>
                </a:lnTo>
                <a:lnTo>
                  <a:pt x="182035" y="134388"/>
                </a:lnTo>
                <a:lnTo>
                  <a:pt x="178847" y="139085"/>
                </a:lnTo>
                <a:lnTo>
                  <a:pt x="174821" y="143112"/>
                </a:lnTo>
                <a:lnTo>
                  <a:pt x="169955" y="146300"/>
                </a:lnTo>
                <a:lnTo>
                  <a:pt x="164587" y="148648"/>
                </a:lnTo>
                <a:lnTo>
                  <a:pt x="158714" y="149823"/>
                </a:lnTo>
                <a:lnTo>
                  <a:pt x="155695" y="149991"/>
                </a:lnTo>
                <a:lnTo>
                  <a:pt x="108550" y="149991"/>
                </a:lnTo>
                <a:lnTo>
                  <a:pt x="105866" y="149823"/>
                </a:lnTo>
                <a:lnTo>
                  <a:pt x="100832" y="148984"/>
                </a:lnTo>
                <a:lnTo>
                  <a:pt x="96135" y="147306"/>
                </a:lnTo>
                <a:lnTo>
                  <a:pt x="91773" y="144790"/>
                </a:lnTo>
                <a:lnTo>
                  <a:pt x="87914" y="141770"/>
                </a:lnTo>
                <a:lnTo>
                  <a:pt x="84726" y="138079"/>
                </a:lnTo>
                <a:lnTo>
                  <a:pt x="82042" y="133884"/>
                </a:lnTo>
                <a:lnTo>
                  <a:pt x="80028" y="129354"/>
                </a:lnTo>
                <a:lnTo>
                  <a:pt x="79357" y="126838"/>
                </a:lnTo>
                <a:lnTo>
                  <a:pt x="63922" y="126838"/>
                </a:lnTo>
                <a:lnTo>
                  <a:pt x="60734" y="126838"/>
                </a:lnTo>
                <a:lnTo>
                  <a:pt x="54527" y="125496"/>
                </a:lnTo>
                <a:lnTo>
                  <a:pt x="48990" y="123147"/>
                </a:lnTo>
                <a:lnTo>
                  <a:pt x="43957" y="119791"/>
                </a:lnTo>
                <a:lnTo>
                  <a:pt x="39595" y="115429"/>
                </a:lnTo>
                <a:lnTo>
                  <a:pt x="36239" y="110396"/>
                </a:lnTo>
                <a:lnTo>
                  <a:pt x="33890" y="104859"/>
                </a:lnTo>
                <a:lnTo>
                  <a:pt x="32548" y="98652"/>
                </a:lnTo>
                <a:lnTo>
                  <a:pt x="32548" y="95464"/>
                </a:lnTo>
                <a:lnTo>
                  <a:pt x="32548" y="59728"/>
                </a:lnTo>
                <a:lnTo>
                  <a:pt x="29864" y="59728"/>
                </a:lnTo>
                <a:lnTo>
                  <a:pt x="26844" y="59728"/>
                </a:lnTo>
                <a:lnTo>
                  <a:pt x="20972" y="58554"/>
                </a:lnTo>
                <a:lnTo>
                  <a:pt x="15603" y="56205"/>
                </a:lnTo>
                <a:lnTo>
                  <a:pt x="10905" y="53017"/>
                </a:lnTo>
                <a:lnTo>
                  <a:pt x="6711" y="48991"/>
                </a:lnTo>
                <a:lnTo>
                  <a:pt x="3523" y="44125"/>
                </a:lnTo>
                <a:lnTo>
                  <a:pt x="1342" y="38756"/>
                </a:lnTo>
                <a:lnTo>
                  <a:pt x="168" y="32884"/>
                </a:lnTo>
                <a:close/>
                <a:moveTo>
                  <a:pt x="29864" y="12584"/>
                </a:moveTo>
                <a:lnTo>
                  <a:pt x="26341" y="12751"/>
                </a:lnTo>
                <a:lnTo>
                  <a:pt x="20133" y="15436"/>
                </a:lnTo>
                <a:lnTo>
                  <a:pt x="15435" y="20133"/>
                </a:lnTo>
                <a:lnTo>
                  <a:pt x="12751" y="26341"/>
                </a:lnTo>
                <a:lnTo>
                  <a:pt x="12583" y="29864"/>
                </a:lnTo>
                <a:lnTo>
                  <a:pt x="12751" y="33388"/>
                </a:lnTo>
                <a:lnTo>
                  <a:pt x="15435" y="39595"/>
                </a:lnTo>
                <a:lnTo>
                  <a:pt x="20133" y="44293"/>
                </a:lnTo>
                <a:lnTo>
                  <a:pt x="26341" y="46977"/>
                </a:lnTo>
                <a:lnTo>
                  <a:pt x="29864" y="47145"/>
                </a:lnTo>
                <a:lnTo>
                  <a:pt x="155695" y="47145"/>
                </a:lnTo>
                <a:lnTo>
                  <a:pt x="159218" y="46977"/>
                </a:lnTo>
                <a:lnTo>
                  <a:pt x="165425" y="44293"/>
                </a:lnTo>
                <a:lnTo>
                  <a:pt x="170123" y="39595"/>
                </a:lnTo>
                <a:lnTo>
                  <a:pt x="172808" y="33388"/>
                </a:lnTo>
                <a:lnTo>
                  <a:pt x="172975" y="29864"/>
                </a:lnTo>
                <a:lnTo>
                  <a:pt x="172808" y="26341"/>
                </a:lnTo>
                <a:lnTo>
                  <a:pt x="170123" y="20133"/>
                </a:lnTo>
                <a:lnTo>
                  <a:pt x="165425" y="15436"/>
                </a:lnTo>
                <a:lnTo>
                  <a:pt x="159218" y="12751"/>
                </a:lnTo>
                <a:lnTo>
                  <a:pt x="155695" y="12584"/>
                </a:lnTo>
                <a:close/>
                <a:moveTo>
                  <a:pt x="108550" y="102846"/>
                </a:moveTo>
                <a:lnTo>
                  <a:pt x="105027" y="103014"/>
                </a:lnTo>
                <a:lnTo>
                  <a:pt x="98819" y="105698"/>
                </a:lnTo>
                <a:lnTo>
                  <a:pt x="94121" y="110396"/>
                </a:lnTo>
                <a:lnTo>
                  <a:pt x="91437" y="116604"/>
                </a:lnTo>
                <a:lnTo>
                  <a:pt x="91269" y="120127"/>
                </a:lnTo>
                <a:lnTo>
                  <a:pt x="91437" y="123650"/>
                </a:lnTo>
                <a:lnTo>
                  <a:pt x="94121" y="129858"/>
                </a:lnTo>
                <a:lnTo>
                  <a:pt x="98819" y="134555"/>
                </a:lnTo>
                <a:lnTo>
                  <a:pt x="105027" y="137072"/>
                </a:lnTo>
                <a:lnTo>
                  <a:pt x="108550" y="137408"/>
                </a:lnTo>
                <a:lnTo>
                  <a:pt x="155695" y="137408"/>
                </a:lnTo>
                <a:lnTo>
                  <a:pt x="159218" y="137072"/>
                </a:lnTo>
                <a:lnTo>
                  <a:pt x="165425" y="134555"/>
                </a:lnTo>
                <a:lnTo>
                  <a:pt x="170123" y="129858"/>
                </a:lnTo>
                <a:lnTo>
                  <a:pt x="172808" y="123650"/>
                </a:lnTo>
                <a:lnTo>
                  <a:pt x="172975" y="120127"/>
                </a:lnTo>
                <a:lnTo>
                  <a:pt x="172808" y="116604"/>
                </a:lnTo>
                <a:lnTo>
                  <a:pt x="170123" y="110396"/>
                </a:lnTo>
                <a:lnTo>
                  <a:pt x="165425" y="105698"/>
                </a:lnTo>
                <a:lnTo>
                  <a:pt x="159218" y="103014"/>
                </a:lnTo>
                <a:lnTo>
                  <a:pt x="155695" y="102846"/>
                </a:lnTo>
                <a:close/>
              </a:path>
            </a:pathLst>
          </a:custGeom>
          <a:solidFill>
            <a:srgbClr val="28B5E8"/>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rgbClr val="252525"/>
              </a:buClr>
              <a:buSzPts val="3600"/>
              <a:buFont typeface="Arial"/>
              <a:buNone/>
            </a:pPr>
            <a:r>
              <a:t/>
            </a:r>
            <a:endParaRPr sz="3600">
              <a:solidFill>
                <a:srgbClr val="252525"/>
              </a:solidFill>
              <a:latin typeface="Arial"/>
              <a:ea typeface="Arial"/>
              <a:cs typeface="Arial"/>
              <a:sym typeface="Arial"/>
            </a:endParaRPr>
          </a:p>
        </p:txBody>
      </p:sp>
      <p:sp>
        <p:nvSpPr>
          <p:cNvPr id="791" name="Google Shape;791;p76"/>
          <p:cNvSpPr txBox="1"/>
          <p:nvPr/>
        </p:nvSpPr>
        <p:spPr>
          <a:xfrm>
            <a:off x="9867628" y="3728686"/>
            <a:ext cx="17352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Structured Data: Cortex Analyst</a:t>
            </a:r>
            <a:endParaRPr sz="1800">
              <a:solidFill>
                <a:srgbClr val="262626"/>
              </a:solidFill>
            </a:endParaRPr>
          </a:p>
        </p:txBody>
      </p:sp>
      <p:sp>
        <p:nvSpPr>
          <p:cNvPr id="792" name="Google Shape;792;p76"/>
          <p:cNvSpPr txBox="1"/>
          <p:nvPr/>
        </p:nvSpPr>
        <p:spPr>
          <a:xfrm>
            <a:off x="9972651" y="4795733"/>
            <a:ext cx="1735200" cy="831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Unstructured Data: Cortex Search</a:t>
            </a:r>
            <a:endParaRPr sz="1800">
              <a:solidFill>
                <a:srgbClr val="262626"/>
              </a:solidFill>
            </a:endParaRPr>
          </a:p>
        </p:txBody>
      </p:sp>
      <p:sp>
        <p:nvSpPr>
          <p:cNvPr id="793" name="Google Shape;793;p76"/>
          <p:cNvSpPr/>
          <p:nvPr/>
        </p:nvSpPr>
        <p:spPr>
          <a:xfrm>
            <a:off x="9464503" y="4838380"/>
            <a:ext cx="314938" cy="414607"/>
          </a:xfrm>
          <a:custGeom>
            <a:rect b="b" l="l" r="r" t="t"/>
            <a:pathLst>
              <a:path extrusionOk="0" h="8980" w="6822">
                <a:moveTo>
                  <a:pt x="1801" y="1201"/>
                </a:moveTo>
                <a:lnTo>
                  <a:pt x="1801" y="2158"/>
                </a:lnTo>
                <a:lnTo>
                  <a:pt x="994" y="2158"/>
                </a:lnTo>
                <a:lnTo>
                  <a:pt x="1801" y="1201"/>
                </a:lnTo>
                <a:close/>
                <a:moveTo>
                  <a:pt x="3864" y="1631"/>
                </a:moveTo>
                <a:cubicBezTo>
                  <a:pt x="3756" y="1631"/>
                  <a:pt x="3671" y="1718"/>
                  <a:pt x="3671" y="1824"/>
                </a:cubicBezTo>
                <a:lnTo>
                  <a:pt x="3671" y="3980"/>
                </a:lnTo>
                <a:cubicBezTo>
                  <a:pt x="3671" y="4087"/>
                  <a:pt x="3756" y="4171"/>
                  <a:pt x="3864" y="4173"/>
                </a:cubicBezTo>
                <a:lnTo>
                  <a:pt x="5376" y="4173"/>
                </a:lnTo>
                <a:cubicBezTo>
                  <a:pt x="5484" y="4173"/>
                  <a:pt x="5569" y="4087"/>
                  <a:pt x="5569" y="3980"/>
                </a:cubicBezTo>
                <a:lnTo>
                  <a:pt x="5569" y="1824"/>
                </a:lnTo>
                <a:cubicBezTo>
                  <a:pt x="5569" y="1715"/>
                  <a:pt x="5481" y="1631"/>
                  <a:pt x="5376" y="1631"/>
                </a:cubicBezTo>
                <a:close/>
                <a:moveTo>
                  <a:pt x="1398" y="3756"/>
                </a:moveTo>
                <a:cubicBezTo>
                  <a:pt x="1274" y="3756"/>
                  <a:pt x="1172" y="3858"/>
                  <a:pt x="1172" y="3983"/>
                </a:cubicBezTo>
                <a:cubicBezTo>
                  <a:pt x="1172" y="4106"/>
                  <a:pt x="1274" y="4209"/>
                  <a:pt x="1398" y="4209"/>
                </a:cubicBezTo>
                <a:lnTo>
                  <a:pt x="2888" y="4209"/>
                </a:lnTo>
                <a:cubicBezTo>
                  <a:pt x="3013" y="4209"/>
                  <a:pt x="3116" y="4106"/>
                  <a:pt x="3116" y="3983"/>
                </a:cubicBezTo>
                <a:cubicBezTo>
                  <a:pt x="3116" y="3858"/>
                  <a:pt x="3013" y="3756"/>
                  <a:pt x="2888" y="3756"/>
                </a:cubicBezTo>
                <a:close/>
                <a:moveTo>
                  <a:pt x="1398" y="4834"/>
                </a:moveTo>
                <a:cubicBezTo>
                  <a:pt x="1274" y="4834"/>
                  <a:pt x="1172" y="4936"/>
                  <a:pt x="1172" y="5061"/>
                </a:cubicBezTo>
                <a:cubicBezTo>
                  <a:pt x="1172" y="5186"/>
                  <a:pt x="1274" y="5287"/>
                  <a:pt x="1398" y="5287"/>
                </a:cubicBezTo>
                <a:lnTo>
                  <a:pt x="5398" y="5287"/>
                </a:lnTo>
                <a:cubicBezTo>
                  <a:pt x="5523" y="5287"/>
                  <a:pt x="5625" y="5186"/>
                  <a:pt x="5625" y="5061"/>
                </a:cubicBezTo>
                <a:cubicBezTo>
                  <a:pt x="5625" y="4936"/>
                  <a:pt x="5523" y="4834"/>
                  <a:pt x="5398" y="4834"/>
                </a:cubicBezTo>
                <a:close/>
                <a:moveTo>
                  <a:pt x="1398" y="5913"/>
                </a:moveTo>
                <a:cubicBezTo>
                  <a:pt x="1274" y="5913"/>
                  <a:pt x="1172" y="6014"/>
                  <a:pt x="1172" y="6139"/>
                </a:cubicBezTo>
                <a:cubicBezTo>
                  <a:pt x="1172" y="6264"/>
                  <a:pt x="1274" y="6366"/>
                  <a:pt x="1398" y="6366"/>
                </a:cubicBezTo>
                <a:lnTo>
                  <a:pt x="5398" y="6366"/>
                </a:lnTo>
                <a:cubicBezTo>
                  <a:pt x="5523" y="6366"/>
                  <a:pt x="5625" y="6264"/>
                  <a:pt x="5625" y="6139"/>
                </a:cubicBezTo>
                <a:cubicBezTo>
                  <a:pt x="5625" y="6014"/>
                  <a:pt x="5523" y="5913"/>
                  <a:pt x="5398" y="5913"/>
                </a:cubicBezTo>
                <a:close/>
                <a:moveTo>
                  <a:pt x="1398" y="6991"/>
                </a:moveTo>
                <a:cubicBezTo>
                  <a:pt x="1274" y="6991"/>
                  <a:pt x="1172" y="7094"/>
                  <a:pt x="1172" y="7217"/>
                </a:cubicBezTo>
                <a:cubicBezTo>
                  <a:pt x="1172" y="7342"/>
                  <a:pt x="1274" y="7444"/>
                  <a:pt x="1398" y="7444"/>
                </a:cubicBezTo>
                <a:lnTo>
                  <a:pt x="5398" y="7444"/>
                </a:lnTo>
                <a:cubicBezTo>
                  <a:pt x="5523" y="7444"/>
                  <a:pt x="5625" y="7342"/>
                  <a:pt x="5625" y="7217"/>
                </a:cubicBezTo>
                <a:cubicBezTo>
                  <a:pt x="5625" y="7094"/>
                  <a:pt x="5523" y="6991"/>
                  <a:pt x="5398" y="6991"/>
                </a:cubicBezTo>
                <a:close/>
                <a:moveTo>
                  <a:pt x="6112" y="710"/>
                </a:moveTo>
                <a:lnTo>
                  <a:pt x="6112" y="8270"/>
                </a:lnTo>
                <a:lnTo>
                  <a:pt x="710" y="8270"/>
                </a:lnTo>
                <a:lnTo>
                  <a:pt x="710" y="2866"/>
                </a:lnTo>
                <a:lnTo>
                  <a:pt x="2153" y="2866"/>
                </a:lnTo>
                <a:cubicBezTo>
                  <a:pt x="2351" y="2866"/>
                  <a:pt x="2508" y="2707"/>
                  <a:pt x="2508" y="2513"/>
                </a:cubicBezTo>
                <a:lnTo>
                  <a:pt x="2508" y="710"/>
                </a:lnTo>
                <a:close/>
                <a:moveTo>
                  <a:pt x="2051" y="0"/>
                </a:moveTo>
                <a:cubicBezTo>
                  <a:pt x="1947" y="0"/>
                  <a:pt x="1847" y="48"/>
                  <a:pt x="1781" y="126"/>
                </a:cubicBezTo>
                <a:lnTo>
                  <a:pt x="83" y="2134"/>
                </a:lnTo>
                <a:cubicBezTo>
                  <a:pt x="30" y="2196"/>
                  <a:pt x="0" y="2278"/>
                  <a:pt x="0" y="2361"/>
                </a:cubicBezTo>
                <a:lnTo>
                  <a:pt x="0" y="8625"/>
                </a:lnTo>
                <a:cubicBezTo>
                  <a:pt x="0" y="8821"/>
                  <a:pt x="161" y="8980"/>
                  <a:pt x="355" y="8980"/>
                </a:cubicBezTo>
                <a:lnTo>
                  <a:pt x="6467" y="8980"/>
                </a:lnTo>
                <a:cubicBezTo>
                  <a:pt x="6665" y="8980"/>
                  <a:pt x="6822" y="8819"/>
                  <a:pt x="6822" y="8625"/>
                </a:cubicBezTo>
                <a:lnTo>
                  <a:pt x="6822" y="355"/>
                </a:lnTo>
                <a:cubicBezTo>
                  <a:pt x="6822" y="161"/>
                  <a:pt x="6665" y="0"/>
                  <a:pt x="6466" y="0"/>
                </a:cubicBezTo>
                <a:close/>
              </a:path>
            </a:pathLst>
          </a:custGeom>
          <a:solidFill>
            <a:srgbClr val="29B5E8"/>
          </a:solidFill>
          <a:ln>
            <a:noFill/>
          </a:ln>
        </p:spPr>
        <p:txBody>
          <a:bodyPr anchorCtr="0" anchor="ctr" bIns="91450" lIns="91450" spcFirstLastPara="1" rIns="91450" wrap="square" tIns="91450">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794" name="Google Shape;794;p76"/>
          <p:cNvSpPr txBox="1"/>
          <p:nvPr/>
        </p:nvSpPr>
        <p:spPr>
          <a:xfrm>
            <a:off x="12925401" y="4337061"/>
            <a:ext cx="8172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Cortex Agents </a:t>
            </a:r>
            <a:endParaRPr sz="1800">
              <a:solidFill>
                <a:srgbClr val="262626"/>
              </a:solidFill>
            </a:endParaRPr>
          </a:p>
        </p:txBody>
      </p:sp>
      <p:sp>
        <p:nvSpPr>
          <p:cNvPr id="795" name="Google Shape;795;p76"/>
          <p:cNvSpPr txBox="1"/>
          <p:nvPr/>
        </p:nvSpPr>
        <p:spPr>
          <a:xfrm>
            <a:off x="9940077" y="5882956"/>
            <a:ext cx="21546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Custom Tools</a:t>
            </a:r>
            <a:endParaRPr sz="1800">
              <a:solidFill>
                <a:srgbClr val="262626"/>
              </a:solidFill>
            </a:endParaRPr>
          </a:p>
        </p:txBody>
      </p:sp>
      <p:sp>
        <p:nvSpPr>
          <p:cNvPr id="796" name="Google Shape;796;p76"/>
          <p:cNvSpPr txBox="1"/>
          <p:nvPr/>
        </p:nvSpPr>
        <p:spPr>
          <a:xfrm>
            <a:off x="15283708" y="5117425"/>
            <a:ext cx="1987200" cy="83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1800">
                <a:solidFill>
                  <a:srgbClr val="262626"/>
                </a:solidFill>
              </a:rPr>
              <a:t>Collaboration tools (Slack, Teams etc.)</a:t>
            </a:r>
            <a:endParaRPr sz="1800">
              <a:solidFill>
                <a:srgbClr val="262626"/>
              </a:solidFill>
            </a:endParaRPr>
          </a:p>
          <a:p>
            <a:pPr indent="0" lvl="0" marL="0" marR="0" rtl="0" algn="l">
              <a:lnSpc>
                <a:spcPct val="100000"/>
              </a:lnSpc>
              <a:spcBef>
                <a:spcPts val="0"/>
              </a:spcBef>
              <a:spcAft>
                <a:spcPts val="0"/>
              </a:spcAft>
              <a:buNone/>
            </a:pPr>
            <a:r>
              <a:t/>
            </a:r>
            <a:endParaRPr sz="1800">
              <a:solidFill>
                <a:srgbClr val="262626"/>
              </a:solidFill>
            </a:endParaRPr>
          </a:p>
        </p:txBody>
      </p:sp>
      <p:sp>
        <p:nvSpPr>
          <p:cNvPr id="797" name="Google Shape;797;p76"/>
          <p:cNvSpPr/>
          <p:nvPr/>
        </p:nvSpPr>
        <p:spPr>
          <a:xfrm>
            <a:off x="9116851" y="1602211"/>
            <a:ext cx="4718400" cy="517200"/>
          </a:xfrm>
          <a:prstGeom prst="roundRect">
            <a:avLst>
              <a:gd fmla="val 16667" name="adj"/>
            </a:avLst>
          </a:prstGeom>
          <a:solidFill>
            <a:srgbClr val="DEF3FB"/>
          </a:solidFill>
          <a:ln cap="flat" cmpd="sng" w="19050">
            <a:solidFill>
              <a:srgbClr val="29B5E8"/>
            </a:solidFill>
            <a:prstDash val="solid"/>
            <a:round/>
            <a:headEnd len="sm" w="sm" type="none"/>
            <a:tailEnd len="sm" w="sm" type="none"/>
          </a:ln>
        </p:spPr>
        <p:txBody>
          <a:bodyPr anchorCtr="0" anchor="ctr" bIns="91450" lIns="457200" spcFirstLastPara="1" rIns="91450" wrap="square" tIns="91450">
            <a:noAutofit/>
          </a:bodyPr>
          <a:lstStyle/>
          <a:p>
            <a:pPr indent="0" lvl="0" marL="0" rtl="0" algn="ctr">
              <a:spcBef>
                <a:spcPts val="0"/>
              </a:spcBef>
              <a:spcAft>
                <a:spcPts val="0"/>
              </a:spcAft>
              <a:buNone/>
            </a:pPr>
            <a:r>
              <a:rPr b="1" lang="en-US" sz="1800">
                <a:solidFill>
                  <a:srgbClr val="262626"/>
                </a:solidFill>
              </a:rPr>
              <a:t>AGENTS &amp; ORCHESTRATION</a:t>
            </a:r>
            <a:endParaRPr b="1" sz="1800">
              <a:solidFill>
                <a:srgbClr val="262626"/>
              </a:solidFill>
            </a:endParaRPr>
          </a:p>
        </p:txBody>
      </p:sp>
      <p:sp>
        <p:nvSpPr>
          <p:cNvPr id="798" name="Google Shape;798;p76"/>
          <p:cNvSpPr/>
          <p:nvPr/>
        </p:nvSpPr>
        <p:spPr>
          <a:xfrm>
            <a:off x="12221025" y="4442782"/>
            <a:ext cx="596624" cy="342968"/>
          </a:xfrm>
          <a:custGeom>
            <a:rect b="b" l="l" r="r" t="t"/>
            <a:pathLst>
              <a:path extrusionOk="0" h="1524301" w="2386495">
                <a:moveTo>
                  <a:pt x="2294870" y="1216109"/>
                </a:moveTo>
                <a:lnTo>
                  <a:pt x="2294870" y="612308"/>
                </a:lnTo>
                <a:cubicBezTo>
                  <a:pt x="2348924" y="585902"/>
                  <a:pt x="2386495" y="530785"/>
                  <a:pt x="2386495" y="466807"/>
                </a:cubicBezTo>
                <a:cubicBezTo>
                  <a:pt x="2386495" y="402830"/>
                  <a:pt x="2348924" y="347713"/>
                  <a:pt x="2294870" y="321307"/>
                </a:cubicBezTo>
                <a:lnTo>
                  <a:pt x="2294870" y="91625"/>
                </a:lnTo>
                <a:lnTo>
                  <a:pt x="1206894" y="91625"/>
                </a:lnTo>
                <a:cubicBezTo>
                  <a:pt x="1180487" y="37571"/>
                  <a:pt x="1125371" y="0"/>
                  <a:pt x="1061393" y="0"/>
                </a:cubicBezTo>
                <a:cubicBezTo>
                  <a:pt x="997415" y="0"/>
                  <a:pt x="942299" y="37571"/>
                  <a:pt x="915892" y="91625"/>
                </a:cubicBezTo>
                <a:lnTo>
                  <a:pt x="308015" y="91625"/>
                </a:lnTo>
                <a:cubicBezTo>
                  <a:pt x="281609" y="37571"/>
                  <a:pt x="226492" y="0"/>
                  <a:pt x="162514" y="0"/>
                </a:cubicBezTo>
                <a:cubicBezTo>
                  <a:pt x="73016" y="0"/>
                  <a:pt x="0" y="72839"/>
                  <a:pt x="0" y="162514"/>
                </a:cubicBezTo>
                <a:cubicBezTo>
                  <a:pt x="0" y="224720"/>
                  <a:pt x="35445" y="278064"/>
                  <a:pt x="86840" y="305534"/>
                </a:cubicBezTo>
                <a:lnTo>
                  <a:pt x="86840" y="1213983"/>
                </a:lnTo>
                <a:cubicBezTo>
                  <a:pt x="35445" y="1241275"/>
                  <a:pt x="0" y="1294797"/>
                  <a:pt x="0" y="1357002"/>
                </a:cubicBezTo>
                <a:cubicBezTo>
                  <a:pt x="0" y="1446677"/>
                  <a:pt x="72839" y="1519516"/>
                  <a:pt x="162514" y="1519516"/>
                </a:cubicBezTo>
                <a:cubicBezTo>
                  <a:pt x="224543" y="1519516"/>
                  <a:pt x="278064" y="1484072"/>
                  <a:pt x="305357" y="1432677"/>
                </a:cubicBezTo>
                <a:lnTo>
                  <a:pt x="2078480" y="1432677"/>
                </a:lnTo>
                <a:cubicBezTo>
                  <a:pt x="2104887" y="1486730"/>
                  <a:pt x="2160003" y="1524302"/>
                  <a:pt x="2223981" y="1524302"/>
                </a:cubicBezTo>
                <a:cubicBezTo>
                  <a:pt x="2313479" y="1524302"/>
                  <a:pt x="2386495" y="1451463"/>
                  <a:pt x="2386495" y="1361787"/>
                </a:cubicBezTo>
                <a:cubicBezTo>
                  <a:pt x="2386495" y="1297632"/>
                  <a:pt x="2348924" y="1242693"/>
                  <a:pt x="2294870" y="1216287"/>
                </a:cubicBezTo>
                <a:close/>
                <a:moveTo>
                  <a:pt x="162514" y="1448450"/>
                </a:moveTo>
                <a:cubicBezTo>
                  <a:pt x="112005" y="1448450"/>
                  <a:pt x="70890" y="1407334"/>
                  <a:pt x="70890" y="1356825"/>
                </a:cubicBezTo>
                <a:cubicBezTo>
                  <a:pt x="70890" y="1306316"/>
                  <a:pt x="112005" y="1265200"/>
                  <a:pt x="162514" y="1265200"/>
                </a:cubicBezTo>
                <a:cubicBezTo>
                  <a:pt x="213023" y="1265200"/>
                  <a:pt x="254139" y="1306316"/>
                  <a:pt x="254139" y="1356825"/>
                </a:cubicBezTo>
                <a:cubicBezTo>
                  <a:pt x="254139" y="1407334"/>
                  <a:pt x="213023" y="1448450"/>
                  <a:pt x="162514" y="1448450"/>
                </a:cubicBezTo>
                <a:close/>
                <a:moveTo>
                  <a:pt x="162514" y="70890"/>
                </a:moveTo>
                <a:cubicBezTo>
                  <a:pt x="213023" y="70890"/>
                  <a:pt x="254139" y="112005"/>
                  <a:pt x="254139" y="162514"/>
                </a:cubicBezTo>
                <a:cubicBezTo>
                  <a:pt x="254139" y="213023"/>
                  <a:pt x="213023" y="254139"/>
                  <a:pt x="162514" y="254139"/>
                </a:cubicBezTo>
                <a:cubicBezTo>
                  <a:pt x="112005" y="254139"/>
                  <a:pt x="70890" y="213023"/>
                  <a:pt x="70890" y="162514"/>
                </a:cubicBezTo>
                <a:cubicBezTo>
                  <a:pt x="70890" y="112005"/>
                  <a:pt x="112005" y="70890"/>
                  <a:pt x="162514" y="70890"/>
                </a:cubicBezTo>
                <a:close/>
                <a:moveTo>
                  <a:pt x="1061393" y="70890"/>
                </a:moveTo>
                <a:cubicBezTo>
                  <a:pt x="1111902" y="70890"/>
                  <a:pt x="1153018" y="112005"/>
                  <a:pt x="1153018" y="162514"/>
                </a:cubicBezTo>
                <a:cubicBezTo>
                  <a:pt x="1153018" y="213023"/>
                  <a:pt x="1111902" y="254139"/>
                  <a:pt x="1061393" y="254139"/>
                </a:cubicBezTo>
                <a:cubicBezTo>
                  <a:pt x="1010884" y="254139"/>
                  <a:pt x="969768" y="213023"/>
                  <a:pt x="969768" y="162514"/>
                </a:cubicBezTo>
                <a:cubicBezTo>
                  <a:pt x="969768" y="112005"/>
                  <a:pt x="1010884" y="70890"/>
                  <a:pt x="1061393" y="70890"/>
                </a:cubicBezTo>
                <a:close/>
                <a:moveTo>
                  <a:pt x="945134" y="275760"/>
                </a:moveTo>
                <a:lnTo>
                  <a:pt x="709427" y="636942"/>
                </a:lnTo>
                <a:cubicBezTo>
                  <a:pt x="697730" y="633398"/>
                  <a:pt x="685502" y="630917"/>
                  <a:pt x="672387" y="630917"/>
                </a:cubicBezTo>
                <a:cubicBezTo>
                  <a:pt x="654665" y="630917"/>
                  <a:pt x="637828" y="634638"/>
                  <a:pt x="622410" y="641196"/>
                </a:cubicBezTo>
                <a:lnTo>
                  <a:pt x="300217" y="247936"/>
                </a:lnTo>
                <a:cubicBezTo>
                  <a:pt x="303053" y="243328"/>
                  <a:pt x="305534" y="238543"/>
                  <a:pt x="308015" y="233581"/>
                </a:cubicBezTo>
                <a:lnTo>
                  <a:pt x="915715" y="233581"/>
                </a:lnTo>
                <a:cubicBezTo>
                  <a:pt x="923336" y="249177"/>
                  <a:pt x="933083" y="263532"/>
                  <a:pt x="945134" y="275937"/>
                </a:cubicBezTo>
                <a:close/>
                <a:moveTo>
                  <a:pt x="250417" y="298799"/>
                </a:moveTo>
                <a:lnTo>
                  <a:pt x="567648" y="686033"/>
                </a:lnTo>
                <a:cubicBezTo>
                  <a:pt x="553647" y="706414"/>
                  <a:pt x="545318" y="731225"/>
                  <a:pt x="545318" y="757809"/>
                </a:cubicBezTo>
                <a:cubicBezTo>
                  <a:pt x="545318" y="784392"/>
                  <a:pt x="553115" y="807609"/>
                  <a:pt x="566407" y="827635"/>
                </a:cubicBezTo>
                <a:lnTo>
                  <a:pt x="237480" y="1213628"/>
                </a:lnTo>
                <a:cubicBezTo>
                  <a:pt x="234467" y="1212033"/>
                  <a:pt x="231809" y="1210261"/>
                  <a:pt x="228619" y="1208843"/>
                </a:cubicBezTo>
                <a:lnTo>
                  <a:pt x="228619" y="310673"/>
                </a:lnTo>
                <a:cubicBezTo>
                  <a:pt x="236239" y="307306"/>
                  <a:pt x="243505" y="303407"/>
                  <a:pt x="250240" y="298799"/>
                </a:cubicBezTo>
                <a:close/>
                <a:moveTo>
                  <a:pt x="620106" y="873359"/>
                </a:moveTo>
                <a:cubicBezTo>
                  <a:pt x="636056" y="880625"/>
                  <a:pt x="653601" y="884878"/>
                  <a:pt x="672387" y="884878"/>
                </a:cubicBezTo>
                <a:cubicBezTo>
                  <a:pt x="717579" y="884878"/>
                  <a:pt x="756923" y="861130"/>
                  <a:pt x="779430" y="825686"/>
                </a:cubicBezTo>
                <a:lnTo>
                  <a:pt x="1239326" y="958603"/>
                </a:lnTo>
                <a:cubicBezTo>
                  <a:pt x="1037291" y="1014429"/>
                  <a:pt x="623119" y="1129801"/>
                  <a:pt x="324674" y="1220363"/>
                </a:cubicBezTo>
                <a:lnTo>
                  <a:pt x="620283" y="873359"/>
                </a:lnTo>
                <a:close/>
                <a:moveTo>
                  <a:pt x="799279" y="757632"/>
                </a:moveTo>
                <a:cubicBezTo>
                  <a:pt x="799279" y="726086"/>
                  <a:pt x="787405" y="697730"/>
                  <a:pt x="768265" y="675577"/>
                </a:cubicBezTo>
                <a:lnTo>
                  <a:pt x="1004327" y="314218"/>
                </a:lnTo>
                <a:cubicBezTo>
                  <a:pt x="1022049" y="320952"/>
                  <a:pt x="1041012" y="325028"/>
                  <a:pt x="1061039" y="325028"/>
                </a:cubicBezTo>
                <a:cubicBezTo>
                  <a:pt x="1106231" y="325028"/>
                  <a:pt x="1146992" y="306420"/>
                  <a:pt x="1176589" y="276469"/>
                </a:cubicBezTo>
                <a:lnTo>
                  <a:pt x="1426120" y="432426"/>
                </a:lnTo>
                <a:cubicBezTo>
                  <a:pt x="1423107" y="443414"/>
                  <a:pt x="1420803" y="454756"/>
                  <a:pt x="1420803" y="466807"/>
                </a:cubicBezTo>
                <a:cubicBezTo>
                  <a:pt x="1420803" y="508987"/>
                  <a:pt x="1441538" y="546026"/>
                  <a:pt x="1473084" y="569066"/>
                </a:cubicBezTo>
                <a:lnTo>
                  <a:pt x="1377915" y="831711"/>
                </a:lnTo>
                <a:cubicBezTo>
                  <a:pt x="1375079" y="831534"/>
                  <a:pt x="1372243" y="830825"/>
                  <a:pt x="1369408" y="830825"/>
                </a:cubicBezTo>
                <a:cubicBezTo>
                  <a:pt x="1323684" y="830825"/>
                  <a:pt x="1283986" y="855105"/>
                  <a:pt x="1261656" y="891258"/>
                </a:cubicBezTo>
                <a:lnTo>
                  <a:pt x="799279" y="757454"/>
                </a:lnTo>
                <a:close/>
                <a:moveTo>
                  <a:pt x="1539897" y="592991"/>
                </a:moveTo>
                <a:cubicBezTo>
                  <a:pt x="1542556" y="592991"/>
                  <a:pt x="1545214" y="593877"/>
                  <a:pt x="1548050" y="593877"/>
                </a:cubicBezTo>
                <a:cubicBezTo>
                  <a:pt x="1605824" y="593877"/>
                  <a:pt x="1654029" y="555065"/>
                  <a:pt x="1669448" y="502252"/>
                </a:cubicBezTo>
                <a:lnTo>
                  <a:pt x="2065543" y="502252"/>
                </a:lnTo>
                <a:cubicBezTo>
                  <a:pt x="2066606" y="506683"/>
                  <a:pt x="2068201" y="510759"/>
                  <a:pt x="2069442" y="514835"/>
                </a:cubicBezTo>
                <a:lnTo>
                  <a:pt x="1458374" y="867333"/>
                </a:lnTo>
                <a:cubicBezTo>
                  <a:pt x="1454121" y="863257"/>
                  <a:pt x="1449513" y="859535"/>
                  <a:pt x="1444728" y="855991"/>
                </a:cubicBezTo>
                <a:lnTo>
                  <a:pt x="1540074" y="592991"/>
                </a:lnTo>
                <a:close/>
                <a:moveTo>
                  <a:pt x="2315429" y="466807"/>
                </a:moveTo>
                <a:cubicBezTo>
                  <a:pt x="2315429" y="517316"/>
                  <a:pt x="2274312" y="558432"/>
                  <a:pt x="2223804" y="558432"/>
                </a:cubicBezTo>
                <a:cubicBezTo>
                  <a:pt x="2173295" y="558432"/>
                  <a:pt x="2132179" y="517316"/>
                  <a:pt x="2132179" y="466807"/>
                </a:cubicBezTo>
                <a:cubicBezTo>
                  <a:pt x="2132179" y="416299"/>
                  <a:pt x="2173295" y="375183"/>
                  <a:pt x="2223804" y="375183"/>
                </a:cubicBezTo>
                <a:cubicBezTo>
                  <a:pt x="2274312" y="375183"/>
                  <a:pt x="2315429" y="416299"/>
                  <a:pt x="2315429" y="466807"/>
                </a:cubicBezTo>
                <a:close/>
                <a:moveTo>
                  <a:pt x="2152914" y="233404"/>
                </a:moveTo>
                <a:lnTo>
                  <a:pt x="2152914" y="321307"/>
                </a:lnTo>
                <a:cubicBezTo>
                  <a:pt x="2109140" y="342751"/>
                  <a:pt x="2076354" y="382803"/>
                  <a:pt x="2065543" y="431363"/>
                </a:cubicBezTo>
                <a:lnTo>
                  <a:pt x="1669448" y="431363"/>
                </a:lnTo>
                <a:cubicBezTo>
                  <a:pt x="1654029" y="378550"/>
                  <a:pt x="1605824" y="339738"/>
                  <a:pt x="1548050" y="339738"/>
                </a:cubicBezTo>
                <a:cubicBezTo>
                  <a:pt x="1515618" y="339738"/>
                  <a:pt x="1486198" y="352321"/>
                  <a:pt x="1463868" y="372347"/>
                </a:cubicBezTo>
                <a:lnTo>
                  <a:pt x="1241630" y="233404"/>
                </a:lnTo>
                <a:lnTo>
                  <a:pt x="2153091" y="233404"/>
                </a:lnTo>
                <a:close/>
                <a:moveTo>
                  <a:pt x="2078303" y="1290721"/>
                </a:moveTo>
                <a:lnTo>
                  <a:pt x="337080" y="1290721"/>
                </a:lnTo>
                <a:cubicBezTo>
                  <a:pt x="636942" y="1199450"/>
                  <a:pt x="1060153" y="1081597"/>
                  <a:pt x="1262542" y="1025771"/>
                </a:cubicBezTo>
                <a:cubicBezTo>
                  <a:pt x="1285049" y="1061393"/>
                  <a:pt x="1324570" y="1085141"/>
                  <a:pt x="1369762" y="1085141"/>
                </a:cubicBezTo>
                <a:cubicBezTo>
                  <a:pt x="1409815" y="1085141"/>
                  <a:pt x="1445082" y="1066178"/>
                  <a:pt x="1468476" y="1037113"/>
                </a:cubicBezTo>
                <a:lnTo>
                  <a:pt x="2083088" y="1282391"/>
                </a:lnTo>
                <a:cubicBezTo>
                  <a:pt x="2081493" y="1285227"/>
                  <a:pt x="2079898" y="1287885"/>
                  <a:pt x="2078657" y="1290721"/>
                </a:cubicBezTo>
                <a:close/>
                <a:moveTo>
                  <a:pt x="2133774" y="1226566"/>
                </a:moveTo>
                <a:lnTo>
                  <a:pt x="1495060" y="971718"/>
                </a:lnTo>
                <a:cubicBezTo>
                  <a:pt x="1495591" y="967110"/>
                  <a:pt x="1496477" y="962679"/>
                  <a:pt x="1496477" y="958072"/>
                </a:cubicBezTo>
                <a:cubicBezTo>
                  <a:pt x="1496477" y="947793"/>
                  <a:pt x="1494882" y="937868"/>
                  <a:pt x="1492578" y="928298"/>
                </a:cubicBezTo>
                <a:lnTo>
                  <a:pt x="2104355" y="576332"/>
                </a:lnTo>
                <a:cubicBezTo>
                  <a:pt x="2118001" y="591218"/>
                  <a:pt x="2134483" y="603447"/>
                  <a:pt x="2152737" y="612485"/>
                </a:cubicBezTo>
                <a:lnTo>
                  <a:pt x="2152737" y="1216287"/>
                </a:lnTo>
                <a:cubicBezTo>
                  <a:pt x="2146180" y="1219477"/>
                  <a:pt x="2139622" y="1222667"/>
                  <a:pt x="2133597" y="1226743"/>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11900"/>
              <a:buFont typeface="Arial"/>
              <a:buNone/>
            </a:pPr>
            <a:r>
              <a:t/>
            </a:r>
            <a:endParaRPr sz="11900">
              <a:solidFill>
                <a:srgbClr val="FFFFFF"/>
              </a:solidFill>
              <a:latin typeface="Lato"/>
              <a:ea typeface="Lato"/>
              <a:cs typeface="Lato"/>
              <a:sym typeface="Lato"/>
            </a:endParaRPr>
          </a:p>
        </p:txBody>
      </p:sp>
      <p:grpSp>
        <p:nvGrpSpPr>
          <p:cNvPr id="799" name="Google Shape;799;p76"/>
          <p:cNvGrpSpPr/>
          <p:nvPr/>
        </p:nvGrpSpPr>
        <p:grpSpPr>
          <a:xfrm>
            <a:off x="9344666" y="5765569"/>
            <a:ext cx="466738" cy="461991"/>
            <a:chOff x="1228750" y="3855919"/>
            <a:chExt cx="407205" cy="401522"/>
          </a:xfrm>
        </p:grpSpPr>
        <p:sp>
          <p:nvSpPr>
            <p:cNvPr id="800" name="Google Shape;800;p76"/>
            <p:cNvSpPr/>
            <p:nvPr/>
          </p:nvSpPr>
          <p:spPr>
            <a:xfrm>
              <a:off x="1228750" y="3855919"/>
              <a:ext cx="397072" cy="398404"/>
            </a:xfrm>
            <a:custGeom>
              <a:rect b="b" l="l" r="r" t="t"/>
              <a:pathLst>
                <a:path extrusionOk="0" h="1517728" w="1512655">
                  <a:moveTo>
                    <a:pt x="98757" y="912439"/>
                  </a:moveTo>
                  <a:cubicBezTo>
                    <a:pt x="126132" y="881895"/>
                    <a:pt x="181740" y="859319"/>
                    <a:pt x="252556" y="849359"/>
                  </a:cubicBezTo>
                  <a:lnTo>
                    <a:pt x="252556" y="755544"/>
                  </a:lnTo>
                  <a:cubicBezTo>
                    <a:pt x="251605" y="738166"/>
                    <a:pt x="251605" y="720750"/>
                    <a:pt x="252556" y="703372"/>
                  </a:cubicBezTo>
                  <a:cubicBezTo>
                    <a:pt x="256008" y="681087"/>
                    <a:pt x="257755" y="658573"/>
                    <a:pt x="257784" y="636023"/>
                  </a:cubicBezTo>
                  <a:cubicBezTo>
                    <a:pt x="257869" y="614863"/>
                    <a:pt x="246539" y="595294"/>
                    <a:pt x="228127" y="584800"/>
                  </a:cubicBezTo>
                  <a:lnTo>
                    <a:pt x="141151" y="534525"/>
                  </a:lnTo>
                  <a:lnTo>
                    <a:pt x="256643" y="338643"/>
                  </a:lnTo>
                  <a:lnTo>
                    <a:pt x="337915" y="386072"/>
                  </a:lnTo>
                  <a:cubicBezTo>
                    <a:pt x="359334" y="398698"/>
                    <a:pt x="386414" y="396415"/>
                    <a:pt x="405405" y="380381"/>
                  </a:cubicBezTo>
                  <a:lnTo>
                    <a:pt x="410157" y="376586"/>
                  </a:lnTo>
                  <a:cubicBezTo>
                    <a:pt x="459791" y="328176"/>
                    <a:pt x="519601" y="291398"/>
                    <a:pt x="585249" y="268923"/>
                  </a:cubicBezTo>
                  <a:cubicBezTo>
                    <a:pt x="609835" y="261460"/>
                    <a:pt x="626826" y="239070"/>
                    <a:pt x="627359" y="213431"/>
                  </a:cubicBezTo>
                  <a:lnTo>
                    <a:pt x="627359" y="118573"/>
                  </a:lnTo>
                  <a:lnTo>
                    <a:pt x="864997" y="118573"/>
                  </a:lnTo>
                  <a:lnTo>
                    <a:pt x="864997" y="213431"/>
                  </a:lnTo>
                  <a:cubicBezTo>
                    <a:pt x="864997" y="213431"/>
                    <a:pt x="918228" y="141149"/>
                    <a:pt x="981915" y="108043"/>
                  </a:cubicBezTo>
                  <a:lnTo>
                    <a:pt x="981915" y="90400"/>
                  </a:lnTo>
                  <a:cubicBezTo>
                    <a:pt x="981915" y="26465"/>
                    <a:pt x="955394" y="285"/>
                    <a:pt x="922980" y="0"/>
                  </a:cubicBezTo>
                  <a:lnTo>
                    <a:pt x="568139" y="0"/>
                  </a:lnTo>
                  <a:cubicBezTo>
                    <a:pt x="535612" y="52"/>
                    <a:pt x="509257" y="26353"/>
                    <a:pt x="509205" y="58812"/>
                  </a:cubicBezTo>
                  <a:lnTo>
                    <a:pt x="509205" y="171219"/>
                  </a:lnTo>
                  <a:cubicBezTo>
                    <a:pt x="455287" y="194054"/>
                    <a:pt x="405333" y="225270"/>
                    <a:pt x="361204" y="263705"/>
                  </a:cubicBezTo>
                  <a:lnTo>
                    <a:pt x="266149" y="207739"/>
                  </a:lnTo>
                  <a:cubicBezTo>
                    <a:pt x="257045" y="202487"/>
                    <a:pt x="246721" y="199707"/>
                    <a:pt x="236206" y="199676"/>
                  </a:cubicBezTo>
                  <a:cubicBezTo>
                    <a:pt x="215294" y="199565"/>
                    <a:pt x="195910" y="210593"/>
                    <a:pt x="185352" y="228608"/>
                  </a:cubicBezTo>
                  <a:lnTo>
                    <a:pt x="8739" y="526462"/>
                  </a:lnTo>
                  <a:cubicBezTo>
                    <a:pt x="-114" y="540630"/>
                    <a:pt x="-2368" y="557935"/>
                    <a:pt x="2561" y="573891"/>
                  </a:cubicBezTo>
                  <a:cubicBezTo>
                    <a:pt x="6960" y="589174"/>
                    <a:pt x="17202" y="602120"/>
                    <a:pt x="31077" y="609937"/>
                  </a:cubicBezTo>
                  <a:lnTo>
                    <a:pt x="140391" y="671595"/>
                  </a:lnTo>
                  <a:cubicBezTo>
                    <a:pt x="137167" y="699943"/>
                    <a:pt x="135423" y="728439"/>
                    <a:pt x="135163" y="756967"/>
                  </a:cubicBezTo>
                  <a:lnTo>
                    <a:pt x="135163" y="846134"/>
                  </a:lnTo>
                  <a:close/>
                  <a:moveTo>
                    <a:pt x="1262993" y="765789"/>
                  </a:moveTo>
                  <a:cubicBezTo>
                    <a:pt x="1263772" y="800480"/>
                    <a:pt x="1261225" y="835167"/>
                    <a:pt x="1255389" y="869374"/>
                  </a:cubicBezTo>
                  <a:cubicBezTo>
                    <a:pt x="1249314" y="895065"/>
                    <a:pt x="1261443" y="921600"/>
                    <a:pt x="1284856" y="933877"/>
                  </a:cubicBezTo>
                  <a:lnTo>
                    <a:pt x="1372782" y="981306"/>
                  </a:lnTo>
                  <a:lnTo>
                    <a:pt x="1255864" y="1182880"/>
                  </a:lnTo>
                  <a:lnTo>
                    <a:pt x="1165086" y="1135451"/>
                  </a:lnTo>
                  <a:cubicBezTo>
                    <a:pt x="1156474" y="1130784"/>
                    <a:pt x="1146835" y="1128346"/>
                    <a:pt x="1137045" y="1128336"/>
                  </a:cubicBezTo>
                  <a:cubicBezTo>
                    <a:pt x="1123823" y="1128317"/>
                    <a:pt x="1110952" y="1132652"/>
                    <a:pt x="1100448" y="1140668"/>
                  </a:cubicBezTo>
                  <a:cubicBezTo>
                    <a:pt x="1044518" y="1190260"/>
                    <a:pt x="978778" y="1227586"/>
                    <a:pt x="907486" y="1250229"/>
                  </a:cubicBezTo>
                  <a:cubicBezTo>
                    <a:pt x="882288" y="1257533"/>
                    <a:pt x="864890" y="1280489"/>
                    <a:pt x="864712" y="1306669"/>
                  </a:cubicBezTo>
                  <a:lnTo>
                    <a:pt x="864712" y="1399156"/>
                  </a:lnTo>
                  <a:lnTo>
                    <a:pt x="681350" y="1399156"/>
                  </a:lnTo>
                  <a:cubicBezTo>
                    <a:pt x="663480" y="1465557"/>
                    <a:pt x="605306" y="1517728"/>
                    <a:pt x="593994" y="1517728"/>
                  </a:cubicBezTo>
                  <a:lnTo>
                    <a:pt x="922695" y="1517728"/>
                  </a:lnTo>
                  <a:cubicBezTo>
                    <a:pt x="955119" y="1517415"/>
                    <a:pt x="981316" y="1491273"/>
                    <a:pt x="981629" y="1458917"/>
                  </a:cubicBezTo>
                  <a:lnTo>
                    <a:pt x="981629" y="1345087"/>
                  </a:lnTo>
                  <a:cubicBezTo>
                    <a:pt x="1039071" y="1321856"/>
                    <a:pt x="1092987" y="1290724"/>
                    <a:pt x="1141798" y="1252600"/>
                  </a:cubicBezTo>
                  <a:lnTo>
                    <a:pt x="1250636" y="1310938"/>
                  </a:lnTo>
                  <a:cubicBezTo>
                    <a:pt x="1259381" y="1315757"/>
                    <a:pt x="1269172" y="1318356"/>
                    <a:pt x="1279152" y="1318527"/>
                  </a:cubicBezTo>
                  <a:cubicBezTo>
                    <a:pt x="1300264" y="1318460"/>
                    <a:pt x="1319703" y="1307039"/>
                    <a:pt x="1330007" y="1288646"/>
                  </a:cubicBezTo>
                  <a:lnTo>
                    <a:pt x="1505859" y="985101"/>
                  </a:lnTo>
                  <a:cubicBezTo>
                    <a:pt x="1513083" y="971033"/>
                    <a:pt x="1514614" y="954737"/>
                    <a:pt x="1510136" y="939569"/>
                  </a:cubicBezTo>
                  <a:cubicBezTo>
                    <a:pt x="1505593" y="924218"/>
                    <a:pt x="1495184" y="911269"/>
                    <a:pt x="1481145" y="903523"/>
                  </a:cubicBezTo>
                  <a:lnTo>
                    <a:pt x="1376584" y="846608"/>
                  </a:lnTo>
                  <a:cubicBezTo>
                    <a:pt x="1379407" y="816340"/>
                    <a:pt x="1380510" y="785937"/>
                    <a:pt x="1379911" y="755544"/>
                  </a:cubicBezTo>
                  <a:cubicBezTo>
                    <a:pt x="1379911" y="741316"/>
                    <a:pt x="1379911" y="735814"/>
                    <a:pt x="1379911" y="722154"/>
                  </a:cubicBezTo>
                  <a:cubicBezTo>
                    <a:pt x="1390557" y="716368"/>
                    <a:pt x="1337801" y="751560"/>
                    <a:pt x="1262993" y="765789"/>
                  </a:cubicBezTo>
                  <a:close/>
                </a:path>
              </a:pathLst>
            </a:custGeom>
            <a:solidFill>
              <a:srgbClr val="2AB5E8"/>
            </a:solidFill>
            <a:ln>
              <a:noFill/>
            </a:ln>
          </p:spPr>
          <p:txBody>
            <a:bodyPr anchorCtr="0" anchor="ctr" bIns="78050" lIns="156150" spcFirstLastPara="1" rIns="156150" wrap="square" tIns="78050">
              <a:noAutofit/>
            </a:bodyPr>
            <a:lstStyle/>
            <a:p>
              <a:pPr indent="0" lvl="0" marL="0" marR="0" rtl="0" algn="l">
                <a:spcBef>
                  <a:spcPts val="0"/>
                </a:spcBef>
                <a:spcAft>
                  <a:spcPts val="0"/>
                </a:spcAft>
                <a:buClr>
                  <a:srgbClr val="252525"/>
                </a:buClr>
                <a:buSzPts val="2300"/>
                <a:buFont typeface="Arial"/>
                <a:buNone/>
              </a:pPr>
              <a:r>
                <a:t/>
              </a:r>
              <a:endParaRPr sz="2300">
                <a:solidFill>
                  <a:srgbClr val="262626"/>
                </a:solidFill>
                <a:latin typeface="Arial"/>
                <a:ea typeface="Arial"/>
                <a:cs typeface="Arial"/>
                <a:sym typeface="Arial"/>
              </a:endParaRPr>
            </a:p>
          </p:txBody>
        </p:sp>
        <p:sp>
          <p:nvSpPr>
            <p:cNvPr id="801" name="Google Shape;801;p76"/>
            <p:cNvSpPr/>
            <p:nvPr/>
          </p:nvSpPr>
          <p:spPr>
            <a:xfrm>
              <a:off x="1350425" y="3872603"/>
              <a:ext cx="285530" cy="270206"/>
            </a:xfrm>
            <a:custGeom>
              <a:rect b="b" l="l" r="r" t="t"/>
              <a:pathLst>
                <a:path extrusionOk="0" h="1029356" w="1087732">
                  <a:moveTo>
                    <a:pt x="179940" y="1029357"/>
                  </a:moveTo>
                  <a:lnTo>
                    <a:pt x="621471" y="629815"/>
                  </a:lnTo>
                  <a:cubicBezTo>
                    <a:pt x="787571" y="704845"/>
                    <a:pt x="983175" y="631297"/>
                    <a:pt x="1058354" y="465542"/>
                  </a:cubicBezTo>
                  <a:cubicBezTo>
                    <a:pt x="1093762" y="387490"/>
                    <a:pt x="1097299" y="298745"/>
                    <a:pt x="1068231" y="218131"/>
                  </a:cubicBezTo>
                  <a:cubicBezTo>
                    <a:pt x="1063107" y="203596"/>
                    <a:pt x="1050997" y="192613"/>
                    <a:pt x="1036007" y="188915"/>
                  </a:cubicBezTo>
                  <a:cubicBezTo>
                    <a:pt x="1021102" y="185506"/>
                    <a:pt x="1005466" y="189460"/>
                    <a:pt x="993992" y="199539"/>
                  </a:cubicBezTo>
                  <a:lnTo>
                    <a:pt x="848083" y="332340"/>
                  </a:lnTo>
                  <a:cubicBezTo>
                    <a:pt x="823197" y="355643"/>
                    <a:pt x="784101" y="354403"/>
                    <a:pt x="760746" y="329572"/>
                  </a:cubicBezTo>
                  <a:cubicBezTo>
                    <a:pt x="737400" y="304741"/>
                    <a:pt x="738636" y="265721"/>
                    <a:pt x="763522" y="242419"/>
                  </a:cubicBezTo>
                  <a:cubicBezTo>
                    <a:pt x="764035" y="241934"/>
                    <a:pt x="764567" y="241458"/>
                    <a:pt x="765099" y="240992"/>
                  </a:cubicBezTo>
                  <a:lnTo>
                    <a:pt x="911390" y="108190"/>
                  </a:lnTo>
                  <a:cubicBezTo>
                    <a:pt x="930077" y="91164"/>
                    <a:pt x="931399" y="62245"/>
                    <a:pt x="914336" y="43597"/>
                  </a:cubicBezTo>
                  <a:cubicBezTo>
                    <a:pt x="914298" y="43564"/>
                    <a:pt x="914270" y="43530"/>
                    <a:pt x="914241" y="43497"/>
                  </a:cubicBezTo>
                  <a:cubicBezTo>
                    <a:pt x="910230" y="39151"/>
                    <a:pt x="905420" y="35609"/>
                    <a:pt x="900078" y="33063"/>
                  </a:cubicBezTo>
                  <a:cubicBezTo>
                    <a:pt x="736697" y="-46139"/>
                    <a:pt x="539904" y="21830"/>
                    <a:pt x="460538" y="184875"/>
                  </a:cubicBezTo>
                  <a:cubicBezTo>
                    <a:pt x="422270" y="263489"/>
                    <a:pt x="417003" y="354087"/>
                    <a:pt x="445904" y="436589"/>
                  </a:cubicBezTo>
                  <a:lnTo>
                    <a:pt x="0" y="840305"/>
                  </a:lnTo>
                  <a:moveTo>
                    <a:pt x="541815" y="430044"/>
                  </a:moveTo>
                  <a:cubicBezTo>
                    <a:pt x="487177" y="310384"/>
                    <a:pt x="540094" y="169182"/>
                    <a:pt x="659997" y="114660"/>
                  </a:cubicBezTo>
                  <a:cubicBezTo>
                    <a:pt x="700509" y="96239"/>
                    <a:pt x="745376" y="89497"/>
                    <a:pt x="789529" y="95195"/>
                  </a:cubicBezTo>
                  <a:lnTo>
                    <a:pt x="703979" y="172694"/>
                  </a:lnTo>
                  <a:cubicBezTo>
                    <a:pt x="640986" y="229353"/>
                    <a:pt x="635938" y="326246"/>
                    <a:pt x="692715" y="389112"/>
                  </a:cubicBezTo>
                  <a:cubicBezTo>
                    <a:pt x="749491" y="451979"/>
                    <a:pt x="846590" y="457012"/>
                    <a:pt x="909583" y="400353"/>
                  </a:cubicBezTo>
                  <a:lnTo>
                    <a:pt x="910439" y="399594"/>
                  </a:lnTo>
                  <a:lnTo>
                    <a:pt x="995989" y="322095"/>
                  </a:lnTo>
                  <a:cubicBezTo>
                    <a:pt x="999819" y="453745"/>
                    <a:pt x="895981" y="563568"/>
                    <a:pt x="764063" y="567392"/>
                  </a:cubicBezTo>
                  <a:cubicBezTo>
                    <a:pt x="719701" y="568679"/>
                    <a:pt x="675852" y="557612"/>
                    <a:pt x="637440" y="535431"/>
                  </a:cubicBezTo>
                  <a:cubicBezTo>
                    <a:pt x="616585" y="523237"/>
                    <a:pt x="597783" y="507839"/>
                    <a:pt x="581738" y="489804"/>
                  </a:cubicBezTo>
                  <a:cubicBezTo>
                    <a:pt x="565465" y="471966"/>
                    <a:pt x="551910" y="451829"/>
                    <a:pt x="541530" y="430044"/>
                  </a:cubicBezTo>
                  <a:close/>
                  <a:moveTo>
                    <a:pt x="81557" y="890010"/>
                  </a:moveTo>
                  <a:lnTo>
                    <a:pt x="489249" y="521107"/>
                  </a:lnTo>
                  <a:cubicBezTo>
                    <a:pt x="496920" y="531525"/>
                    <a:pt x="505142" y="541530"/>
                    <a:pt x="513869" y="551083"/>
                  </a:cubicBezTo>
                  <a:cubicBezTo>
                    <a:pt x="522709" y="560568"/>
                    <a:pt x="532024" y="570054"/>
                    <a:pt x="541720" y="578496"/>
                  </a:cubicBezTo>
                  <a:lnTo>
                    <a:pt x="133648" y="947779"/>
                  </a:lnTo>
                  <a:cubicBezTo>
                    <a:pt x="118794" y="926407"/>
                    <a:pt x="101293" y="906999"/>
                    <a:pt x="81557" y="890010"/>
                  </a:cubicBezTo>
                  <a:close/>
                </a:path>
              </a:pathLst>
            </a:custGeom>
            <a:solidFill>
              <a:srgbClr val="2AB5E8"/>
            </a:solidFill>
            <a:ln>
              <a:noFill/>
            </a:ln>
          </p:spPr>
          <p:txBody>
            <a:bodyPr anchorCtr="0" anchor="ctr" bIns="78050" lIns="156150" spcFirstLastPara="1" rIns="156150" wrap="square" tIns="78050">
              <a:noAutofit/>
            </a:bodyPr>
            <a:lstStyle/>
            <a:p>
              <a:pPr indent="0" lvl="0" marL="0" marR="0" rtl="0" algn="l">
                <a:spcBef>
                  <a:spcPts val="0"/>
                </a:spcBef>
                <a:spcAft>
                  <a:spcPts val="0"/>
                </a:spcAft>
                <a:buClr>
                  <a:srgbClr val="252525"/>
                </a:buClr>
                <a:buSzPts val="2300"/>
                <a:buFont typeface="Arial"/>
                <a:buNone/>
              </a:pPr>
              <a:r>
                <a:t/>
              </a:r>
              <a:endParaRPr sz="2300">
                <a:solidFill>
                  <a:srgbClr val="262626"/>
                </a:solidFill>
                <a:latin typeface="Arial"/>
                <a:ea typeface="Arial"/>
                <a:cs typeface="Arial"/>
                <a:sym typeface="Arial"/>
              </a:endParaRPr>
            </a:p>
          </p:txBody>
        </p:sp>
        <p:sp>
          <p:nvSpPr>
            <p:cNvPr id="802" name="Google Shape;802;p76"/>
            <p:cNvSpPr/>
            <p:nvPr/>
          </p:nvSpPr>
          <p:spPr>
            <a:xfrm>
              <a:off x="1230335" y="4084405"/>
              <a:ext cx="173386" cy="173036"/>
            </a:xfrm>
            <a:custGeom>
              <a:rect b="b" l="l" r="r" t="t"/>
              <a:pathLst>
                <a:path extrusionOk="0" h="659185" w="660520">
                  <a:moveTo>
                    <a:pt x="466263" y="29397"/>
                  </a:moveTo>
                  <a:cubicBezTo>
                    <a:pt x="300164" y="-45633"/>
                    <a:pt x="104563" y="27914"/>
                    <a:pt x="29377" y="193672"/>
                  </a:cubicBezTo>
                  <a:cubicBezTo>
                    <a:pt x="-6027" y="271721"/>
                    <a:pt x="-9569" y="360470"/>
                    <a:pt x="19504" y="441080"/>
                  </a:cubicBezTo>
                  <a:cubicBezTo>
                    <a:pt x="24655" y="455594"/>
                    <a:pt x="36756" y="466569"/>
                    <a:pt x="51727" y="470297"/>
                  </a:cubicBezTo>
                  <a:cubicBezTo>
                    <a:pt x="66629" y="473702"/>
                    <a:pt x="82264" y="469756"/>
                    <a:pt x="93742" y="459673"/>
                  </a:cubicBezTo>
                  <a:lnTo>
                    <a:pt x="239652" y="326871"/>
                  </a:lnTo>
                  <a:cubicBezTo>
                    <a:pt x="264534" y="303565"/>
                    <a:pt x="303635" y="304807"/>
                    <a:pt x="326986" y="329641"/>
                  </a:cubicBezTo>
                  <a:cubicBezTo>
                    <a:pt x="350337" y="354466"/>
                    <a:pt x="349095" y="393490"/>
                    <a:pt x="324213" y="416797"/>
                  </a:cubicBezTo>
                  <a:cubicBezTo>
                    <a:pt x="323695" y="417280"/>
                    <a:pt x="323169" y="417755"/>
                    <a:pt x="322635" y="418220"/>
                  </a:cubicBezTo>
                  <a:lnTo>
                    <a:pt x="176345" y="551021"/>
                  </a:lnTo>
                  <a:cubicBezTo>
                    <a:pt x="157676" y="568219"/>
                    <a:pt x="156515" y="597264"/>
                    <a:pt x="173752" y="615894"/>
                  </a:cubicBezTo>
                  <a:cubicBezTo>
                    <a:pt x="177696" y="620163"/>
                    <a:pt x="182414" y="623635"/>
                    <a:pt x="187656" y="626148"/>
                  </a:cubicBezTo>
                  <a:cubicBezTo>
                    <a:pt x="351033" y="705298"/>
                    <a:pt x="547773" y="637361"/>
                    <a:pt x="627192" y="474376"/>
                  </a:cubicBezTo>
                  <a:cubicBezTo>
                    <a:pt x="665573" y="393756"/>
                    <a:pt x="671027" y="301402"/>
                    <a:pt x="642401" y="216836"/>
                  </a:cubicBezTo>
                  <a:moveTo>
                    <a:pt x="546205" y="229168"/>
                  </a:moveTo>
                  <a:cubicBezTo>
                    <a:pt x="600870" y="348812"/>
                    <a:pt x="547990" y="490027"/>
                    <a:pt x="428096" y="544580"/>
                  </a:cubicBezTo>
                  <a:cubicBezTo>
                    <a:pt x="387445" y="563077"/>
                    <a:pt x="342408" y="569812"/>
                    <a:pt x="298111" y="564016"/>
                  </a:cubicBezTo>
                  <a:lnTo>
                    <a:pt x="383660" y="486517"/>
                  </a:lnTo>
                  <a:cubicBezTo>
                    <a:pt x="446657" y="429859"/>
                    <a:pt x="451701" y="332961"/>
                    <a:pt x="394924" y="270099"/>
                  </a:cubicBezTo>
                  <a:cubicBezTo>
                    <a:pt x="338148" y="207236"/>
                    <a:pt x="241053" y="202199"/>
                    <a:pt x="178056" y="258858"/>
                  </a:cubicBezTo>
                  <a:lnTo>
                    <a:pt x="177200" y="259617"/>
                  </a:lnTo>
                  <a:lnTo>
                    <a:pt x="91651" y="337116"/>
                  </a:lnTo>
                  <a:cubicBezTo>
                    <a:pt x="88992" y="267718"/>
                    <a:pt x="117460" y="200748"/>
                    <a:pt x="169311" y="154419"/>
                  </a:cubicBezTo>
                  <a:cubicBezTo>
                    <a:pt x="245850" y="83352"/>
                    <a:pt x="360081" y="70887"/>
                    <a:pt x="450199" y="123780"/>
                  </a:cubicBezTo>
                  <a:cubicBezTo>
                    <a:pt x="471020" y="136131"/>
                    <a:pt x="489755" y="151697"/>
                    <a:pt x="505711" y="169881"/>
                  </a:cubicBezTo>
                  <a:cubicBezTo>
                    <a:pt x="522045" y="187553"/>
                    <a:pt x="535689" y="207530"/>
                    <a:pt x="546205" y="229168"/>
                  </a:cubicBezTo>
                  <a:close/>
                </a:path>
              </a:pathLst>
            </a:custGeom>
            <a:solidFill>
              <a:srgbClr val="2AB5E8"/>
            </a:solidFill>
            <a:ln>
              <a:noFill/>
            </a:ln>
          </p:spPr>
          <p:txBody>
            <a:bodyPr anchorCtr="0" anchor="ctr" bIns="78050" lIns="156150" spcFirstLastPara="1" rIns="156150" wrap="square" tIns="78050">
              <a:noAutofit/>
            </a:bodyPr>
            <a:lstStyle/>
            <a:p>
              <a:pPr indent="0" lvl="0" marL="0" marR="0" rtl="0" algn="l">
                <a:spcBef>
                  <a:spcPts val="0"/>
                </a:spcBef>
                <a:spcAft>
                  <a:spcPts val="0"/>
                </a:spcAft>
                <a:buClr>
                  <a:srgbClr val="252525"/>
                </a:buClr>
                <a:buSzPts val="2300"/>
                <a:buFont typeface="Arial"/>
                <a:buNone/>
              </a:pPr>
              <a:r>
                <a:t/>
              </a:r>
              <a:endParaRPr sz="2300">
                <a:solidFill>
                  <a:srgbClr val="262626"/>
                </a:solidFill>
                <a:latin typeface="Arial"/>
                <a:ea typeface="Arial"/>
                <a:cs typeface="Arial"/>
                <a:sym typeface="Arial"/>
              </a:endParaRPr>
            </a:p>
          </p:txBody>
        </p:sp>
      </p:grpSp>
      <p:cxnSp>
        <p:nvCxnSpPr>
          <p:cNvPr id="803" name="Google Shape;803;p76"/>
          <p:cNvCxnSpPr/>
          <p:nvPr/>
        </p:nvCxnSpPr>
        <p:spPr>
          <a:xfrm>
            <a:off x="5906891" y="4566761"/>
            <a:ext cx="498000" cy="0"/>
          </a:xfrm>
          <a:prstGeom prst="straightConnector1">
            <a:avLst/>
          </a:prstGeom>
          <a:noFill/>
          <a:ln cap="flat" cmpd="sng" w="38100">
            <a:solidFill>
              <a:srgbClr val="B7B7B7"/>
            </a:solidFill>
            <a:prstDash val="solid"/>
            <a:round/>
            <a:headEnd len="med" w="med" type="none"/>
            <a:tailEnd len="med" w="med" type="stealth"/>
          </a:ln>
        </p:spPr>
      </p:cxnSp>
      <p:cxnSp>
        <p:nvCxnSpPr>
          <p:cNvPr id="804" name="Google Shape;804;p76"/>
          <p:cNvCxnSpPr/>
          <p:nvPr/>
        </p:nvCxnSpPr>
        <p:spPr>
          <a:xfrm>
            <a:off x="3146185" y="4566761"/>
            <a:ext cx="498000" cy="0"/>
          </a:xfrm>
          <a:prstGeom prst="straightConnector1">
            <a:avLst/>
          </a:prstGeom>
          <a:noFill/>
          <a:ln cap="flat" cmpd="sng" w="38100">
            <a:solidFill>
              <a:srgbClr val="B7B7B7"/>
            </a:solidFill>
            <a:prstDash val="solid"/>
            <a:round/>
            <a:headEnd len="med" w="med" type="none"/>
            <a:tailEnd len="med" w="med" type="stealth"/>
          </a:ln>
        </p:spPr>
      </p:cxnSp>
      <p:sp>
        <p:nvSpPr>
          <p:cNvPr id="805" name="Google Shape;805;p76"/>
          <p:cNvSpPr txBox="1"/>
          <p:nvPr/>
        </p:nvSpPr>
        <p:spPr>
          <a:xfrm>
            <a:off x="1048700" y="5999805"/>
            <a:ext cx="2154600" cy="831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US" sz="1800">
                <a:solidFill>
                  <a:srgbClr val="262626"/>
                </a:solidFill>
              </a:rPr>
              <a:t>Replace this text with connected business systems </a:t>
            </a:r>
            <a:endParaRPr sz="1800">
              <a:solidFill>
                <a:srgbClr val="262626"/>
              </a:solidFill>
            </a:endParaRPr>
          </a:p>
        </p:txBody>
      </p:sp>
      <p:cxnSp>
        <p:nvCxnSpPr>
          <p:cNvPr id="806" name="Google Shape;806;p76"/>
          <p:cNvCxnSpPr/>
          <p:nvPr/>
        </p:nvCxnSpPr>
        <p:spPr>
          <a:xfrm>
            <a:off x="11565879" y="4566761"/>
            <a:ext cx="498000" cy="0"/>
          </a:xfrm>
          <a:prstGeom prst="straightConnector1">
            <a:avLst/>
          </a:prstGeom>
          <a:noFill/>
          <a:ln cap="flat" cmpd="sng" w="38100">
            <a:solidFill>
              <a:srgbClr val="B7B7B7"/>
            </a:solidFill>
            <a:prstDash val="solid"/>
            <a:round/>
            <a:headEnd len="med" w="med" type="none"/>
            <a:tailEnd len="med" w="med" type="stealth"/>
          </a:ln>
        </p:spPr>
      </p:cxnSp>
      <p:cxnSp>
        <p:nvCxnSpPr>
          <p:cNvPr id="807" name="Google Shape;807;p76"/>
          <p:cNvCxnSpPr/>
          <p:nvPr/>
        </p:nvCxnSpPr>
        <p:spPr>
          <a:xfrm>
            <a:off x="8775666" y="4566761"/>
            <a:ext cx="498000" cy="0"/>
          </a:xfrm>
          <a:prstGeom prst="straightConnector1">
            <a:avLst/>
          </a:prstGeom>
          <a:noFill/>
          <a:ln cap="flat" cmpd="sng" w="38100">
            <a:solidFill>
              <a:srgbClr val="B7B7B7"/>
            </a:solidFill>
            <a:prstDash val="solid"/>
            <a:round/>
            <a:headEnd len="med" w="med" type="none"/>
            <a:tailEnd len="med" w="med" type="stealth"/>
          </a:ln>
        </p:spPr>
      </p:cxnSp>
      <p:grpSp>
        <p:nvGrpSpPr>
          <p:cNvPr id="808" name="Google Shape;808;p76"/>
          <p:cNvGrpSpPr/>
          <p:nvPr/>
        </p:nvGrpSpPr>
        <p:grpSpPr>
          <a:xfrm>
            <a:off x="9596273" y="1698303"/>
            <a:ext cx="318187" cy="318415"/>
            <a:chOff x="5973053" y="4604881"/>
            <a:chExt cx="428362" cy="428553"/>
          </a:xfrm>
        </p:grpSpPr>
        <p:sp>
          <p:nvSpPr>
            <p:cNvPr id="809" name="Google Shape;809;p76"/>
            <p:cNvSpPr/>
            <p:nvPr/>
          </p:nvSpPr>
          <p:spPr>
            <a:xfrm>
              <a:off x="6221489" y="4608715"/>
              <a:ext cx="81105" cy="81105"/>
            </a:xfrm>
            <a:custGeom>
              <a:rect b="b" l="l" r="r" t="t"/>
              <a:pathLst>
                <a:path extrusionOk="0" h="81105" w="81105">
                  <a:moveTo>
                    <a:pt x="929" y="41696"/>
                  </a:moveTo>
                  <a:cubicBezTo>
                    <a:pt x="20074" y="45887"/>
                    <a:pt x="35219" y="60936"/>
                    <a:pt x="39410" y="80177"/>
                  </a:cubicBezTo>
                  <a:cubicBezTo>
                    <a:pt x="39695" y="81415"/>
                    <a:pt x="41410" y="81415"/>
                    <a:pt x="41696" y="80177"/>
                  </a:cubicBezTo>
                  <a:cubicBezTo>
                    <a:pt x="45887" y="60936"/>
                    <a:pt x="60936" y="45887"/>
                    <a:pt x="80177" y="41696"/>
                  </a:cubicBezTo>
                  <a:cubicBezTo>
                    <a:pt x="81415" y="41410"/>
                    <a:pt x="81415" y="39695"/>
                    <a:pt x="80177" y="39410"/>
                  </a:cubicBezTo>
                  <a:cubicBezTo>
                    <a:pt x="61031" y="35219"/>
                    <a:pt x="45887" y="20169"/>
                    <a:pt x="41696" y="929"/>
                  </a:cubicBezTo>
                  <a:cubicBezTo>
                    <a:pt x="41410" y="-310"/>
                    <a:pt x="39695" y="-310"/>
                    <a:pt x="39410" y="929"/>
                  </a:cubicBezTo>
                  <a:cubicBezTo>
                    <a:pt x="35219" y="20169"/>
                    <a:pt x="20169" y="35219"/>
                    <a:pt x="929" y="39410"/>
                  </a:cubicBezTo>
                  <a:cubicBezTo>
                    <a:pt x="-310" y="39695"/>
                    <a:pt x="-310" y="41410"/>
                    <a:pt x="929" y="41696"/>
                  </a:cubicBezTo>
                  <a:close/>
                </a:path>
              </a:pathLst>
            </a:custGeom>
            <a:solidFill>
              <a:srgbClr val="2AB5E8"/>
            </a:solidFill>
            <a:ln>
              <a:noFill/>
            </a:ln>
          </p:spPr>
          <p:txBody>
            <a:bodyPr anchorCtr="0" anchor="ctr" bIns="33950" lIns="67950" spcFirstLastPara="1" rIns="67950" wrap="square" tIns="33950">
              <a:noAutofit/>
            </a:bodyPr>
            <a:lstStyle/>
            <a:p>
              <a:pPr indent="0" lvl="0" marL="0" marR="0" rtl="0" algn="l">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p:txBody>
        </p:sp>
        <p:sp>
          <p:nvSpPr>
            <p:cNvPr id="810" name="Google Shape;810;p76"/>
            <p:cNvSpPr/>
            <p:nvPr/>
          </p:nvSpPr>
          <p:spPr>
            <a:xfrm>
              <a:off x="5973053" y="4604881"/>
              <a:ext cx="348234" cy="348424"/>
            </a:xfrm>
            <a:custGeom>
              <a:rect b="b" l="l" r="r" t="t"/>
              <a:pathLst>
                <a:path extrusionOk="0" h="348424" w="348234">
                  <a:moveTo>
                    <a:pt x="348234" y="174212"/>
                  </a:moveTo>
                  <a:cubicBezTo>
                    <a:pt x="348234" y="166307"/>
                    <a:pt x="342805" y="159639"/>
                    <a:pt x="335090" y="157925"/>
                  </a:cubicBezTo>
                  <a:cubicBezTo>
                    <a:pt x="262890" y="142208"/>
                    <a:pt x="206026" y="85344"/>
                    <a:pt x="190310" y="13145"/>
                  </a:cubicBezTo>
                  <a:cubicBezTo>
                    <a:pt x="188595" y="5429"/>
                    <a:pt x="181928" y="0"/>
                    <a:pt x="174117" y="0"/>
                  </a:cubicBezTo>
                  <a:cubicBezTo>
                    <a:pt x="166306" y="0"/>
                    <a:pt x="159544" y="5429"/>
                    <a:pt x="157925" y="13145"/>
                  </a:cubicBezTo>
                  <a:cubicBezTo>
                    <a:pt x="142208" y="85439"/>
                    <a:pt x="85439" y="142208"/>
                    <a:pt x="13145" y="157925"/>
                  </a:cubicBezTo>
                  <a:cubicBezTo>
                    <a:pt x="5429" y="159639"/>
                    <a:pt x="0" y="166307"/>
                    <a:pt x="0" y="174212"/>
                  </a:cubicBezTo>
                  <a:cubicBezTo>
                    <a:pt x="0" y="182118"/>
                    <a:pt x="5429" y="188786"/>
                    <a:pt x="13145" y="190500"/>
                  </a:cubicBezTo>
                  <a:cubicBezTo>
                    <a:pt x="85344" y="206216"/>
                    <a:pt x="142208" y="263081"/>
                    <a:pt x="157925" y="335280"/>
                  </a:cubicBezTo>
                  <a:cubicBezTo>
                    <a:pt x="159639" y="342995"/>
                    <a:pt x="166306" y="348425"/>
                    <a:pt x="174117" y="348425"/>
                  </a:cubicBezTo>
                  <a:cubicBezTo>
                    <a:pt x="181928" y="348425"/>
                    <a:pt x="188690" y="342995"/>
                    <a:pt x="190310" y="335280"/>
                  </a:cubicBezTo>
                  <a:cubicBezTo>
                    <a:pt x="206026" y="262985"/>
                    <a:pt x="262795" y="206216"/>
                    <a:pt x="335090" y="190500"/>
                  </a:cubicBezTo>
                  <a:cubicBezTo>
                    <a:pt x="342805" y="188786"/>
                    <a:pt x="348234" y="182118"/>
                    <a:pt x="348234" y="174308"/>
                  </a:cubicBezTo>
                  <a:close/>
                  <a:moveTo>
                    <a:pt x="174117" y="305276"/>
                  </a:moveTo>
                  <a:cubicBezTo>
                    <a:pt x="152686" y="244031"/>
                    <a:pt x="104299" y="195644"/>
                    <a:pt x="43053" y="174212"/>
                  </a:cubicBezTo>
                  <a:cubicBezTo>
                    <a:pt x="104204" y="152781"/>
                    <a:pt x="152686" y="104394"/>
                    <a:pt x="174117" y="43148"/>
                  </a:cubicBezTo>
                  <a:cubicBezTo>
                    <a:pt x="195548" y="104394"/>
                    <a:pt x="243935" y="152781"/>
                    <a:pt x="305181" y="174212"/>
                  </a:cubicBezTo>
                  <a:cubicBezTo>
                    <a:pt x="244030" y="195644"/>
                    <a:pt x="195548" y="244031"/>
                    <a:pt x="174117" y="305276"/>
                  </a:cubicBezTo>
                  <a:close/>
                </a:path>
              </a:pathLst>
            </a:custGeom>
            <a:solidFill>
              <a:srgbClr val="2AB5E8"/>
            </a:solidFill>
            <a:ln>
              <a:noFill/>
            </a:ln>
          </p:spPr>
          <p:txBody>
            <a:bodyPr anchorCtr="0" anchor="ctr" bIns="33950" lIns="67950" spcFirstLastPara="1" rIns="67950" wrap="square" tIns="33950">
              <a:noAutofit/>
            </a:bodyPr>
            <a:lstStyle/>
            <a:p>
              <a:pPr indent="0" lvl="0" marL="0" marR="0" rtl="0" algn="l">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p:txBody>
        </p:sp>
        <p:sp>
          <p:nvSpPr>
            <p:cNvPr id="811" name="Google Shape;811;p76"/>
            <p:cNvSpPr/>
            <p:nvPr/>
          </p:nvSpPr>
          <p:spPr>
            <a:xfrm>
              <a:off x="6239062" y="4871081"/>
              <a:ext cx="162353" cy="162353"/>
            </a:xfrm>
            <a:custGeom>
              <a:rect b="b" l="l" r="r" t="t"/>
              <a:pathLst>
                <a:path extrusionOk="0" h="162353" w="162353">
                  <a:moveTo>
                    <a:pt x="160425" y="78891"/>
                  </a:moveTo>
                  <a:cubicBezTo>
                    <a:pt x="122039" y="70509"/>
                    <a:pt x="91845" y="40315"/>
                    <a:pt x="83463" y="1929"/>
                  </a:cubicBezTo>
                  <a:cubicBezTo>
                    <a:pt x="82891" y="-643"/>
                    <a:pt x="79462" y="-643"/>
                    <a:pt x="78891" y="1929"/>
                  </a:cubicBezTo>
                  <a:cubicBezTo>
                    <a:pt x="70509" y="40315"/>
                    <a:pt x="40315" y="70509"/>
                    <a:pt x="1929" y="78891"/>
                  </a:cubicBezTo>
                  <a:cubicBezTo>
                    <a:pt x="-643" y="79462"/>
                    <a:pt x="-643" y="82987"/>
                    <a:pt x="1929" y="83463"/>
                  </a:cubicBezTo>
                  <a:cubicBezTo>
                    <a:pt x="40315" y="91845"/>
                    <a:pt x="70509" y="122039"/>
                    <a:pt x="78891" y="160425"/>
                  </a:cubicBezTo>
                  <a:cubicBezTo>
                    <a:pt x="79462" y="162997"/>
                    <a:pt x="82891" y="162997"/>
                    <a:pt x="83463" y="160425"/>
                  </a:cubicBezTo>
                  <a:cubicBezTo>
                    <a:pt x="91845" y="122039"/>
                    <a:pt x="122039" y="91845"/>
                    <a:pt x="160425" y="83463"/>
                  </a:cubicBezTo>
                  <a:cubicBezTo>
                    <a:pt x="162997" y="82891"/>
                    <a:pt x="162997" y="79367"/>
                    <a:pt x="160425" y="78891"/>
                  </a:cubicBezTo>
                  <a:close/>
                </a:path>
              </a:pathLst>
            </a:custGeom>
            <a:solidFill>
              <a:srgbClr val="2AB5E8"/>
            </a:solidFill>
            <a:ln>
              <a:noFill/>
            </a:ln>
          </p:spPr>
          <p:txBody>
            <a:bodyPr anchorCtr="0" anchor="ctr" bIns="33950" lIns="67950" spcFirstLastPara="1" rIns="67950" wrap="square" tIns="33950">
              <a:noAutofit/>
            </a:bodyPr>
            <a:lstStyle/>
            <a:p>
              <a:pPr indent="0" lvl="0" marL="0" marR="0" rtl="0" algn="l">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p:txBody>
        </p:sp>
      </p:grpSp>
      <p:cxnSp>
        <p:nvCxnSpPr>
          <p:cNvPr id="812" name="Google Shape;812;p76"/>
          <p:cNvCxnSpPr/>
          <p:nvPr/>
        </p:nvCxnSpPr>
        <p:spPr>
          <a:xfrm>
            <a:off x="10495500" y="3086411"/>
            <a:ext cx="0" cy="472800"/>
          </a:xfrm>
          <a:prstGeom prst="straightConnector1">
            <a:avLst/>
          </a:prstGeom>
          <a:noFill/>
          <a:ln cap="flat" cmpd="sng" w="38100">
            <a:solidFill>
              <a:srgbClr val="B7B7B7"/>
            </a:solidFill>
            <a:prstDash val="solid"/>
            <a:round/>
            <a:headEnd len="med" w="med" type="none"/>
            <a:tailEnd len="med" w="med" type="stealth"/>
          </a:ln>
        </p:spPr>
      </p:cxnSp>
      <p:grpSp>
        <p:nvGrpSpPr>
          <p:cNvPr id="813" name="Google Shape;813;p76"/>
          <p:cNvGrpSpPr/>
          <p:nvPr/>
        </p:nvGrpSpPr>
        <p:grpSpPr>
          <a:xfrm>
            <a:off x="14615370" y="5222880"/>
            <a:ext cx="430813" cy="416985"/>
            <a:chOff x="6259702" y="1098074"/>
            <a:chExt cx="397209" cy="384460"/>
          </a:xfrm>
        </p:grpSpPr>
        <p:sp>
          <p:nvSpPr>
            <p:cNvPr id="814" name="Google Shape;814;p76"/>
            <p:cNvSpPr/>
            <p:nvPr/>
          </p:nvSpPr>
          <p:spPr>
            <a:xfrm>
              <a:off x="6259702" y="1098074"/>
              <a:ext cx="397209" cy="384460"/>
            </a:xfrm>
            <a:custGeom>
              <a:rect b="b" l="l" r="r" t="t"/>
              <a:pathLst>
                <a:path extrusionOk="0" h="384460" w="397209">
                  <a:moveTo>
                    <a:pt x="350066" y="0"/>
                  </a:moveTo>
                  <a:lnTo>
                    <a:pt x="47144" y="0"/>
                  </a:lnTo>
                  <a:cubicBezTo>
                    <a:pt x="21137" y="71"/>
                    <a:pt x="71" y="21137"/>
                    <a:pt x="0" y="47144"/>
                  </a:cubicBezTo>
                  <a:lnTo>
                    <a:pt x="0" y="239889"/>
                  </a:lnTo>
                  <a:cubicBezTo>
                    <a:pt x="0" y="265947"/>
                    <a:pt x="21086" y="287092"/>
                    <a:pt x="47144" y="287163"/>
                  </a:cubicBezTo>
                  <a:lnTo>
                    <a:pt x="95851" y="287163"/>
                  </a:lnTo>
                  <a:cubicBezTo>
                    <a:pt x="98655" y="287092"/>
                    <a:pt x="100987" y="289307"/>
                    <a:pt x="101059" y="292111"/>
                  </a:cubicBezTo>
                  <a:cubicBezTo>
                    <a:pt x="101060" y="292154"/>
                    <a:pt x="101061" y="292198"/>
                    <a:pt x="101061" y="292242"/>
                  </a:cubicBezTo>
                  <a:lnTo>
                    <a:pt x="101061" y="357359"/>
                  </a:lnTo>
                  <a:cubicBezTo>
                    <a:pt x="100520" y="369173"/>
                    <a:pt x="108007" y="379869"/>
                    <a:pt x="119293" y="383405"/>
                  </a:cubicBezTo>
                  <a:cubicBezTo>
                    <a:pt x="122016" y="384103"/>
                    <a:pt x="124816" y="384454"/>
                    <a:pt x="127628" y="384447"/>
                  </a:cubicBezTo>
                  <a:cubicBezTo>
                    <a:pt x="134228" y="384671"/>
                    <a:pt x="140632" y="382176"/>
                    <a:pt x="145340" y="377545"/>
                  </a:cubicBezTo>
                  <a:lnTo>
                    <a:pt x="145340" y="377545"/>
                  </a:lnTo>
                  <a:lnTo>
                    <a:pt x="232986" y="288856"/>
                  </a:lnTo>
                  <a:cubicBezTo>
                    <a:pt x="233940" y="287863"/>
                    <a:pt x="235256" y="287299"/>
                    <a:pt x="236633" y="287293"/>
                  </a:cubicBezTo>
                  <a:lnTo>
                    <a:pt x="350066" y="287293"/>
                  </a:lnTo>
                  <a:cubicBezTo>
                    <a:pt x="376073" y="287222"/>
                    <a:pt x="397138" y="266157"/>
                    <a:pt x="397210" y="240149"/>
                  </a:cubicBezTo>
                  <a:lnTo>
                    <a:pt x="397210" y="47144"/>
                  </a:lnTo>
                  <a:cubicBezTo>
                    <a:pt x="397138" y="21137"/>
                    <a:pt x="376073" y="71"/>
                    <a:pt x="350066" y="0"/>
                  </a:cubicBezTo>
                  <a:close/>
                  <a:moveTo>
                    <a:pt x="364652" y="239889"/>
                  </a:moveTo>
                  <a:cubicBezTo>
                    <a:pt x="364652" y="247945"/>
                    <a:pt x="358122" y="254475"/>
                    <a:pt x="350066" y="254475"/>
                  </a:cubicBezTo>
                  <a:lnTo>
                    <a:pt x="236633" y="254475"/>
                  </a:lnTo>
                  <a:cubicBezTo>
                    <a:pt x="226554" y="254479"/>
                    <a:pt x="216895" y="258511"/>
                    <a:pt x="209805" y="265675"/>
                  </a:cubicBezTo>
                  <a:lnTo>
                    <a:pt x="133619" y="342903"/>
                  </a:lnTo>
                  <a:lnTo>
                    <a:pt x="133619" y="292242"/>
                  </a:lnTo>
                  <a:cubicBezTo>
                    <a:pt x="133547" y="271435"/>
                    <a:pt x="116659" y="254605"/>
                    <a:pt x="95851" y="254605"/>
                  </a:cubicBezTo>
                  <a:lnTo>
                    <a:pt x="47144" y="254605"/>
                  </a:lnTo>
                  <a:cubicBezTo>
                    <a:pt x="39068" y="254533"/>
                    <a:pt x="32558" y="247966"/>
                    <a:pt x="32558" y="239889"/>
                  </a:cubicBezTo>
                  <a:lnTo>
                    <a:pt x="32558" y="47144"/>
                  </a:lnTo>
                  <a:cubicBezTo>
                    <a:pt x="32558" y="39089"/>
                    <a:pt x="39089" y="32558"/>
                    <a:pt x="47144" y="32558"/>
                  </a:cubicBezTo>
                  <a:lnTo>
                    <a:pt x="350066" y="32558"/>
                  </a:lnTo>
                  <a:cubicBezTo>
                    <a:pt x="358122" y="32558"/>
                    <a:pt x="364652" y="39089"/>
                    <a:pt x="364652" y="47144"/>
                  </a:cubicBezTo>
                  <a:close/>
                </a:path>
              </a:pathLst>
            </a:custGeom>
            <a:solidFill>
              <a:srgbClr val="2A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700"/>
                <a:buFont typeface="Arial"/>
                <a:buNone/>
              </a:pPr>
              <a:r>
                <a:t/>
              </a:r>
              <a:endParaRPr sz="2700">
                <a:solidFill>
                  <a:srgbClr val="262626"/>
                </a:solidFill>
                <a:latin typeface="Arial"/>
                <a:ea typeface="Arial"/>
                <a:cs typeface="Arial"/>
                <a:sym typeface="Arial"/>
              </a:endParaRPr>
            </a:p>
          </p:txBody>
        </p:sp>
        <p:sp>
          <p:nvSpPr>
            <p:cNvPr id="815" name="Google Shape;815;p76"/>
            <p:cNvSpPr/>
            <p:nvPr/>
          </p:nvSpPr>
          <p:spPr>
            <a:xfrm>
              <a:off x="6321171" y="1202260"/>
              <a:ext cx="274270" cy="20837"/>
            </a:xfrm>
            <a:custGeom>
              <a:rect b="b" l="l" r="r" t="t"/>
              <a:pathLst>
                <a:path extrusionOk="0" h="20837" w="274270">
                  <a:moveTo>
                    <a:pt x="263852" y="0"/>
                  </a:moveTo>
                  <a:lnTo>
                    <a:pt x="10419" y="0"/>
                  </a:lnTo>
                  <a:cubicBezTo>
                    <a:pt x="4665" y="0"/>
                    <a:pt x="0" y="4665"/>
                    <a:pt x="0" y="10419"/>
                  </a:cubicBezTo>
                  <a:cubicBezTo>
                    <a:pt x="0" y="16172"/>
                    <a:pt x="4665" y="20837"/>
                    <a:pt x="10419" y="20837"/>
                  </a:cubicBezTo>
                  <a:lnTo>
                    <a:pt x="263852" y="20837"/>
                  </a:lnTo>
                  <a:cubicBezTo>
                    <a:pt x="269605" y="20837"/>
                    <a:pt x="274270" y="16172"/>
                    <a:pt x="274270" y="10419"/>
                  </a:cubicBezTo>
                  <a:cubicBezTo>
                    <a:pt x="274270" y="4665"/>
                    <a:pt x="269605" y="0"/>
                    <a:pt x="263852" y="0"/>
                  </a:cubicBezTo>
                  <a:close/>
                </a:path>
              </a:pathLst>
            </a:custGeom>
            <a:solidFill>
              <a:srgbClr val="2A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700"/>
                <a:buFont typeface="Arial"/>
                <a:buNone/>
              </a:pPr>
              <a:r>
                <a:t/>
              </a:r>
              <a:endParaRPr sz="2700">
                <a:solidFill>
                  <a:srgbClr val="262626"/>
                </a:solidFill>
                <a:latin typeface="Arial"/>
                <a:ea typeface="Arial"/>
                <a:cs typeface="Arial"/>
                <a:sym typeface="Arial"/>
              </a:endParaRPr>
            </a:p>
          </p:txBody>
        </p:sp>
        <p:sp>
          <p:nvSpPr>
            <p:cNvPr id="816" name="Google Shape;816;p76"/>
            <p:cNvSpPr/>
            <p:nvPr/>
          </p:nvSpPr>
          <p:spPr>
            <a:xfrm>
              <a:off x="6321171" y="1255916"/>
              <a:ext cx="198214" cy="20837"/>
            </a:xfrm>
            <a:custGeom>
              <a:rect b="b" l="l" r="r" t="t"/>
              <a:pathLst>
                <a:path extrusionOk="0" h="20837" w="198214">
                  <a:moveTo>
                    <a:pt x="187796" y="0"/>
                  </a:moveTo>
                  <a:lnTo>
                    <a:pt x="10419" y="0"/>
                  </a:lnTo>
                  <a:cubicBezTo>
                    <a:pt x="4665" y="0"/>
                    <a:pt x="0" y="4665"/>
                    <a:pt x="0" y="10419"/>
                  </a:cubicBezTo>
                  <a:cubicBezTo>
                    <a:pt x="0" y="16172"/>
                    <a:pt x="4665" y="20837"/>
                    <a:pt x="10419" y="20837"/>
                  </a:cubicBezTo>
                  <a:lnTo>
                    <a:pt x="187796" y="20837"/>
                  </a:lnTo>
                  <a:cubicBezTo>
                    <a:pt x="193549" y="20837"/>
                    <a:pt x="198214" y="16172"/>
                    <a:pt x="198214" y="10419"/>
                  </a:cubicBezTo>
                  <a:cubicBezTo>
                    <a:pt x="198214" y="4665"/>
                    <a:pt x="193549" y="0"/>
                    <a:pt x="187796" y="0"/>
                  </a:cubicBezTo>
                  <a:close/>
                </a:path>
              </a:pathLst>
            </a:custGeom>
            <a:solidFill>
              <a:srgbClr val="2A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700"/>
                <a:buFont typeface="Arial"/>
                <a:buNone/>
              </a:pPr>
              <a:r>
                <a:t/>
              </a:r>
              <a:endParaRPr sz="2700">
                <a:solidFill>
                  <a:srgbClr val="262626"/>
                </a:solidFill>
                <a:latin typeface="Arial"/>
                <a:ea typeface="Arial"/>
                <a:cs typeface="Arial"/>
                <a:sym typeface="Arial"/>
              </a:endParaRPr>
            </a:p>
          </p:txBody>
        </p:sp>
      </p:grpSp>
      <p:grpSp>
        <p:nvGrpSpPr>
          <p:cNvPr id="817" name="Google Shape;817;p76"/>
          <p:cNvGrpSpPr/>
          <p:nvPr/>
        </p:nvGrpSpPr>
        <p:grpSpPr>
          <a:xfrm>
            <a:off x="14064612" y="7977293"/>
            <a:ext cx="570055" cy="333796"/>
            <a:chOff x="5844540" y="3308985"/>
            <a:chExt cx="501015" cy="293370"/>
          </a:xfrm>
        </p:grpSpPr>
        <p:sp>
          <p:nvSpPr>
            <p:cNvPr id="818" name="Google Shape;818;p76"/>
            <p:cNvSpPr/>
            <p:nvPr/>
          </p:nvSpPr>
          <p:spPr>
            <a:xfrm>
              <a:off x="5926455" y="3460432"/>
              <a:ext cx="106680" cy="106680"/>
            </a:xfrm>
            <a:custGeom>
              <a:rect b="b" l="l" r="r" t="t"/>
              <a:pathLst>
                <a:path extrusionOk="0" h="106680" w="106680">
                  <a:moveTo>
                    <a:pt x="0" y="106680"/>
                  </a:moveTo>
                  <a:lnTo>
                    <a:pt x="106680" y="0"/>
                  </a:lnTo>
                </a:path>
              </a:pathLst>
            </a:custGeom>
            <a:noFill/>
            <a:ln cap="rnd" cmpd="sng" w="4330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19" name="Google Shape;819;p76"/>
            <p:cNvSpPr/>
            <p:nvPr/>
          </p:nvSpPr>
          <p:spPr>
            <a:xfrm>
              <a:off x="6007417" y="3308985"/>
              <a:ext cx="176212" cy="176212"/>
            </a:xfrm>
            <a:custGeom>
              <a:rect b="b" l="l" r="r" t="t"/>
              <a:pathLst>
                <a:path extrusionOk="0" h="176212" w="176212">
                  <a:moveTo>
                    <a:pt x="25718" y="25718"/>
                  </a:moveTo>
                  <a:cubicBezTo>
                    <a:pt x="-8573" y="60008"/>
                    <a:pt x="-8573" y="116205"/>
                    <a:pt x="25718" y="150495"/>
                  </a:cubicBezTo>
                  <a:cubicBezTo>
                    <a:pt x="60008" y="184785"/>
                    <a:pt x="116205" y="184785"/>
                    <a:pt x="150495" y="150495"/>
                  </a:cubicBezTo>
                  <a:cubicBezTo>
                    <a:pt x="184785" y="116205"/>
                    <a:pt x="184785" y="60008"/>
                    <a:pt x="150495" y="25718"/>
                  </a:cubicBezTo>
                  <a:cubicBezTo>
                    <a:pt x="116205" y="-8573"/>
                    <a:pt x="60008" y="-8573"/>
                    <a:pt x="25718" y="25718"/>
                  </a:cubicBezTo>
                  <a:close/>
                </a:path>
              </a:pathLst>
            </a:custGeom>
            <a:solidFill>
              <a:srgbClr val="FFFFFF"/>
            </a:solidFill>
            <a:ln cap="rnd" cmpd="sng" w="4330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grpSp>
          <p:nvGrpSpPr>
            <p:cNvPr id="820" name="Google Shape;820;p76"/>
            <p:cNvGrpSpPr/>
            <p:nvPr/>
          </p:nvGrpSpPr>
          <p:grpSpPr>
            <a:xfrm>
              <a:off x="6237922" y="3317557"/>
              <a:ext cx="107633" cy="284798"/>
              <a:chOff x="6237922" y="3317557"/>
              <a:chExt cx="107633" cy="284798"/>
            </a:xfrm>
          </p:grpSpPr>
          <p:sp>
            <p:nvSpPr>
              <p:cNvPr id="821" name="Google Shape;821;p76"/>
              <p:cNvSpPr/>
              <p:nvPr/>
            </p:nvSpPr>
            <p:spPr>
              <a:xfrm>
                <a:off x="6237922" y="3346132"/>
                <a:ext cx="48577" cy="227647"/>
              </a:xfrm>
              <a:custGeom>
                <a:rect b="b" l="l" r="r" t="t"/>
                <a:pathLst>
                  <a:path extrusionOk="0" h="227647" w="48577">
                    <a:moveTo>
                      <a:pt x="48577" y="0"/>
                    </a:moveTo>
                    <a:lnTo>
                      <a:pt x="0" y="0"/>
                    </a:lnTo>
                    <a:lnTo>
                      <a:pt x="0" y="227648"/>
                    </a:lnTo>
                    <a:lnTo>
                      <a:pt x="48577" y="227648"/>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22" name="Google Shape;822;p76"/>
              <p:cNvSpPr/>
              <p:nvPr/>
            </p:nvSpPr>
            <p:spPr>
              <a:xfrm>
                <a:off x="6288405" y="3317557"/>
                <a:ext cx="57150" cy="57150"/>
              </a:xfrm>
              <a:custGeom>
                <a:rect b="b" l="l" r="r" t="t"/>
                <a:pathLst>
                  <a:path extrusionOk="0" h="57150" w="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23" name="Google Shape;823;p76"/>
              <p:cNvSpPr/>
              <p:nvPr/>
            </p:nvSpPr>
            <p:spPr>
              <a:xfrm>
                <a:off x="6288405" y="3431857"/>
                <a:ext cx="57150" cy="57150"/>
              </a:xfrm>
              <a:custGeom>
                <a:rect b="b" l="l" r="r" t="t"/>
                <a:pathLst>
                  <a:path extrusionOk="0" h="57150" w="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24" name="Google Shape;824;p76"/>
              <p:cNvSpPr/>
              <p:nvPr/>
            </p:nvSpPr>
            <p:spPr>
              <a:xfrm>
                <a:off x="6288405" y="3545205"/>
                <a:ext cx="57150" cy="57150"/>
              </a:xfrm>
              <a:custGeom>
                <a:rect b="b" l="l" r="r" t="t"/>
                <a:pathLst>
                  <a:path extrusionOk="0" h="57150" w="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25" name="Google Shape;825;p76"/>
              <p:cNvSpPr/>
              <p:nvPr/>
            </p:nvSpPr>
            <p:spPr>
              <a:xfrm>
                <a:off x="6240780" y="3460432"/>
                <a:ext cx="45719" cy="9525"/>
              </a:xfrm>
              <a:custGeom>
                <a:rect b="b" l="l" r="r" t="t"/>
                <a:pathLst>
                  <a:path extrusionOk="0" h="9525" w="45719">
                    <a:moveTo>
                      <a:pt x="45720" y="0"/>
                    </a:moveTo>
                    <a:lnTo>
                      <a:pt x="0"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grpSp>
        <p:grpSp>
          <p:nvGrpSpPr>
            <p:cNvPr id="826" name="Google Shape;826;p76"/>
            <p:cNvGrpSpPr/>
            <p:nvPr/>
          </p:nvGrpSpPr>
          <p:grpSpPr>
            <a:xfrm>
              <a:off x="5844540" y="3349942"/>
              <a:ext cx="126682" cy="90488"/>
              <a:chOff x="5844540" y="3349942"/>
              <a:chExt cx="126682" cy="90488"/>
            </a:xfrm>
          </p:grpSpPr>
          <p:sp>
            <p:nvSpPr>
              <p:cNvPr id="827" name="Google Shape;827;p76"/>
              <p:cNvSpPr/>
              <p:nvPr/>
            </p:nvSpPr>
            <p:spPr>
              <a:xfrm>
                <a:off x="5851207" y="3349942"/>
                <a:ext cx="12382" cy="9525"/>
              </a:xfrm>
              <a:custGeom>
                <a:rect b="b" l="l" r="r" t="t"/>
                <a:pathLst>
                  <a:path extrusionOk="0" h="9525" w="12382">
                    <a:moveTo>
                      <a:pt x="0" y="0"/>
                    </a:moveTo>
                    <a:lnTo>
                      <a:pt x="12382"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28" name="Google Shape;828;p76"/>
              <p:cNvSpPr/>
              <p:nvPr/>
            </p:nvSpPr>
            <p:spPr>
              <a:xfrm>
                <a:off x="5894070" y="3349942"/>
                <a:ext cx="19050" cy="9525"/>
              </a:xfrm>
              <a:custGeom>
                <a:rect b="b" l="l" r="r" t="t"/>
                <a:pathLst>
                  <a:path extrusionOk="0" h="9525" w="19050">
                    <a:moveTo>
                      <a:pt x="0" y="0"/>
                    </a:moveTo>
                    <a:lnTo>
                      <a:pt x="19050"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29" name="Google Shape;829;p76"/>
              <p:cNvSpPr/>
              <p:nvPr/>
            </p:nvSpPr>
            <p:spPr>
              <a:xfrm>
                <a:off x="5943600" y="3349942"/>
                <a:ext cx="27622" cy="9525"/>
              </a:xfrm>
              <a:custGeom>
                <a:rect b="b" l="l" r="r" t="t"/>
                <a:pathLst>
                  <a:path extrusionOk="0" h="9525" w="27622">
                    <a:moveTo>
                      <a:pt x="0" y="0"/>
                    </a:moveTo>
                    <a:lnTo>
                      <a:pt x="27622"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30" name="Google Shape;830;p76"/>
              <p:cNvSpPr/>
              <p:nvPr/>
            </p:nvSpPr>
            <p:spPr>
              <a:xfrm>
                <a:off x="5855970" y="3430905"/>
                <a:ext cx="35242" cy="9525"/>
              </a:xfrm>
              <a:custGeom>
                <a:rect b="b" l="l" r="r" t="t"/>
                <a:pathLst>
                  <a:path extrusionOk="0" h="9525" w="35242">
                    <a:moveTo>
                      <a:pt x="0" y="0"/>
                    </a:moveTo>
                    <a:lnTo>
                      <a:pt x="35243"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31" name="Google Shape;831;p76"/>
              <p:cNvSpPr/>
              <p:nvPr/>
            </p:nvSpPr>
            <p:spPr>
              <a:xfrm>
                <a:off x="5921692" y="3430905"/>
                <a:ext cx="45720" cy="9525"/>
              </a:xfrm>
              <a:custGeom>
                <a:rect b="b" l="l" r="r" t="t"/>
                <a:pathLst>
                  <a:path extrusionOk="0" h="9525" w="45720">
                    <a:moveTo>
                      <a:pt x="0" y="0"/>
                    </a:moveTo>
                    <a:lnTo>
                      <a:pt x="45720"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32" name="Google Shape;832;p76"/>
              <p:cNvSpPr/>
              <p:nvPr/>
            </p:nvSpPr>
            <p:spPr>
              <a:xfrm>
                <a:off x="5844540" y="3390900"/>
                <a:ext cx="10477" cy="9525"/>
              </a:xfrm>
              <a:custGeom>
                <a:rect b="b" l="l" r="r" t="t"/>
                <a:pathLst>
                  <a:path extrusionOk="0" h="9525" w="10477">
                    <a:moveTo>
                      <a:pt x="0" y="0"/>
                    </a:moveTo>
                    <a:lnTo>
                      <a:pt x="10477"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33" name="Google Shape;833;p76"/>
              <p:cNvSpPr/>
              <p:nvPr/>
            </p:nvSpPr>
            <p:spPr>
              <a:xfrm>
                <a:off x="5884545" y="3390900"/>
                <a:ext cx="43815" cy="9525"/>
              </a:xfrm>
              <a:custGeom>
                <a:rect b="b" l="l" r="r" t="t"/>
                <a:pathLst>
                  <a:path extrusionOk="0" h="9525" w="43815">
                    <a:moveTo>
                      <a:pt x="0" y="0"/>
                    </a:moveTo>
                    <a:lnTo>
                      <a:pt x="43815"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34" name="Google Shape;834;p76"/>
              <p:cNvSpPr/>
              <p:nvPr/>
            </p:nvSpPr>
            <p:spPr>
              <a:xfrm>
                <a:off x="5958840" y="3390900"/>
                <a:ext cx="5714" cy="9525"/>
              </a:xfrm>
              <a:custGeom>
                <a:rect b="b" l="l" r="r" t="t"/>
                <a:pathLst>
                  <a:path extrusionOk="0" h="9525" w="5714">
                    <a:moveTo>
                      <a:pt x="0" y="0"/>
                    </a:moveTo>
                    <a:lnTo>
                      <a:pt x="5715"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grpSp>
      </p:grpSp>
      <p:sp>
        <p:nvSpPr>
          <p:cNvPr id="835" name="Google Shape;835;p76"/>
          <p:cNvSpPr/>
          <p:nvPr/>
        </p:nvSpPr>
        <p:spPr>
          <a:xfrm>
            <a:off x="14456076" y="2620560"/>
            <a:ext cx="569667" cy="445745"/>
          </a:xfrm>
          <a:custGeom>
            <a:rect b="b" l="l" r="r" t="t"/>
            <a:pathLst>
              <a:path extrusionOk="0" h="8948" w="8950">
                <a:moveTo>
                  <a:pt x="7453" y="1629"/>
                </a:moveTo>
                <a:cubicBezTo>
                  <a:pt x="7395" y="1629"/>
                  <a:pt x="7337" y="1651"/>
                  <a:pt x="7292" y="1694"/>
                </a:cubicBezTo>
                <a:lnTo>
                  <a:pt x="5749" y="3176"/>
                </a:lnTo>
                <a:lnTo>
                  <a:pt x="4417" y="1839"/>
                </a:lnTo>
                <a:cubicBezTo>
                  <a:pt x="4373" y="1793"/>
                  <a:pt x="4312" y="1770"/>
                  <a:pt x="4252" y="1770"/>
                </a:cubicBezTo>
                <a:cubicBezTo>
                  <a:pt x="4200" y="1770"/>
                  <a:pt x="4148" y="1787"/>
                  <a:pt x="4105" y="1821"/>
                </a:cubicBezTo>
                <a:lnTo>
                  <a:pt x="2181" y="3376"/>
                </a:lnTo>
                <a:cubicBezTo>
                  <a:pt x="2080" y="3458"/>
                  <a:pt x="2064" y="3603"/>
                  <a:pt x="2145" y="3704"/>
                </a:cubicBezTo>
                <a:cubicBezTo>
                  <a:pt x="2191" y="3764"/>
                  <a:pt x="2260" y="3793"/>
                  <a:pt x="2329" y="3793"/>
                </a:cubicBezTo>
                <a:cubicBezTo>
                  <a:pt x="2381" y="3793"/>
                  <a:pt x="2433" y="3777"/>
                  <a:pt x="2475" y="3741"/>
                </a:cubicBezTo>
                <a:lnTo>
                  <a:pt x="4238" y="2319"/>
                </a:lnTo>
                <a:lnTo>
                  <a:pt x="5583" y="3669"/>
                </a:lnTo>
                <a:cubicBezTo>
                  <a:pt x="5629" y="3715"/>
                  <a:pt x="5689" y="3737"/>
                  <a:pt x="5748" y="3737"/>
                </a:cubicBezTo>
                <a:cubicBezTo>
                  <a:pt x="5807" y="3737"/>
                  <a:pt x="5865" y="3716"/>
                  <a:pt x="5910" y="3673"/>
                </a:cubicBezTo>
                <a:lnTo>
                  <a:pt x="7617" y="2032"/>
                </a:lnTo>
                <a:cubicBezTo>
                  <a:pt x="7709" y="1943"/>
                  <a:pt x="7714" y="1795"/>
                  <a:pt x="7623" y="1701"/>
                </a:cubicBezTo>
                <a:cubicBezTo>
                  <a:pt x="7577" y="1654"/>
                  <a:pt x="7515" y="1629"/>
                  <a:pt x="7453" y="1629"/>
                </a:cubicBezTo>
                <a:close/>
                <a:moveTo>
                  <a:pt x="3789" y="3716"/>
                </a:moveTo>
                <a:cubicBezTo>
                  <a:pt x="3696" y="3716"/>
                  <a:pt x="3618" y="3792"/>
                  <a:pt x="3618" y="3887"/>
                </a:cubicBezTo>
                <a:lnTo>
                  <a:pt x="3618" y="6976"/>
                </a:lnTo>
                <a:cubicBezTo>
                  <a:pt x="3618" y="7069"/>
                  <a:pt x="3696" y="7146"/>
                  <a:pt x="3789" y="7146"/>
                </a:cubicBezTo>
                <a:lnTo>
                  <a:pt x="4477" y="7146"/>
                </a:lnTo>
                <a:cubicBezTo>
                  <a:pt x="4572" y="7146"/>
                  <a:pt x="4647" y="7069"/>
                  <a:pt x="4647" y="6976"/>
                </a:cubicBezTo>
                <a:lnTo>
                  <a:pt x="4647" y="3888"/>
                </a:lnTo>
                <a:cubicBezTo>
                  <a:pt x="4647" y="3793"/>
                  <a:pt x="4572" y="3718"/>
                  <a:pt x="4477" y="3718"/>
                </a:cubicBezTo>
                <a:lnTo>
                  <a:pt x="3789" y="3718"/>
                </a:lnTo>
                <a:lnTo>
                  <a:pt x="3789" y="3716"/>
                </a:lnTo>
                <a:close/>
                <a:moveTo>
                  <a:pt x="5464" y="4745"/>
                </a:moveTo>
                <a:cubicBezTo>
                  <a:pt x="5369" y="4745"/>
                  <a:pt x="5293" y="4822"/>
                  <a:pt x="5293" y="4916"/>
                </a:cubicBezTo>
                <a:lnTo>
                  <a:pt x="5293" y="6976"/>
                </a:lnTo>
                <a:cubicBezTo>
                  <a:pt x="5293" y="7069"/>
                  <a:pt x="5369" y="7146"/>
                  <a:pt x="5464" y="7146"/>
                </a:cubicBezTo>
                <a:lnTo>
                  <a:pt x="6150" y="7146"/>
                </a:lnTo>
                <a:cubicBezTo>
                  <a:pt x="6245" y="7146"/>
                  <a:pt x="6321" y="7069"/>
                  <a:pt x="6321" y="6976"/>
                </a:cubicBezTo>
                <a:lnTo>
                  <a:pt x="6321" y="4916"/>
                </a:lnTo>
                <a:cubicBezTo>
                  <a:pt x="6321" y="4822"/>
                  <a:pt x="6245" y="4745"/>
                  <a:pt x="6150" y="4745"/>
                </a:cubicBezTo>
                <a:close/>
                <a:moveTo>
                  <a:pt x="2117" y="4745"/>
                </a:moveTo>
                <a:cubicBezTo>
                  <a:pt x="2022" y="4745"/>
                  <a:pt x="1946" y="4822"/>
                  <a:pt x="1946" y="4916"/>
                </a:cubicBezTo>
                <a:lnTo>
                  <a:pt x="1946" y="6976"/>
                </a:lnTo>
                <a:cubicBezTo>
                  <a:pt x="1946" y="7071"/>
                  <a:pt x="2022" y="7148"/>
                  <a:pt x="2117" y="7148"/>
                </a:cubicBezTo>
                <a:lnTo>
                  <a:pt x="2805" y="7148"/>
                </a:lnTo>
                <a:cubicBezTo>
                  <a:pt x="2898" y="7148"/>
                  <a:pt x="2974" y="7071"/>
                  <a:pt x="2974" y="6977"/>
                </a:cubicBezTo>
                <a:lnTo>
                  <a:pt x="2974" y="4916"/>
                </a:lnTo>
                <a:cubicBezTo>
                  <a:pt x="2974" y="4822"/>
                  <a:pt x="2898" y="4745"/>
                  <a:pt x="2805" y="4745"/>
                </a:cubicBezTo>
                <a:close/>
                <a:moveTo>
                  <a:pt x="7131" y="3375"/>
                </a:moveTo>
                <a:cubicBezTo>
                  <a:pt x="7038" y="3375"/>
                  <a:pt x="6965" y="3452"/>
                  <a:pt x="6965" y="3545"/>
                </a:cubicBezTo>
                <a:lnTo>
                  <a:pt x="6965" y="6977"/>
                </a:lnTo>
                <a:cubicBezTo>
                  <a:pt x="6965" y="7072"/>
                  <a:pt x="7041" y="7148"/>
                  <a:pt x="7136" y="7148"/>
                </a:cubicBezTo>
                <a:lnTo>
                  <a:pt x="7824" y="7148"/>
                </a:lnTo>
                <a:cubicBezTo>
                  <a:pt x="7917" y="7148"/>
                  <a:pt x="7994" y="7072"/>
                  <a:pt x="7994" y="6977"/>
                </a:cubicBezTo>
                <a:lnTo>
                  <a:pt x="7994" y="3545"/>
                </a:lnTo>
                <a:cubicBezTo>
                  <a:pt x="7994" y="3450"/>
                  <a:pt x="7917" y="3375"/>
                  <a:pt x="7824" y="3375"/>
                </a:cubicBezTo>
                <a:lnTo>
                  <a:pt x="7136" y="3375"/>
                </a:lnTo>
                <a:cubicBezTo>
                  <a:pt x="7134" y="3375"/>
                  <a:pt x="7133" y="3375"/>
                  <a:pt x="7131" y="3375"/>
                </a:cubicBezTo>
                <a:close/>
                <a:moveTo>
                  <a:pt x="871" y="1"/>
                </a:moveTo>
                <a:cubicBezTo>
                  <a:pt x="675" y="1"/>
                  <a:pt x="518" y="161"/>
                  <a:pt x="518" y="356"/>
                </a:cubicBezTo>
                <a:lnTo>
                  <a:pt x="518" y="7723"/>
                </a:lnTo>
                <a:lnTo>
                  <a:pt x="356" y="7723"/>
                </a:lnTo>
                <a:cubicBezTo>
                  <a:pt x="158" y="7723"/>
                  <a:pt x="1" y="7881"/>
                  <a:pt x="1" y="8077"/>
                </a:cubicBezTo>
                <a:cubicBezTo>
                  <a:pt x="1" y="8275"/>
                  <a:pt x="161" y="8432"/>
                  <a:pt x="356" y="8432"/>
                </a:cubicBezTo>
                <a:lnTo>
                  <a:pt x="518" y="8432"/>
                </a:lnTo>
                <a:lnTo>
                  <a:pt x="518" y="8594"/>
                </a:lnTo>
                <a:cubicBezTo>
                  <a:pt x="518" y="8790"/>
                  <a:pt x="675" y="8948"/>
                  <a:pt x="871" y="8948"/>
                </a:cubicBezTo>
                <a:cubicBezTo>
                  <a:pt x="1069" y="8948"/>
                  <a:pt x="1226" y="8789"/>
                  <a:pt x="1226" y="8594"/>
                </a:cubicBezTo>
                <a:lnTo>
                  <a:pt x="1226" y="8432"/>
                </a:lnTo>
                <a:lnTo>
                  <a:pt x="8596" y="8432"/>
                </a:lnTo>
                <a:cubicBezTo>
                  <a:pt x="8792" y="8432"/>
                  <a:pt x="8949" y="8272"/>
                  <a:pt x="8949" y="8077"/>
                </a:cubicBezTo>
                <a:cubicBezTo>
                  <a:pt x="8949" y="7885"/>
                  <a:pt x="8793" y="7726"/>
                  <a:pt x="8601" y="7726"/>
                </a:cubicBezTo>
                <a:cubicBezTo>
                  <a:pt x="8599" y="7726"/>
                  <a:pt x="8598" y="7726"/>
                  <a:pt x="8596" y="7726"/>
                </a:cubicBezTo>
                <a:lnTo>
                  <a:pt x="1226" y="7726"/>
                </a:lnTo>
                <a:lnTo>
                  <a:pt x="1226" y="356"/>
                </a:lnTo>
                <a:cubicBezTo>
                  <a:pt x="1226" y="160"/>
                  <a:pt x="1069" y="1"/>
                  <a:pt x="871" y="1"/>
                </a:cubicBezTo>
                <a:close/>
              </a:path>
            </a:pathLst>
          </a:custGeom>
          <a:solidFill>
            <a:srgbClr val="2AB5E8"/>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rgbClr val="252525"/>
              </a:buClr>
              <a:buSzPts val="3600"/>
              <a:buFont typeface="Arial"/>
              <a:buNone/>
            </a:pPr>
            <a:r>
              <a:t/>
            </a:r>
            <a:endParaRPr sz="3600">
              <a:solidFill>
                <a:srgbClr val="252525"/>
              </a:solidFill>
              <a:latin typeface="Arial"/>
              <a:ea typeface="Arial"/>
              <a:cs typeface="Arial"/>
              <a:sym typeface="Arial"/>
            </a:endParaRPr>
          </a:p>
        </p:txBody>
      </p:sp>
      <p:sp>
        <p:nvSpPr>
          <p:cNvPr id="836" name="Google Shape;836;p76"/>
          <p:cNvSpPr txBox="1"/>
          <p:nvPr/>
        </p:nvSpPr>
        <p:spPr>
          <a:xfrm>
            <a:off x="15204548" y="2710136"/>
            <a:ext cx="24186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1800">
                <a:solidFill>
                  <a:srgbClr val="262626"/>
                </a:solidFill>
              </a:rPr>
              <a:t>Analytics</a:t>
            </a:r>
            <a:endParaRPr sz="1800">
              <a:solidFill>
                <a:srgbClr val="262626"/>
              </a:solidFill>
            </a:endParaRPr>
          </a:p>
        </p:txBody>
      </p:sp>
      <p:cxnSp>
        <p:nvCxnSpPr>
          <p:cNvPr id="837" name="Google Shape;837;p76"/>
          <p:cNvCxnSpPr/>
          <p:nvPr/>
        </p:nvCxnSpPr>
        <p:spPr>
          <a:xfrm flipH="1" rot="10800000">
            <a:off x="11919100" y="2812186"/>
            <a:ext cx="1271400" cy="7800"/>
          </a:xfrm>
          <a:prstGeom prst="straightConnector1">
            <a:avLst/>
          </a:prstGeom>
          <a:noFill/>
          <a:ln cap="flat" cmpd="sng" w="38100">
            <a:solidFill>
              <a:srgbClr val="B7B7B7"/>
            </a:solidFill>
            <a:prstDash val="solid"/>
            <a:round/>
            <a:headEnd len="med" w="med" type="none"/>
            <a:tailEnd len="med" w="med" type="stealth"/>
          </a:ln>
        </p:spPr>
      </p:cxnSp>
      <p:sp>
        <p:nvSpPr>
          <p:cNvPr id="838" name="Google Shape;838;p76"/>
          <p:cNvSpPr/>
          <p:nvPr/>
        </p:nvSpPr>
        <p:spPr>
          <a:xfrm>
            <a:off x="11439475" y="4400"/>
            <a:ext cx="6832200" cy="2061600"/>
          </a:xfrm>
          <a:prstGeom prst="rect">
            <a:avLst/>
          </a:prstGeom>
          <a:solidFill>
            <a:srgbClr val="CC0000"/>
          </a:solidFill>
          <a:ln>
            <a:noFill/>
          </a:ln>
        </p:spPr>
        <p:txBody>
          <a:bodyPr anchorCtr="0" anchor="ctr" bIns="182850" lIns="182850" spcFirstLastPara="1" rIns="182850" wrap="square" tIns="182850">
            <a:noAutofit/>
          </a:bodyPr>
          <a:lstStyle/>
          <a:p>
            <a:pPr indent="0" lvl="0" marL="0" rtl="0" algn="l">
              <a:lnSpc>
                <a:spcPct val="110000"/>
              </a:lnSpc>
              <a:spcBef>
                <a:spcPts val="0"/>
              </a:spcBef>
              <a:spcAft>
                <a:spcPts val="0"/>
              </a:spcAft>
              <a:buNone/>
            </a:pPr>
            <a:r>
              <a:rPr b="1" lang="en-US" sz="2200">
                <a:solidFill>
                  <a:srgbClr val="FFFFFF"/>
                </a:solidFill>
              </a:rPr>
              <a:t>INSTRUCTIONS:</a:t>
            </a:r>
            <a:r>
              <a:rPr lang="en-US" sz="2200">
                <a:solidFill>
                  <a:srgbClr val="FFFFFF"/>
                </a:solidFill>
              </a:rPr>
              <a:t> This template is to give you a starting point for laying out your agent architecture. Adjust this as you see fit to reflect your architecture. </a:t>
            </a:r>
            <a:r>
              <a:rPr b="1" lang="en-US" sz="2400">
                <a:solidFill>
                  <a:schemeClr val="lt1"/>
                </a:solidFill>
              </a:rPr>
              <a:t>You can delete this box after.</a:t>
            </a:r>
            <a:endParaRPr sz="2200">
              <a:solidFill>
                <a:srgbClr val="FFFFFF"/>
              </a:solidFill>
            </a:endParaRPr>
          </a:p>
        </p:txBody>
      </p:sp>
      <p:sp>
        <p:nvSpPr>
          <p:cNvPr id="839" name="Google Shape;839;p76"/>
          <p:cNvSpPr txBox="1"/>
          <p:nvPr/>
        </p:nvSpPr>
        <p:spPr>
          <a:xfrm>
            <a:off x="907500" y="9203000"/>
            <a:ext cx="16689600" cy="307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lang="en-US" sz="2000">
                <a:solidFill>
                  <a:srgbClr val="11567F"/>
                </a:solidFill>
              </a:rPr>
              <a:t>Granular RBAC		Guardrails 	Evaluations	Monitoring	AI Gateway	Cost Management</a:t>
            </a:r>
            <a:endParaRPr sz="2000">
              <a:solidFill>
                <a:srgbClr val="11567F"/>
              </a:solidFill>
            </a:endParaRPr>
          </a:p>
        </p:txBody>
      </p:sp>
      <p:sp>
        <p:nvSpPr>
          <p:cNvPr id="840" name="Google Shape;840;p76"/>
          <p:cNvSpPr/>
          <p:nvPr/>
        </p:nvSpPr>
        <p:spPr>
          <a:xfrm>
            <a:off x="907500" y="8493611"/>
            <a:ext cx="16689600" cy="580200"/>
          </a:xfrm>
          <a:prstGeom prst="roundRect">
            <a:avLst>
              <a:gd fmla="val 16667" name="adj"/>
            </a:avLst>
          </a:prstGeom>
          <a:solidFill>
            <a:srgbClr val="DEF3FB"/>
          </a:solidFill>
          <a:ln cap="flat" cmpd="sng" w="19050">
            <a:solidFill>
              <a:srgbClr val="29B5E8"/>
            </a:solidFill>
            <a:prstDash val="solid"/>
            <a:round/>
            <a:headEnd len="sm" w="sm" type="none"/>
            <a:tailEnd len="sm" w="sm" type="none"/>
          </a:ln>
        </p:spPr>
        <p:txBody>
          <a:bodyPr anchorCtr="0" anchor="ctr" bIns="91450" lIns="91450" spcFirstLastPara="1" rIns="91450" wrap="square" tIns="91450">
            <a:noAutofit/>
          </a:bodyPr>
          <a:lstStyle/>
          <a:p>
            <a:pPr indent="0" lvl="0" marL="0" rtl="0" algn="ctr">
              <a:spcBef>
                <a:spcPts val="0"/>
              </a:spcBef>
              <a:spcAft>
                <a:spcPts val="0"/>
              </a:spcAft>
              <a:buNone/>
            </a:pPr>
            <a:r>
              <a:rPr b="1" lang="en-US" sz="1800">
                <a:solidFill>
                  <a:srgbClr val="262626"/>
                </a:solidFill>
              </a:rPr>
              <a:t>GOVERN &amp; MONITOR</a:t>
            </a:r>
            <a:endParaRPr b="1" sz="1800">
              <a:solidFill>
                <a:srgbClr val="262626"/>
              </a:solidFill>
            </a:endParaRPr>
          </a:p>
        </p:txBody>
      </p:sp>
      <p:grpSp>
        <p:nvGrpSpPr>
          <p:cNvPr id="841" name="Google Shape;841;p76"/>
          <p:cNvGrpSpPr/>
          <p:nvPr/>
        </p:nvGrpSpPr>
        <p:grpSpPr>
          <a:xfrm>
            <a:off x="7672291" y="8643765"/>
            <a:ext cx="318207" cy="318262"/>
            <a:chOff x="1830357" y="199489"/>
            <a:chExt cx="295512" cy="295563"/>
          </a:xfrm>
        </p:grpSpPr>
        <p:sp>
          <p:nvSpPr>
            <p:cNvPr id="842" name="Google Shape;842;p76"/>
            <p:cNvSpPr/>
            <p:nvPr/>
          </p:nvSpPr>
          <p:spPr>
            <a:xfrm>
              <a:off x="1880086" y="393730"/>
              <a:ext cx="51724" cy="51724"/>
            </a:xfrm>
            <a:custGeom>
              <a:rect b="b" l="l" r="r" t="t"/>
              <a:pathLst>
                <a:path extrusionOk="0" h="51724" w="51724">
                  <a:moveTo>
                    <a:pt x="25676" y="1"/>
                  </a:moveTo>
                  <a:cubicBezTo>
                    <a:pt x="11393" y="103"/>
                    <a:pt x="-102" y="11765"/>
                    <a:pt x="1" y="26048"/>
                  </a:cubicBezTo>
                  <a:cubicBezTo>
                    <a:pt x="103" y="40330"/>
                    <a:pt x="11765" y="51826"/>
                    <a:pt x="26048" y="51723"/>
                  </a:cubicBezTo>
                  <a:cubicBezTo>
                    <a:pt x="40330" y="51620"/>
                    <a:pt x="51826" y="39959"/>
                    <a:pt x="51723" y="25676"/>
                  </a:cubicBezTo>
                  <a:cubicBezTo>
                    <a:pt x="51674" y="18882"/>
                    <a:pt x="48953" y="12379"/>
                    <a:pt x="44149" y="7574"/>
                  </a:cubicBezTo>
                  <a:cubicBezTo>
                    <a:pt x="39253" y="2679"/>
                    <a:pt x="32599" y="-49"/>
                    <a:pt x="25676" y="1"/>
                  </a:cubicBezTo>
                  <a:close/>
                  <a:moveTo>
                    <a:pt x="33712" y="33806"/>
                  </a:moveTo>
                  <a:cubicBezTo>
                    <a:pt x="29276" y="38244"/>
                    <a:pt x="22083" y="38246"/>
                    <a:pt x="17645" y="33810"/>
                  </a:cubicBezTo>
                  <a:cubicBezTo>
                    <a:pt x="17643" y="33809"/>
                    <a:pt x="17642" y="33808"/>
                    <a:pt x="17640" y="33806"/>
                  </a:cubicBezTo>
                  <a:cubicBezTo>
                    <a:pt x="13205" y="29368"/>
                    <a:pt x="13207" y="22174"/>
                    <a:pt x="17645" y="17739"/>
                  </a:cubicBezTo>
                  <a:cubicBezTo>
                    <a:pt x="22083" y="13304"/>
                    <a:pt x="29276" y="13306"/>
                    <a:pt x="33712" y="17744"/>
                  </a:cubicBezTo>
                  <a:cubicBezTo>
                    <a:pt x="38145" y="22180"/>
                    <a:pt x="38145" y="29370"/>
                    <a:pt x="33712" y="33806"/>
                  </a:cubicBezTo>
                  <a:close/>
                </a:path>
              </a:pathLst>
            </a:custGeom>
            <a:solidFill>
              <a:srgbClr val="2AB5E8"/>
            </a:solidFill>
            <a:ln>
              <a:noFill/>
            </a:ln>
          </p:spPr>
          <p:txBody>
            <a:bodyPr anchorCtr="0" anchor="ctr" bIns="55100" lIns="110200" spcFirstLastPara="1" rIns="110200" wrap="square" tIns="55100">
              <a:noAutofit/>
            </a:bodyPr>
            <a:lstStyle/>
            <a:p>
              <a:pPr indent="0" lvl="0" marL="0" marR="0" rtl="0" algn="l">
                <a:spcBef>
                  <a:spcPts val="0"/>
                </a:spcBef>
                <a:spcAft>
                  <a:spcPts val="0"/>
                </a:spcAft>
                <a:buClr>
                  <a:srgbClr val="252525"/>
                </a:buClr>
                <a:buSzPts val="1600"/>
                <a:buFont typeface="Arial"/>
                <a:buNone/>
              </a:pPr>
              <a:r>
                <a:t/>
              </a:r>
              <a:endParaRPr sz="1600">
                <a:solidFill>
                  <a:srgbClr val="262626"/>
                </a:solidFill>
                <a:latin typeface="Arial"/>
                <a:ea typeface="Arial"/>
                <a:cs typeface="Arial"/>
                <a:sym typeface="Arial"/>
              </a:endParaRPr>
            </a:p>
          </p:txBody>
        </p:sp>
        <p:sp>
          <p:nvSpPr>
            <p:cNvPr id="843" name="Google Shape;843;p76"/>
            <p:cNvSpPr/>
            <p:nvPr/>
          </p:nvSpPr>
          <p:spPr>
            <a:xfrm>
              <a:off x="1830357" y="199489"/>
              <a:ext cx="295512" cy="295563"/>
            </a:xfrm>
            <a:custGeom>
              <a:rect b="b" l="l" r="r" t="t"/>
              <a:pathLst>
                <a:path extrusionOk="0" h="295563" w="295512">
                  <a:moveTo>
                    <a:pt x="283962" y="0"/>
                  </a:moveTo>
                  <a:lnTo>
                    <a:pt x="249418" y="924"/>
                  </a:lnTo>
                  <a:cubicBezTo>
                    <a:pt x="247430" y="995"/>
                    <a:pt x="245493" y="1567"/>
                    <a:pt x="243784" y="2586"/>
                  </a:cubicBezTo>
                  <a:cubicBezTo>
                    <a:pt x="242207" y="3550"/>
                    <a:pt x="240750" y="4697"/>
                    <a:pt x="239443" y="6004"/>
                  </a:cubicBezTo>
                  <a:lnTo>
                    <a:pt x="134333" y="111114"/>
                  </a:lnTo>
                  <a:cubicBezTo>
                    <a:pt x="98115" y="95557"/>
                    <a:pt x="56079" y="103562"/>
                    <a:pt x="28115" y="131341"/>
                  </a:cubicBezTo>
                  <a:cubicBezTo>
                    <a:pt x="-9429" y="168968"/>
                    <a:pt x="-9363" y="229905"/>
                    <a:pt x="28263" y="267449"/>
                  </a:cubicBezTo>
                  <a:cubicBezTo>
                    <a:pt x="46270" y="285417"/>
                    <a:pt x="70657" y="295525"/>
                    <a:pt x="96094" y="295564"/>
                  </a:cubicBezTo>
                  <a:cubicBezTo>
                    <a:pt x="105314" y="295557"/>
                    <a:pt x="114487" y="294251"/>
                    <a:pt x="123342" y="291685"/>
                  </a:cubicBezTo>
                  <a:cubicBezTo>
                    <a:pt x="174319" y="276452"/>
                    <a:pt x="203296" y="222779"/>
                    <a:pt x="188064" y="171801"/>
                  </a:cubicBezTo>
                  <a:cubicBezTo>
                    <a:pt x="187032" y="168347"/>
                    <a:pt x="185806" y="164953"/>
                    <a:pt x="184394" y="161637"/>
                  </a:cubicBezTo>
                  <a:lnTo>
                    <a:pt x="212103" y="133928"/>
                  </a:lnTo>
                  <a:lnTo>
                    <a:pt x="231130" y="136144"/>
                  </a:lnTo>
                  <a:cubicBezTo>
                    <a:pt x="234513" y="136440"/>
                    <a:pt x="237865" y="135300"/>
                    <a:pt x="240366" y="133004"/>
                  </a:cubicBezTo>
                  <a:cubicBezTo>
                    <a:pt x="242794" y="130573"/>
                    <a:pt x="244012" y="127188"/>
                    <a:pt x="243691" y="123768"/>
                  </a:cubicBezTo>
                  <a:lnTo>
                    <a:pt x="242675" y="112592"/>
                  </a:lnTo>
                  <a:lnTo>
                    <a:pt x="253482" y="113700"/>
                  </a:lnTo>
                  <a:cubicBezTo>
                    <a:pt x="259668" y="114387"/>
                    <a:pt x="265239" y="109931"/>
                    <a:pt x="265926" y="103745"/>
                  </a:cubicBezTo>
                  <a:cubicBezTo>
                    <a:pt x="266008" y="103002"/>
                    <a:pt x="266017" y="102252"/>
                    <a:pt x="265951" y="101508"/>
                  </a:cubicBezTo>
                  <a:lnTo>
                    <a:pt x="264935" y="90240"/>
                  </a:lnTo>
                  <a:lnTo>
                    <a:pt x="275834" y="91440"/>
                  </a:lnTo>
                  <a:cubicBezTo>
                    <a:pt x="279261" y="91816"/>
                    <a:pt x="282669" y="90589"/>
                    <a:pt x="285070" y="88115"/>
                  </a:cubicBezTo>
                  <a:cubicBezTo>
                    <a:pt x="287501" y="85695"/>
                    <a:pt x="288662" y="82279"/>
                    <a:pt x="288211" y="78879"/>
                  </a:cubicBezTo>
                  <a:lnTo>
                    <a:pt x="285532" y="60037"/>
                  </a:lnTo>
                  <a:lnTo>
                    <a:pt x="291628" y="53571"/>
                  </a:lnTo>
                  <a:cubicBezTo>
                    <a:pt x="293565" y="51560"/>
                    <a:pt x="294656" y="48882"/>
                    <a:pt x="294676" y="46090"/>
                  </a:cubicBezTo>
                  <a:lnTo>
                    <a:pt x="295507" y="11823"/>
                  </a:lnTo>
                  <a:cubicBezTo>
                    <a:pt x="295603" y="8737"/>
                    <a:pt x="294396" y="5754"/>
                    <a:pt x="292182" y="3602"/>
                  </a:cubicBezTo>
                  <a:cubicBezTo>
                    <a:pt x="290079" y="1287"/>
                    <a:pt x="287089" y="-23"/>
                    <a:pt x="283962" y="0"/>
                  </a:cubicBezTo>
                  <a:close/>
                  <a:moveTo>
                    <a:pt x="272417" y="41010"/>
                  </a:moveTo>
                  <a:lnTo>
                    <a:pt x="265674" y="48122"/>
                  </a:lnTo>
                  <a:cubicBezTo>
                    <a:pt x="263392" y="50624"/>
                    <a:pt x="262313" y="53996"/>
                    <a:pt x="262718" y="57358"/>
                  </a:cubicBezTo>
                  <a:lnTo>
                    <a:pt x="263919" y="67888"/>
                  </a:lnTo>
                  <a:lnTo>
                    <a:pt x="253205" y="66502"/>
                  </a:lnTo>
                  <a:cubicBezTo>
                    <a:pt x="247018" y="65823"/>
                    <a:pt x="241453" y="70287"/>
                    <a:pt x="240775" y="76474"/>
                  </a:cubicBezTo>
                  <a:cubicBezTo>
                    <a:pt x="240700" y="77150"/>
                    <a:pt x="240687" y="77831"/>
                    <a:pt x="240736" y="78509"/>
                  </a:cubicBezTo>
                  <a:lnTo>
                    <a:pt x="241752" y="89685"/>
                  </a:lnTo>
                  <a:lnTo>
                    <a:pt x="230945" y="88577"/>
                  </a:lnTo>
                  <a:cubicBezTo>
                    <a:pt x="227546" y="88140"/>
                    <a:pt x="224137" y="89299"/>
                    <a:pt x="221709" y="91717"/>
                  </a:cubicBezTo>
                  <a:cubicBezTo>
                    <a:pt x="219271" y="94141"/>
                    <a:pt x="218049" y="97532"/>
                    <a:pt x="218384" y="100954"/>
                  </a:cubicBezTo>
                  <a:lnTo>
                    <a:pt x="219400" y="112130"/>
                  </a:lnTo>
                  <a:lnTo>
                    <a:pt x="208686" y="110929"/>
                  </a:lnTo>
                  <a:cubicBezTo>
                    <a:pt x="205272" y="110515"/>
                    <a:pt x="201860" y="111710"/>
                    <a:pt x="199449" y="114162"/>
                  </a:cubicBezTo>
                  <a:lnTo>
                    <a:pt x="162504" y="151107"/>
                  </a:lnTo>
                  <a:cubicBezTo>
                    <a:pt x="159035" y="154685"/>
                    <a:pt x="158252" y="160085"/>
                    <a:pt x="160564" y="164500"/>
                  </a:cubicBezTo>
                  <a:cubicBezTo>
                    <a:pt x="175983" y="193152"/>
                    <a:pt x="170845" y="228519"/>
                    <a:pt x="147910" y="251599"/>
                  </a:cubicBezTo>
                  <a:cubicBezTo>
                    <a:pt x="118662" y="280057"/>
                    <a:pt x="71881" y="279417"/>
                    <a:pt x="43423" y="250168"/>
                  </a:cubicBezTo>
                  <a:cubicBezTo>
                    <a:pt x="25037" y="231271"/>
                    <a:pt x="18113" y="204011"/>
                    <a:pt x="25251" y="178632"/>
                  </a:cubicBezTo>
                  <a:cubicBezTo>
                    <a:pt x="34629" y="147390"/>
                    <a:pt x="63383" y="125994"/>
                    <a:pt x="96002" y="125984"/>
                  </a:cubicBezTo>
                  <a:cubicBezTo>
                    <a:pt x="108235" y="126053"/>
                    <a:pt x="120249" y="129232"/>
                    <a:pt x="130915" y="135221"/>
                  </a:cubicBezTo>
                  <a:cubicBezTo>
                    <a:pt x="135319" y="137594"/>
                    <a:pt x="140758" y="136806"/>
                    <a:pt x="144308" y="133281"/>
                  </a:cubicBezTo>
                  <a:lnTo>
                    <a:pt x="253944" y="23091"/>
                  </a:lnTo>
                  <a:lnTo>
                    <a:pt x="272417" y="23091"/>
                  </a:lnTo>
                  <a:close/>
                </a:path>
              </a:pathLst>
            </a:custGeom>
            <a:solidFill>
              <a:srgbClr val="2AB5E8"/>
            </a:solidFill>
            <a:ln>
              <a:noFill/>
            </a:ln>
          </p:spPr>
          <p:txBody>
            <a:bodyPr anchorCtr="0" anchor="ctr" bIns="55100" lIns="110200" spcFirstLastPara="1" rIns="110200" wrap="square" tIns="55100">
              <a:noAutofit/>
            </a:bodyPr>
            <a:lstStyle/>
            <a:p>
              <a:pPr indent="0" lvl="0" marL="0" marR="0" rtl="0" algn="l">
                <a:spcBef>
                  <a:spcPts val="0"/>
                </a:spcBef>
                <a:spcAft>
                  <a:spcPts val="0"/>
                </a:spcAft>
                <a:buClr>
                  <a:srgbClr val="252525"/>
                </a:buClr>
                <a:buSzPts val="1600"/>
                <a:buFont typeface="Arial"/>
                <a:buNone/>
              </a:pPr>
              <a:r>
                <a:t/>
              </a:r>
              <a:endParaRPr sz="1600">
                <a:solidFill>
                  <a:srgbClr val="262626"/>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79"/>
          <p:cNvSpPr txBox="1"/>
          <p:nvPr>
            <p:ph type="ctrTitle"/>
          </p:nvPr>
        </p:nvSpPr>
        <p:spPr>
          <a:xfrm>
            <a:off x="705200" y="2313250"/>
            <a:ext cx="11167800" cy="2980800"/>
          </a:xfrm>
          <a:prstGeom prst="rect">
            <a:avLst/>
          </a:prstGeom>
        </p:spPr>
        <p:txBody>
          <a:bodyPr anchorCtr="0" anchor="b" bIns="0" lIns="182900" spcFirstLastPara="1" rIns="91450" wrap="square" tIns="45700">
            <a:noAutofit/>
          </a:bodyPr>
          <a:lstStyle/>
          <a:p>
            <a:pPr indent="0" lvl="0" marL="0" rtl="0" algn="l">
              <a:spcBef>
                <a:spcPts val="0"/>
              </a:spcBef>
              <a:spcAft>
                <a:spcPts val="0"/>
              </a:spcAft>
              <a:buNone/>
            </a:pPr>
            <a:r>
              <a:rPr lang="en-US"/>
              <a:t>THANK YOU</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81"/>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894" name="Google Shape;894;p81"/>
          <p:cNvSpPr txBox="1"/>
          <p:nvPr>
            <p:ph type="title"/>
          </p:nvPr>
        </p:nvSpPr>
        <p:spPr>
          <a:xfrm>
            <a:off x="731500" y="548646"/>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Multi-use Slide 01</a:t>
            </a:r>
            <a:endParaRPr/>
          </a:p>
        </p:txBody>
      </p:sp>
      <p:sp>
        <p:nvSpPr>
          <p:cNvPr id="895" name="Google Shape;895;p81"/>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83"/>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08" name="Google Shape;908;p83"/>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Multi-use Slide w/ Dotted Lines Wave 1</a:t>
            </a:r>
            <a:endParaRPr/>
          </a:p>
        </p:txBody>
      </p:sp>
      <p:sp>
        <p:nvSpPr>
          <p:cNvPr id="909" name="Google Shape;909;p83"/>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84"/>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15" name="Google Shape;915;p84"/>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Multi-use Slide w/ Dotted Lines Wave 2</a:t>
            </a:r>
            <a:endParaRPr/>
          </a:p>
        </p:txBody>
      </p:sp>
      <p:sp>
        <p:nvSpPr>
          <p:cNvPr id="916" name="Google Shape;916;p84"/>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85"/>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22" name="Google Shape;922;p85"/>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Multi-use Slide w/ Dotted Arrows</a:t>
            </a:r>
            <a:endParaRPr/>
          </a:p>
        </p:txBody>
      </p:sp>
      <p:sp>
        <p:nvSpPr>
          <p:cNvPr id="923" name="Google Shape;923;p85"/>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87"/>
          <p:cNvSpPr txBox="1"/>
          <p:nvPr>
            <p:ph type="title"/>
          </p:nvPr>
        </p:nvSpPr>
        <p:spPr>
          <a:xfrm>
            <a:off x="731500" y="548646"/>
            <a:ext cx="16696800" cy="1049700"/>
          </a:xfrm>
          <a:prstGeom prst="rect">
            <a:avLst/>
          </a:prstGeom>
        </p:spPr>
        <p:txBody>
          <a:bodyPr anchorCtr="0" anchor="t" bIns="182850" lIns="182850" spcFirstLastPara="1" rIns="182850" wrap="square" tIns="182850">
            <a:spAutoFit/>
          </a:bodyPr>
          <a:lstStyle/>
          <a:p>
            <a:pPr indent="0" lvl="0" marL="0" rtl="0" algn="l">
              <a:spcBef>
                <a:spcPts val="0"/>
              </a:spcBef>
              <a:spcAft>
                <a:spcPts val="2000"/>
              </a:spcAft>
              <a:buNone/>
            </a:pPr>
            <a:r>
              <a:rPr lang="en-US"/>
              <a:t>Two Column Layout</a:t>
            </a:r>
            <a:endParaRPr/>
          </a:p>
        </p:txBody>
      </p:sp>
      <p:sp>
        <p:nvSpPr>
          <p:cNvPr id="937" name="Google Shape;937;p87"/>
          <p:cNvSpPr txBox="1"/>
          <p:nvPr>
            <p:ph idx="1" type="body"/>
          </p:nvPr>
        </p:nvSpPr>
        <p:spPr>
          <a:xfrm>
            <a:off x="731500" y="2743201"/>
            <a:ext cx="8320800" cy="2198100"/>
          </a:xfrm>
          <a:prstGeom prst="rect">
            <a:avLst/>
          </a:prstGeom>
        </p:spPr>
        <p:txBody>
          <a:bodyPr anchorCtr="0" anchor="t" bIns="182850" lIns="182850" spcFirstLastPara="1" rIns="182850" wrap="square" tIns="182850">
            <a:spAutoFit/>
          </a:bodyPr>
          <a:lstStyle/>
          <a:p>
            <a:pPr indent="0" lvl="0" marL="0" rtl="0" algn="l">
              <a:spcBef>
                <a:spcPts val="0"/>
              </a:spcBef>
              <a:spcAft>
                <a:spcPts val="2000"/>
              </a:spcAft>
              <a:buNone/>
            </a:pPr>
            <a:r>
              <a:rPr lang="en-US"/>
              <a:t>Lorem ipsum dolor sit amet, consectur adipiscing elit, sed do eiusmod tempor incididunt ut labore et dolore magna.</a:t>
            </a:r>
            <a:endParaRPr b="1">
              <a:solidFill>
                <a:schemeClr val="dk2"/>
              </a:solidFill>
            </a:endParaRPr>
          </a:p>
        </p:txBody>
      </p:sp>
      <p:sp>
        <p:nvSpPr>
          <p:cNvPr id="938" name="Google Shape;938;p87"/>
          <p:cNvSpPr txBox="1"/>
          <p:nvPr>
            <p:ph idx="2" type="body"/>
          </p:nvPr>
        </p:nvSpPr>
        <p:spPr>
          <a:xfrm>
            <a:off x="9235443" y="2743200"/>
            <a:ext cx="8320800" cy="2198100"/>
          </a:xfrm>
          <a:prstGeom prst="rect">
            <a:avLst/>
          </a:prstGeom>
        </p:spPr>
        <p:txBody>
          <a:bodyPr anchorCtr="0" anchor="t" bIns="182850" lIns="182850" spcFirstLastPara="1" rIns="182850" wrap="square" tIns="182850">
            <a:spAutoFit/>
          </a:bodyPr>
          <a:lstStyle/>
          <a:p>
            <a:pPr indent="0" lvl="0" marL="0" rtl="0" algn="l">
              <a:spcBef>
                <a:spcPts val="0"/>
              </a:spcBef>
              <a:spcAft>
                <a:spcPts val="2000"/>
              </a:spcAft>
              <a:buNone/>
            </a:pPr>
            <a:r>
              <a:rPr lang="en-US"/>
              <a:t>Lorem ipsum dolor sit amet, consectur adipiscing elit, sed do eiusmod tempor incididunt ut labore et dolore magna.</a:t>
            </a:r>
            <a:endParaRPr b="1">
              <a:solidFill>
                <a:schemeClr val="dk2"/>
              </a:solidFill>
            </a:endParaRPr>
          </a:p>
        </p:txBody>
      </p:sp>
      <p:sp>
        <p:nvSpPr>
          <p:cNvPr id="939" name="Google Shape;939;p87"/>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40" name="Google Shape;940;p87"/>
          <p:cNvSpPr txBox="1"/>
          <p:nvPr>
            <p:ph idx="3"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91"/>
          <p:cNvSpPr txBox="1"/>
          <p:nvPr>
            <p:ph type="title"/>
          </p:nvPr>
        </p:nvSpPr>
        <p:spPr>
          <a:xfrm>
            <a:off x="731501" y="548640"/>
            <a:ext cx="167154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Three Column Layout w/ </a:t>
            </a:r>
            <a:r>
              <a:rPr lang="en-US"/>
              <a:t>Icons</a:t>
            </a:r>
            <a:endParaRPr/>
          </a:p>
        </p:txBody>
      </p:sp>
      <p:sp>
        <p:nvSpPr>
          <p:cNvPr id="980" name="Google Shape;980;p91"/>
          <p:cNvSpPr txBox="1"/>
          <p:nvPr>
            <p:ph idx="1" type="body"/>
          </p:nvPr>
        </p:nvSpPr>
        <p:spPr>
          <a:xfrm>
            <a:off x="731500" y="2743200"/>
            <a:ext cx="5395200" cy="55167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sz="3600"/>
          </a:p>
          <a:p>
            <a:pPr indent="0" lvl="0" marL="0" rtl="0" algn="l">
              <a:spcBef>
                <a:spcPts val="2000"/>
              </a:spcBef>
              <a:spcAft>
                <a:spcPts val="0"/>
              </a:spcAft>
              <a:buNone/>
            </a:pPr>
            <a:r>
              <a:t/>
            </a:r>
            <a:endParaRPr sz="3600"/>
          </a:p>
          <a:p>
            <a:pPr indent="0" lvl="0" marL="0" rtl="0" algn="l">
              <a:spcBef>
                <a:spcPts val="2000"/>
              </a:spcBef>
              <a:spcAft>
                <a:spcPts val="0"/>
              </a:spcAft>
              <a:buNone/>
            </a:pPr>
            <a:r>
              <a:t/>
            </a:r>
            <a:endParaRPr sz="3600"/>
          </a:p>
          <a:p>
            <a:pPr indent="0" lvl="0" marL="0" rtl="0" algn="l">
              <a:spcBef>
                <a:spcPts val="2000"/>
              </a:spcBef>
              <a:spcAft>
                <a:spcPts val="2000"/>
              </a:spcAft>
              <a:buNone/>
            </a:pPr>
            <a:r>
              <a:rPr lang="en-US" sz="3600"/>
              <a:t>Lorem ipsum dolor sit amet, adipiscing elit, eiusmod sed incididunt ut labore et dolore.</a:t>
            </a:r>
            <a:endParaRPr b="1" sz="3600">
              <a:solidFill>
                <a:schemeClr val="dk2"/>
              </a:solidFill>
            </a:endParaRPr>
          </a:p>
        </p:txBody>
      </p:sp>
      <p:sp>
        <p:nvSpPr>
          <p:cNvPr id="981" name="Google Shape;981;p91"/>
          <p:cNvSpPr txBox="1"/>
          <p:nvPr>
            <p:ph idx="2" type="body"/>
          </p:nvPr>
        </p:nvSpPr>
        <p:spPr>
          <a:xfrm>
            <a:off x="6338063" y="2743200"/>
            <a:ext cx="5395200" cy="48792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sz="3600"/>
          </a:p>
          <a:p>
            <a:pPr indent="0" lvl="0" marL="0" rtl="0" algn="l">
              <a:spcBef>
                <a:spcPts val="2000"/>
              </a:spcBef>
              <a:spcAft>
                <a:spcPts val="0"/>
              </a:spcAft>
              <a:buNone/>
            </a:pPr>
            <a:r>
              <a:t/>
            </a:r>
            <a:endParaRPr sz="3600"/>
          </a:p>
          <a:p>
            <a:pPr indent="0" lvl="0" marL="0" rtl="0" algn="l">
              <a:spcBef>
                <a:spcPts val="2000"/>
              </a:spcBef>
              <a:spcAft>
                <a:spcPts val="0"/>
              </a:spcAft>
              <a:buNone/>
            </a:pPr>
            <a:r>
              <a:t/>
            </a:r>
            <a:endParaRPr sz="3600"/>
          </a:p>
          <a:p>
            <a:pPr indent="0" lvl="0" marL="0" rtl="0" algn="l">
              <a:spcBef>
                <a:spcPts val="2000"/>
              </a:spcBef>
              <a:spcAft>
                <a:spcPts val="2000"/>
              </a:spcAft>
              <a:buNone/>
            </a:pPr>
            <a:r>
              <a:rPr lang="en-US" sz="3600"/>
              <a:t>Lorem ipsum dolor sit amet, e</a:t>
            </a:r>
            <a:r>
              <a:rPr lang="en-US" sz="3600">
                <a:solidFill>
                  <a:srgbClr val="5B5B5B"/>
                </a:solidFill>
              </a:rPr>
              <a:t>iusmod te</a:t>
            </a:r>
            <a:r>
              <a:rPr lang="en-US" sz="3600"/>
              <a:t>mpor sed et dolore magna.</a:t>
            </a:r>
            <a:endParaRPr b="1" sz="3600">
              <a:solidFill>
                <a:schemeClr val="accent2"/>
              </a:solidFill>
            </a:endParaRPr>
          </a:p>
        </p:txBody>
      </p:sp>
      <p:sp>
        <p:nvSpPr>
          <p:cNvPr id="982" name="Google Shape;982;p91"/>
          <p:cNvSpPr txBox="1"/>
          <p:nvPr>
            <p:ph idx="3" type="body"/>
          </p:nvPr>
        </p:nvSpPr>
        <p:spPr>
          <a:xfrm>
            <a:off x="12255850" y="2743200"/>
            <a:ext cx="5395200" cy="55167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sz="3600"/>
          </a:p>
          <a:p>
            <a:pPr indent="0" lvl="0" marL="0" rtl="0" algn="l">
              <a:spcBef>
                <a:spcPts val="2000"/>
              </a:spcBef>
              <a:spcAft>
                <a:spcPts val="0"/>
              </a:spcAft>
              <a:buNone/>
            </a:pPr>
            <a:r>
              <a:t/>
            </a:r>
            <a:endParaRPr sz="3600"/>
          </a:p>
          <a:p>
            <a:pPr indent="0" lvl="0" marL="0" rtl="0" algn="l">
              <a:spcBef>
                <a:spcPts val="2000"/>
              </a:spcBef>
              <a:spcAft>
                <a:spcPts val="0"/>
              </a:spcAft>
              <a:buNone/>
            </a:pPr>
            <a:r>
              <a:t/>
            </a:r>
            <a:endParaRPr sz="3600"/>
          </a:p>
          <a:p>
            <a:pPr indent="0" lvl="0" marL="0" rtl="0" algn="l">
              <a:spcBef>
                <a:spcPts val="2000"/>
              </a:spcBef>
              <a:spcAft>
                <a:spcPts val="2000"/>
              </a:spcAft>
              <a:buNone/>
            </a:pPr>
            <a:r>
              <a:rPr lang="en-US" sz="3600"/>
              <a:t>Lorem ipsum dolor sit amet, adipiscing elit, eiusmod tempor sed incididunt et magna.</a:t>
            </a:r>
            <a:endParaRPr sz="3600"/>
          </a:p>
        </p:txBody>
      </p:sp>
      <p:sp>
        <p:nvSpPr>
          <p:cNvPr id="983" name="Google Shape;983;p91"/>
          <p:cNvSpPr txBox="1"/>
          <p:nvPr>
            <p:ph idx="12" type="sldNum"/>
          </p:nvPr>
        </p:nvSpPr>
        <p:spPr>
          <a:xfrm>
            <a:off x="16459200" y="9729216"/>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84" name="Google Shape;984;p91"/>
          <p:cNvSpPr txBox="1"/>
          <p:nvPr>
            <p:ph idx="4"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
        <p:nvSpPr>
          <p:cNvPr id="985" name="Google Shape;985;p91"/>
          <p:cNvSpPr/>
          <p:nvPr/>
        </p:nvSpPr>
        <p:spPr>
          <a:xfrm>
            <a:off x="1088225" y="2918749"/>
            <a:ext cx="1588713" cy="1404733"/>
          </a:xfrm>
          <a:custGeom>
            <a:rect b="b" l="l" r="r" t="t"/>
            <a:pathLst>
              <a:path extrusionOk="0" h="1778143" w="1985891">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986" name="Google Shape;986;p91"/>
          <p:cNvSpPr/>
          <p:nvPr/>
        </p:nvSpPr>
        <p:spPr>
          <a:xfrm>
            <a:off x="6338039" y="2998121"/>
            <a:ext cx="1800208" cy="1247215"/>
          </a:xfrm>
          <a:custGeom>
            <a:rect b="b" l="l" r="r" t="t"/>
            <a:pathLst>
              <a:path extrusionOk="0" h="469761" w="628345">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987" name="Google Shape;987;p91"/>
          <p:cNvSpPr/>
          <p:nvPr/>
        </p:nvSpPr>
        <p:spPr>
          <a:xfrm>
            <a:off x="12255846" y="2799339"/>
            <a:ext cx="1453478" cy="1646235"/>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988" name="Google Shape;988;p91"/>
          <p:cNvSpPr txBox="1"/>
          <p:nvPr/>
        </p:nvSpPr>
        <p:spPr>
          <a:xfrm>
            <a:off x="731500" y="4532031"/>
            <a:ext cx="53208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
        <p:nvSpPr>
          <p:cNvPr id="989" name="Google Shape;989;p91"/>
          <p:cNvSpPr txBox="1"/>
          <p:nvPr/>
        </p:nvSpPr>
        <p:spPr>
          <a:xfrm>
            <a:off x="6338051" y="4532031"/>
            <a:ext cx="55950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
        <p:nvSpPr>
          <p:cNvPr id="990" name="Google Shape;990;p91"/>
          <p:cNvSpPr txBox="1"/>
          <p:nvPr/>
        </p:nvSpPr>
        <p:spPr>
          <a:xfrm>
            <a:off x="12255850" y="4532031"/>
            <a:ext cx="53208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95"/>
          <p:cNvSpPr txBox="1"/>
          <p:nvPr>
            <p:ph idx="1" type="body"/>
          </p:nvPr>
        </p:nvSpPr>
        <p:spPr>
          <a:xfrm>
            <a:off x="731500" y="2663950"/>
            <a:ext cx="14968800" cy="5194200"/>
          </a:xfrm>
          <a:prstGeom prst="rect">
            <a:avLst/>
          </a:prstGeom>
        </p:spPr>
        <p:txBody>
          <a:bodyPr anchorCtr="0" anchor="ctr" bIns="91400" lIns="182850" spcFirstLastPara="1" rIns="182850" wrap="square" tIns="91400">
            <a:normAutofit/>
          </a:bodyPr>
          <a:lstStyle/>
          <a:p>
            <a:pPr indent="0" lvl="0" marL="0" rtl="0" algn="l">
              <a:spcBef>
                <a:spcPts val="0"/>
              </a:spcBef>
              <a:spcAft>
                <a:spcPts val="2000"/>
              </a:spcAft>
              <a:buNone/>
            </a:pPr>
            <a:r>
              <a:rPr lang="en-US"/>
              <a:t>The wisdom of the wise, and the experience of ages, may be preserved by quotation.</a:t>
            </a:r>
            <a:endParaRPr/>
          </a:p>
        </p:txBody>
      </p:sp>
      <p:sp>
        <p:nvSpPr>
          <p:cNvPr id="1036" name="Google Shape;1036;p95"/>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037" name="Google Shape;1037;p95"/>
          <p:cNvSpPr txBox="1"/>
          <p:nvPr>
            <p:ph idx="2" type="subTitle"/>
          </p:nvPr>
        </p:nvSpPr>
        <p:spPr>
          <a:xfrm>
            <a:off x="731510" y="8046720"/>
            <a:ext cx="8412600" cy="548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Name  |  Title</a:t>
            </a:r>
            <a:br>
              <a:rPr lang="en-US"/>
            </a:br>
            <a:r>
              <a:rPr b="0" lang="en-US"/>
              <a:t>Company Name</a:t>
            </a:r>
            <a:endParaRPr b="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97"/>
          <p:cNvSpPr txBox="1"/>
          <p:nvPr>
            <p:ph idx="1" type="body"/>
          </p:nvPr>
        </p:nvSpPr>
        <p:spPr>
          <a:xfrm>
            <a:off x="731500" y="2663950"/>
            <a:ext cx="14968800" cy="5194200"/>
          </a:xfrm>
          <a:prstGeom prst="rect">
            <a:avLst/>
          </a:prstGeom>
        </p:spPr>
        <p:txBody>
          <a:bodyPr anchorCtr="0" anchor="ctr" bIns="91400" lIns="182850" spcFirstLastPara="1" rIns="182850" wrap="square" tIns="91400">
            <a:normAutofit/>
          </a:bodyPr>
          <a:lstStyle/>
          <a:p>
            <a:pPr indent="0" lvl="0" marL="0" rtl="0" algn="l">
              <a:spcBef>
                <a:spcPts val="0"/>
              </a:spcBef>
              <a:spcAft>
                <a:spcPts val="2000"/>
              </a:spcAft>
              <a:buNone/>
            </a:pPr>
            <a:r>
              <a:rPr lang="en-US"/>
              <a:t>The wisdom of the wise, and the experience of ages, may be preserved by quotation.</a:t>
            </a:r>
            <a:endParaRPr/>
          </a:p>
        </p:txBody>
      </p:sp>
      <p:sp>
        <p:nvSpPr>
          <p:cNvPr id="1051" name="Google Shape;1051;p97"/>
          <p:cNvSpPr txBox="1"/>
          <p:nvPr>
            <p:ph idx="2" type="subTitle"/>
          </p:nvPr>
        </p:nvSpPr>
        <p:spPr>
          <a:xfrm>
            <a:off x="731510" y="8046720"/>
            <a:ext cx="8412600" cy="548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Name  |  Title</a:t>
            </a:r>
            <a:br>
              <a:rPr lang="en-US"/>
            </a:br>
            <a:r>
              <a:rPr b="0" lang="en-US"/>
              <a:t>Company Name</a:t>
            </a:r>
            <a:endParaRPr b="0"/>
          </a:p>
        </p:txBody>
      </p:sp>
      <p:sp>
        <p:nvSpPr>
          <p:cNvPr id="1052" name="Google Shape;1052;p97"/>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nowflake World Tour 2026">
  <a:themeElements>
    <a:clrScheme name="Snowflake Corp Colors">
      <a:dk1>
        <a:srgbClr val="252525"/>
      </a:dk1>
      <a:lt1>
        <a:srgbClr val="FFFFFF"/>
      </a:lt1>
      <a:dk2>
        <a:srgbClr val="11567F"/>
      </a:dk2>
      <a:lt2>
        <a:srgbClr val="FFFFFF"/>
      </a:lt2>
      <a:accent1>
        <a:srgbClr val="28B5E8"/>
      </a:accent1>
      <a:accent2>
        <a:srgbClr val="11567F"/>
      </a:accent2>
      <a:accent3>
        <a:srgbClr val="71D3DC"/>
      </a:accent3>
      <a:accent4>
        <a:srgbClr val="FF9F36"/>
      </a:accent4>
      <a:accent5>
        <a:srgbClr val="7D44CF"/>
      </a:accent5>
      <a:accent6>
        <a:srgbClr val="D35B90"/>
      </a:accent6>
      <a:hlink>
        <a:srgbClr val="28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